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theme/theme2.xml" ContentType="application/vnd.openxmlformats-officedocument.theme+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theme/theme3.xml" ContentType="application/vnd.openxmlformats-officedocument.theme+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notesSlides/notesSlide1.xml" ContentType="application/vnd.openxmlformats-officedocument.presentationml.notesSlide+xml"/>
  <Override PartName="/ppt/notesSlides/notesSlide2.xml" ContentType="application/vnd.openxmlformats-officedocument.presentationml.notesSlide+xml"/>
  <Override PartName="/ppt/ink/ink5.xml" ContentType="application/inkml+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 id="2147483715" r:id="rId5"/>
    <p:sldMasterId id="2147483798" r:id="rId6"/>
    <p:sldMasterId id="2147483813" r:id="rId7"/>
  </p:sldMasterIdLst>
  <p:notesMasterIdLst>
    <p:notesMasterId r:id="rId22"/>
  </p:notesMasterIdLst>
  <p:handoutMasterIdLst>
    <p:handoutMasterId r:id="rId23"/>
  </p:handoutMasterIdLst>
  <p:sldIdLst>
    <p:sldId id="300" r:id="rId8"/>
    <p:sldId id="304" r:id="rId9"/>
    <p:sldId id="301" r:id="rId10"/>
    <p:sldId id="305" r:id="rId11"/>
    <p:sldId id="306" r:id="rId12"/>
    <p:sldId id="307" r:id="rId13"/>
    <p:sldId id="314" r:id="rId14"/>
    <p:sldId id="308" r:id="rId15"/>
    <p:sldId id="311" r:id="rId16"/>
    <p:sldId id="310" r:id="rId17"/>
    <p:sldId id="312" r:id="rId18"/>
    <p:sldId id="313" r:id="rId19"/>
    <p:sldId id="316" r:id="rId20"/>
    <p:sldId id="315"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ABEB074E-5C87-0D69-9618-7B2F092BF6CE}" name="Aadil Mughal" initials="AM" userId="S::Aadil.Mughal@theaccessgroup.com::097b0b4f-3619-4d85-ba3c-d84e6ff35eb1" providerId="AD"/>
  <p188:author id="{198DFEA7-73B9-97FB-0487-7DCC1BAED2D0}" name="Andrew Stephen" initials="AS" userId="S::Andrew.Stephen@theaccessgroup.com::375ff954-d9d1-464d-a470-5dd102549225" providerId="AD"/>
  <p188:author id="{C966F8D0-E80A-AC9C-FBD7-447A2B8A2E25}" name="Kate Hassler" initials="" userId="S::Kate.Hassler@theaccessgroup.com::f9c796a2-3d76-4cfa-b3f1-6a2c3a521285"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773E57"/>
    <a:srgbClr val="FF849E"/>
    <a:srgbClr val="D8F2F1"/>
    <a:srgbClr val="7D001B"/>
    <a:srgbClr val="0D5D59"/>
    <a:srgbClr val="0B837E"/>
    <a:srgbClr val="00BCB4"/>
    <a:srgbClr val="FE004D"/>
    <a:srgbClr val="B00027"/>
    <a:srgbClr val="F1003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1.xml"/><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4.xml"/><Relationship Id="rId7" Type="http://schemas.openxmlformats.org/officeDocument/2006/relationships/slideMaster" Target="slideMasters/slideMaster4.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9.xml"/><Relationship Id="rId20" Type="http://schemas.openxmlformats.org/officeDocument/2006/relationships/slide" Target="slides/slide13.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4.xml"/><Relationship Id="rId24" Type="http://schemas.openxmlformats.org/officeDocument/2006/relationships/presProps" Target="presProps.xml"/><Relationship Id="rId5" Type="http://schemas.openxmlformats.org/officeDocument/2006/relationships/slideMaster" Target="slideMasters/slideMaster2.xml"/><Relationship Id="rId15" Type="http://schemas.openxmlformats.org/officeDocument/2006/relationships/slide" Target="slides/slide8.xml"/><Relationship Id="rId23" Type="http://schemas.openxmlformats.org/officeDocument/2006/relationships/handoutMaster" Target="handoutMasters/handoutMaster1.xml"/><Relationship Id="rId28" Type="http://schemas.microsoft.com/office/2018/10/relationships/authors" Target="authors.xml"/><Relationship Id="rId10" Type="http://schemas.openxmlformats.org/officeDocument/2006/relationships/slide" Target="slides/slide3.xml"/><Relationship Id="rId19" Type="http://schemas.openxmlformats.org/officeDocument/2006/relationships/slide" Target="slides/slide12.xml"/><Relationship Id="rId4" Type="http://schemas.openxmlformats.org/officeDocument/2006/relationships/slideMaster" Target="slideMasters/slideMaster1.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notesMaster" Target="notesMasters/notesMaster1.xml"/><Relationship Id="rId2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7FA9174-0312-B151-FA49-8E9430D0C12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ED64F3AE-85A7-4FB6-4AA1-D5D04FEDED9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51C3B55-1246-D64F-B17A-F4253EF5D9CF}" type="datetimeFigureOut">
              <a:rPr lang="en-US" smtClean="0"/>
              <a:t>10/23/24</a:t>
            </a:fld>
            <a:endParaRPr lang="en-US"/>
          </a:p>
        </p:txBody>
      </p:sp>
      <p:sp>
        <p:nvSpPr>
          <p:cNvPr id="4" name="Footer Placeholder 3">
            <a:extLst>
              <a:ext uri="{FF2B5EF4-FFF2-40B4-BE49-F238E27FC236}">
                <a16:creationId xmlns:a16="http://schemas.microsoft.com/office/drawing/2014/main" id="{E7757575-E88E-9972-B9BE-FFE3775DB80D}"/>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CD00D25C-7657-D65E-3F54-FB15F8261A1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8CFB04E-967E-3A45-800A-22A5BEEFB733}" type="slidenum">
              <a:rPr lang="en-US" smtClean="0"/>
              <a:t>‹#›</a:t>
            </a:fld>
            <a:endParaRPr lang="en-US"/>
          </a:p>
        </p:txBody>
      </p:sp>
    </p:spTree>
    <p:extLst>
      <p:ext uri="{BB962C8B-B14F-4D97-AF65-F5344CB8AC3E}">
        <p14:creationId xmlns:p14="http://schemas.microsoft.com/office/powerpoint/2010/main" val="2781563813"/>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23T08:08:50.590"/>
    </inkml:context>
    <inkml:brush xml:id="br0">
      <inkml:brushProperty name="width" value="0.1" units="cm"/>
      <inkml:brushProperty name="height" value="0.2" units="cm"/>
      <inkml:brushProperty name="color" value="#FFFC00"/>
      <inkml:brushProperty name="tip" value="rectangle"/>
      <inkml:brushProperty name="rasterOp" value="maskPen"/>
      <inkml:brushProperty name="ignorePressure" value="1"/>
    </inkml:brush>
  </inkml:definitions>
  <inkml:trace contextRef="#ctx0" brushRef="#br0">1 0,'1957'0,"-1939"2,1 0,0 1,-1 1,35 11,-34-9,0 0,0-1,1-2,28 3,562-7,-588 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23T08:08:57.509"/>
    </inkml:context>
    <inkml:brush xml:id="br0">
      <inkml:brushProperty name="width" value="0.1" units="cm"/>
      <inkml:brushProperty name="height" value="0.2" units="cm"/>
      <inkml:brushProperty name="color" value="#FFFC00"/>
      <inkml:brushProperty name="tip" value="rectangle"/>
      <inkml:brushProperty name="rasterOp" value="maskPen"/>
      <inkml:brushProperty name="ignorePressure" value="1"/>
    </inkml:brush>
  </inkml:definitions>
  <inkml:trace contextRef="#ctx0" brushRef="#br0">1 28,'82'1,"90"-3,-103-10,-50 7,0 2,27-2,355 4,-193 2,-186-1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23T08:09:00.507"/>
    </inkml:context>
    <inkml:brush xml:id="br0">
      <inkml:brushProperty name="width" value="0.1" units="cm"/>
      <inkml:brushProperty name="height" value="0.2" units="cm"/>
      <inkml:brushProperty name="color" value="#FFFC00"/>
      <inkml:brushProperty name="tip" value="rectangle"/>
      <inkml:brushProperty name="rasterOp" value="maskPen"/>
      <inkml:brushProperty name="ignorePressure" value="1"/>
    </inkml:brush>
  </inkml:definitions>
  <inkml:trace contextRef="#ctx0" brushRef="#br0">1 0,'661'0,"-642"1,0 1,34 8,-32-6,-1 0,25 1,289-4,-160-3,-152 2</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23T08:09:02.673"/>
    </inkml:context>
    <inkml:brush xml:id="br0">
      <inkml:brushProperty name="width" value="0.1" units="cm"/>
      <inkml:brushProperty name="height" value="0.2" units="cm"/>
      <inkml:brushProperty name="color" value="#FFFC00"/>
      <inkml:brushProperty name="tip" value="rectangle"/>
      <inkml:brushProperty name="rasterOp" value="maskPen"/>
      <inkml:brushProperty name="ignorePressure" value="1"/>
    </inkml:brush>
  </inkml:definitions>
  <inkml:trace contextRef="#ctx0" brushRef="#br0">1 52,'789'0,"-770"-1,1-1,32-8,-31 6,0 0,23-1,95-7,28-1,1178 14,-1323-1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24T03:24:22.386"/>
    </inkml:context>
    <inkml:brush xml:id="br0">
      <inkml:brushProperty name="width" value="0.1" units="cm"/>
      <inkml:brushProperty name="height" value="0.2" units="cm"/>
      <inkml:brushProperty name="color" value="#FFFC00"/>
      <inkml:brushProperty name="tip" value="rectangle"/>
      <inkml:brushProperty name="rasterOp" value="maskPen"/>
      <inkml:brushProperty name="ignorePressure" value="1"/>
    </inkml:brush>
  </inkml:definitions>
  <inkml:trace contextRef="#ctx0" brushRef="#br0">1 1,'55'0,"-1"1,83 15,-25 10,-69-15,0-1,0-2,71 3,-52-13,-38 1,0 0,0 1,0 2,0 0,30 8,-28-4,0-1,0-1,41 2,82-8,-50-1,720 3,-796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F19E592-0F83-E04F-833F-D5EE5623CB48}" type="datetimeFigureOut">
              <a:rPr lang="en-US" smtClean="0"/>
              <a:t>10/23/24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974959C-34B5-1C4C-A6FA-1A8AE6072646}" type="slidenum">
              <a:rPr lang="en-US" smtClean="0"/>
              <a:t>‹#›</a:t>
            </a:fld>
            <a:endParaRPr lang="en-US"/>
          </a:p>
        </p:txBody>
      </p:sp>
    </p:spTree>
    <p:extLst>
      <p:ext uri="{BB962C8B-B14F-4D97-AF65-F5344CB8AC3E}">
        <p14:creationId xmlns:p14="http://schemas.microsoft.com/office/powerpoint/2010/main" val="33838700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974959C-34B5-1C4C-A6FA-1A8AE6072646}" type="slidenum">
              <a:rPr lang="en-US" smtClean="0"/>
              <a:t>11</a:t>
            </a:fld>
            <a:endParaRPr lang="en-US"/>
          </a:p>
        </p:txBody>
      </p:sp>
    </p:spTree>
    <p:extLst>
      <p:ext uri="{BB962C8B-B14F-4D97-AF65-F5344CB8AC3E}">
        <p14:creationId xmlns:p14="http://schemas.microsoft.com/office/powerpoint/2010/main" val="24679458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974959C-34B5-1C4C-A6FA-1A8AE6072646}" type="slidenum">
              <a:rPr lang="en-US" smtClean="0"/>
              <a:t>12</a:t>
            </a:fld>
            <a:endParaRPr lang="en-US"/>
          </a:p>
        </p:txBody>
      </p:sp>
    </p:spTree>
    <p:extLst>
      <p:ext uri="{BB962C8B-B14F-4D97-AF65-F5344CB8AC3E}">
        <p14:creationId xmlns:p14="http://schemas.microsoft.com/office/powerpoint/2010/main" val="263935806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8" Type="http://schemas.openxmlformats.org/officeDocument/2006/relationships/image" Target="../media/image16.sv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14.svg"/><Relationship Id="rId5" Type="http://schemas.openxmlformats.org/officeDocument/2006/relationships/image" Target="../media/image13.png"/><Relationship Id="rId4" Type="http://schemas.openxmlformats.org/officeDocument/2006/relationships/image" Target="../media/image12.svg"/></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20.emf"/><Relationship Id="rId5" Type="http://schemas.openxmlformats.org/officeDocument/2006/relationships/image" Target="../media/image19.emf"/><Relationship Id="rId4" Type="http://schemas.openxmlformats.org/officeDocument/2006/relationships/image" Target="../media/image18.emf"/></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1.sv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2.jpeg"/><Relationship Id="rId1" Type="http://schemas.openxmlformats.org/officeDocument/2006/relationships/slideMaster" Target="../slideMasters/slideMaster2.xml"/><Relationship Id="rId5" Type="http://schemas.openxmlformats.org/officeDocument/2006/relationships/image" Target="../media/image24.png"/><Relationship Id="rId4" Type="http://schemas.openxmlformats.org/officeDocument/2006/relationships/image" Target="../media/image23.png"/></Relationships>
</file>

<file path=ppt/slideLayouts/_rels/slideLayout6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1.png"/><Relationship Id="rId1" Type="http://schemas.openxmlformats.org/officeDocument/2006/relationships/slideMaster" Target="../slideMasters/slideMaster2.xml"/><Relationship Id="rId4" Type="http://schemas.openxmlformats.org/officeDocument/2006/relationships/image" Target="../media/image24.png"/></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5.jpeg"/><Relationship Id="rId1" Type="http://schemas.openxmlformats.org/officeDocument/2006/relationships/slideMaster" Target="../slideMasters/slideMaster2.xml"/><Relationship Id="rId5" Type="http://schemas.openxmlformats.org/officeDocument/2006/relationships/image" Target="../media/image27.png"/><Relationship Id="rId4" Type="http://schemas.openxmlformats.org/officeDocument/2006/relationships/image" Target="../media/image26.png"/></Relationships>
</file>

<file path=ppt/slideLayouts/_rels/slideLayout7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1.png"/><Relationship Id="rId1" Type="http://schemas.openxmlformats.org/officeDocument/2006/relationships/slideMaster" Target="../slideMasters/slideMaster2.xml"/><Relationship Id="rId4" Type="http://schemas.openxmlformats.org/officeDocument/2006/relationships/image" Target="../media/image27.png"/></Relationships>
</file>

<file path=ppt/slideLayouts/_rels/slideLayout7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8.jpeg"/><Relationship Id="rId1" Type="http://schemas.openxmlformats.org/officeDocument/2006/relationships/slideMaster" Target="../slideMasters/slideMaster2.xml"/><Relationship Id="rId5" Type="http://schemas.openxmlformats.org/officeDocument/2006/relationships/image" Target="../media/image30.png"/><Relationship Id="rId4" Type="http://schemas.openxmlformats.org/officeDocument/2006/relationships/image" Target="../media/image29.png"/></Relationships>
</file>

<file path=ppt/slideLayouts/_rels/slideLayout7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1.png"/><Relationship Id="rId1" Type="http://schemas.openxmlformats.org/officeDocument/2006/relationships/slideMaster" Target="../slideMasters/slideMaster2.xml"/><Relationship Id="rId4" Type="http://schemas.openxmlformats.org/officeDocument/2006/relationships/image" Target="../media/image30.png"/></Relationships>
</file>

<file path=ppt/slideLayouts/_rels/slideLayout7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1.jpeg"/><Relationship Id="rId1" Type="http://schemas.openxmlformats.org/officeDocument/2006/relationships/slideMaster" Target="../slideMasters/slideMaster2.xml"/><Relationship Id="rId5" Type="http://schemas.openxmlformats.org/officeDocument/2006/relationships/image" Target="../media/image33.png"/><Relationship Id="rId4" Type="http://schemas.openxmlformats.org/officeDocument/2006/relationships/image" Target="../media/image32.png"/></Relationships>
</file>

<file path=ppt/slideLayouts/_rels/slideLayout7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3.png"/><Relationship Id="rId1" Type="http://schemas.openxmlformats.org/officeDocument/2006/relationships/slideMaster" Target="../slideMasters/slideMaster2.xml"/><Relationship Id="rId4" Type="http://schemas.openxmlformats.org/officeDocument/2006/relationships/image" Target="../media/image32.png"/></Relationships>
</file>

<file path=ppt/slideLayouts/_rels/slideLayout7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1.jpeg"/><Relationship Id="rId1" Type="http://schemas.openxmlformats.org/officeDocument/2006/relationships/slideMaster" Target="../slideMasters/slideMaster2.xml"/><Relationship Id="rId5" Type="http://schemas.openxmlformats.org/officeDocument/2006/relationships/image" Target="../media/image34.png"/><Relationship Id="rId4" Type="http://schemas.openxmlformats.org/officeDocument/2006/relationships/image" Target="../media/image32.png"/></Relationships>
</file>

<file path=ppt/slideLayouts/_rels/slideLayout7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1.png"/><Relationship Id="rId1" Type="http://schemas.openxmlformats.org/officeDocument/2006/relationships/slideMaster" Target="../slideMasters/slideMaster2.xml"/><Relationship Id="rId4" Type="http://schemas.openxmlformats.org/officeDocument/2006/relationships/image" Target="../media/image34.png"/></Relationships>
</file>

<file path=ppt/slideLayouts/_rels/slideLayout7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5.jpeg"/><Relationship Id="rId1" Type="http://schemas.openxmlformats.org/officeDocument/2006/relationships/slideMaster" Target="../slideMasters/slideMaster2.xml"/><Relationship Id="rId5" Type="http://schemas.openxmlformats.org/officeDocument/2006/relationships/image" Target="../media/image26.png"/><Relationship Id="rId4" Type="http://schemas.openxmlformats.org/officeDocument/2006/relationships/image" Target="../media/image35.png"/></Relationships>
</file>

<file path=ppt/slideLayouts/_rels/slideLayout7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5.png"/><Relationship Id="rId1" Type="http://schemas.openxmlformats.org/officeDocument/2006/relationships/slideMaster" Target="../slideMasters/slideMaster2.xml"/><Relationship Id="rId4" Type="http://schemas.openxmlformats.org/officeDocument/2006/relationships/image" Target="../media/image26.png"/></Relationships>
</file>

<file path=ppt/slideLayouts/_rels/slideLayout7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2.jpeg"/><Relationship Id="rId1" Type="http://schemas.openxmlformats.org/officeDocument/2006/relationships/slideMaster" Target="../slideMasters/slideMaster2.xml"/><Relationship Id="rId5" Type="http://schemas.openxmlformats.org/officeDocument/2006/relationships/image" Target="../media/image24.png"/><Relationship Id="rId4" Type="http://schemas.openxmlformats.org/officeDocument/2006/relationships/image" Target="../media/image23.png"/></Relationships>
</file>

<file path=ppt/slideLayouts/_rels/slideLayout8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5.jpeg"/><Relationship Id="rId1" Type="http://schemas.openxmlformats.org/officeDocument/2006/relationships/slideMaster" Target="../slideMasters/slideMaster2.xml"/><Relationship Id="rId5" Type="http://schemas.openxmlformats.org/officeDocument/2006/relationships/image" Target="../media/image27.png"/><Relationship Id="rId4" Type="http://schemas.openxmlformats.org/officeDocument/2006/relationships/image" Target="../media/image26.png"/></Relationships>
</file>

<file path=ppt/slideLayouts/_rels/slideLayout8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8.jpeg"/><Relationship Id="rId1" Type="http://schemas.openxmlformats.org/officeDocument/2006/relationships/slideMaster" Target="../slideMasters/slideMaster2.xml"/><Relationship Id="rId5" Type="http://schemas.openxmlformats.org/officeDocument/2006/relationships/image" Target="../media/image30.png"/><Relationship Id="rId4" Type="http://schemas.openxmlformats.org/officeDocument/2006/relationships/image" Target="../media/image29.png"/></Relationships>
</file>

<file path=ppt/slideLayouts/_rels/slideLayout8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1.jpeg"/><Relationship Id="rId1" Type="http://schemas.openxmlformats.org/officeDocument/2006/relationships/slideMaster" Target="../slideMasters/slideMaster2.xml"/><Relationship Id="rId5" Type="http://schemas.openxmlformats.org/officeDocument/2006/relationships/image" Target="../media/image33.png"/><Relationship Id="rId4" Type="http://schemas.openxmlformats.org/officeDocument/2006/relationships/image" Target="../media/image32.png"/></Relationships>
</file>

<file path=ppt/slideLayouts/_rels/slideLayout8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1.jpeg"/><Relationship Id="rId1" Type="http://schemas.openxmlformats.org/officeDocument/2006/relationships/slideMaster" Target="../slideMasters/slideMaster2.xml"/><Relationship Id="rId5" Type="http://schemas.openxmlformats.org/officeDocument/2006/relationships/image" Target="../media/image34.png"/><Relationship Id="rId4" Type="http://schemas.openxmlformats.org/officeDocument/2006/relationships/image" Target="../media/image32.png"/></Relationships>
</file>

<file path=ppt/slideLayouts/_rels/slideLayout8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5.jpeg"/><Relationship Id="rId1" Type="http://schemas.openxmlformats.org/officeDocument/2006/relationships/slideMaster" Target="../slideMasters/slideMaster2.xml"/><Relationship Id="rId5" Type="http://schemas.openxmlformats.org/officeDocument/2006/relationships/image" Target="../media/image26.png"/><Relationship Id="rId4" Type="http://schemas.openxmlformats.org/officeDocument/2006/relationships/image" Target="../media/image35.png"/></Relationships>
</file>

<file path=ppt/slideLayouts/_rels/slideLayout85.xml.rels><?xml version="1.0" encoding="UTF-8" standalone="yes"?>
<Relationships xmlns="http://schemas.openxmlformats.org/package/2006/relationships"><Relationship Id="rId8" Type="http://schemas.openxmlformats.org/officeDocument/2006/relationships/hyperlink" Target="https://www.theaccessgroup.com/en-gb/" TargetMode="External"/><Relationship Id="rId3" Type="http://schemas.openxmlformats.org/officeDocument/2006/relationships/image" Target="../media/image1.png"/><Relationship Id="rId7" Type="http://schemas.openxmlformats.org/officeDocument/2006/relationships/image" Target="../media/image37.svg"/><Relationship Id="rId2" Type="http://schemas.openxmlformats.org/officeDocument/2006/relationships/image" Target="../media/image22.jpeg"/><Relationship Id="rId1" Type="http://schemas.openxmlformats.org/officeDocument/2006/relationships/slideMaster" Target="../slideMasters/slideMaster2.xml"/><Relationship Id="rId6" Type="http://schemas.openxmlformats.org/officeDocument/2006/relationships/image" Target="../media/image36.png"/><Relationship Id="rId5" Type="http://schemas.openxmlformats.org/officeDocument/2006/relationships/image" Target="../media/image24.png"/><Relationship Id="rId4" Type="http://schemas.openxmlformats.org/officeDocument/2006/relationships/image" Target="../media/image23.png"/></Relationships>
</file>

<file path=ppt/slideLayouts/_rels/slideLayout86.xml.rels><?xml version="1.0" encoding="UTF-8" standalone="yes"?>
<Relationships xmlns="http://schemas.openxmlformats.org/package/2006/relationships"><Relationship Id="rId8" Type="http://schemas.openxmlformats.org/officeDocument/2006/relationships/hyperlink" Target="https://www.theaccessgroup.com/en-gb/" TargetMode="External"/><Relationship Id="rId3" Type="http://schemas.openxmlformats.org/officeDocument/2006/relationships/image" Target="../media/image1.png"/><Relationship Id="rId7" Type="http://schemas.openxmlformats.org/officeDocument/2006/relationships/image" Target="../media/image37.svg"/><Relationship Id="rId2" Type="http://schemas.openxmlformats.org/officeDocument/2006/relationships/image" Target="../media/image25.jpeg"/><Relationship Id="rId1" Type="http://schemas.openxmlformats.org/officeDocument/2006/relationships/slideMaster" Target="../slideMasters/slideMaster2.xml"/><Relationship Id="rId6" Type="http://schemas.openxmlformats.org/officeDocument/2006/relationships/image" Target="../media/image36.png"/><Relationship Id="rId5" Type="http://schemas.openxmlformats.org/officeDocument/2006/relationships/image" Target="../media/image27.png"/><Relationship Id="rId4" Type="http://schemas.openxmlformats.org/officeDocument/2006/relationships/image" Target="../media/image26.png"/></Relationships>
</file>

<file path=ppt/slideLayouts/_rels/slideLayout87.xml.rels><?xml version="1.0" encoding="UTF-8" standalone="yes"?>
<Relationships xmlns="http://schemas.openxmlformats.org/package/2006/relationships"><Relationship Id="rId8" Type="http://schemas.openxmlformats.org/officeDocument/2006/relationships/hyperlink" Target="https://www.theaccessgroup.com/en-gb/" TargetMode="External"/><Relationship Id="rId3" Type="http://schemas.openxmlformats.org/officeDocument/2006/relationships/image" Target="../media/image1.png"/><Relationship Id="rId7" Type="http://schemas.openxmlformats.org/officeDocument/2006/relationships/image" Target="../media/image37.svg"/><Relationship Id="rId2" Type="http://schemas.openxmlformats.org/officeDocument/2006/relationships/image" Target="../media/image28.jpeg"/><Relationship Id="rId1" Type="http://schemas.openxmlformats.org/officeDocument/2006/relationships/slideMaster" Target="../slideMasters/slideMaster2.xml"/><Relationship Id="rId6" Type="http://schemas.openxmlformats.org/officeDocument/2006/relationships/image" Target="../media/image36.png"/><Relationship Id="rId5" Type="http://schemas.openxmlformats.org/officeDocument/2006/relationships/image" Target="../media/image30.png"/><Relationship Id="rId4" Type="http://schemas.openxmlformats.org/officeDocument/2006/relationships/image" Target="../media/image29.png"/></Relationships>
</file>

<file path=ppt/slideLayouts/_rels/slideLayout88.xml.rels><?xml version="1.0" encoding="UTF-8" standalone="yes"?>
<Relationships xmlns="http://schemas.openxmlformats.org/package/2006/relationships"><Relationship Id="rId8" Type="http://schemas.openxmlformats.org/officeDocument/2006/relationships/hyperlink" Target="https://www.theaccessgroup.com/en-gb/" TargetMode="External"/><Relationship Id="rId3" Type="http://schemas.openxmlformats.org/officeDocument/2006/relationships/image" Target="../media/image1.png"/><Relationship Id="rId7" Type="http://schemas.openxmlformats.org/officeDocument/2006/relationships/image" Target="../media/image37.svg"/><Relationship Id="rId2" Type="http://schemas.openxmlformats.org/officeDocument/2006/relationships/image" Target="../media/image31.jpeg"/><Relationship Id="rId1" Type="http://schemas.openxmlformats.org/officeDocument/2006/relationships/slideMaster" Target="../slideMasters/slideMaster2.xml"/><Relationship Id="rId6" Type="http://schemas.openxmlformats.org/officeDocument/2006/relationships/image" Target="../media/image36.png"/><Relationship Id="rId5" Type="http://schemas.openxmlformats.org/officeDocument/2006/relationships/image" Target="../media/image33.png"/><Relationship Id="rId4" Type="http://schemas.openxmlformats.org/officeDocument/2006/relationships/image" Target="../media/image38.png"/></Relationships>
</file>

<file path=ppt/slideLayouts/_rels/slideLayout89.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image" Target="../media/image1.png"/><Relationship Id="rId7" Type="http://schemas.openxmlformats.org/officeDocument/2006/relationships/hyperlink" Target="https://www.theaccessgroup.com/en-gb/" TargetMode="External"/><Relationship Id="rId2" Type="http://schemas.openxmlformats.org/officeDocument/2006/relationships/image" Target="../media/image31.jpeg"/><Relationship Id="rId1" Type="http://schemas.openxmlformats.org/officeDocument/2006/relationships/slideMaster" Target="../slideMasters/slideMaster2.xml"/><Relationship Id="rId6" Type="http://schemas.openxmlformats.org/officeDocument/2006/relationships/image" Target="../media/image37.svg"/><Relationship Id="rId5" Type="http://schemas.openxmlformats.org/officeDocument/2006/relationships/image" Target="../media/image36.png"/><Relationship Id="rId4" Type="http://schemas.openxmlformats.org/officeDocument/2006/relationships/image" Target="../media/image38.png"/></Relationships>
</file>

<file path=ppt/slideLayouts/_rels/slideLayout90.xml.rels><?xml version="1.0" encoding="UTF-8" standalone="yes"?>
<Relationships xmlns="http://schemas.openxmlformats.org/package/2006/relationships"><Relationship Id="rId8" Type="http://schemas.openxmlformats.org/officeDocument/2006/relationships/hyperlink" Target="https://www.theaccessgroup.com/en-gb/" TargetMode="External"/><Relationship Id="rId3" Type="http://schemas.openxmlformats.org/officeDocument/2006/relationships/image" Target="../media/image1.png"/><Relationship Id="rId7" Type="http://schemas.openxmlformats.org/officeDocument/2006/relationships/image" Target="../media/image37.svg"/><Relationship Id="rId2" Type="http://schemas.openxmlformats.org/officeDocument/2006/relationships/image" Target="../media/image25.jpeg"/><Relationship Id="rId1" Type="http://schemas.openxmlformats.org/officeDocument/2006/relationships/slideMaster" Target="../slideMasters/slideMaster2.xml"/><Relationship Id="rId6" Type="http://schemas.openxmlformats.org/officeDocument/2006/relationships/image" Target="../media/image36.png"/><Relationship Id="rId5" Type="http://schemas.openxmlformats.org/officeDocument/2006/relationships/image" Target="../media/image26.png"/><Relationship Id="rId4" Type="http://schemas.openxmlformats.org/officeDocument/2006/relationships/image" Target="../media/image35.png"/></Relationships>
</file>

<file path=ppt/slideLayouts/_rels/slideLayout91.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Master" Target="../slideMasters/slideMaster3.xml"/></Relationships>
</file>

<file path=ppt/slideLayouts/_rels/slideLayout92.xml.rels><?xml version="1.0" encoding="UTF-8" standalone="yes"?>
<Relationships xmlns="http://schemas.openxmlformats.org/package/2006/relationships"><Relationship Id="rId2" Type="http://schemas.openxmlformats.org/officeDocument/2006/relationships/image" Target="../media/image40.jpeg"/><Relationship Id="rId1" Type="http://schemas.openxmlformats.org/officeDocument/2006/relationships/slideMaster" Target="../slideMasters/slideMaster3.xml"/></Relationships>
</file>

<file path=ppt/slideLayouts/_rels/slideLayout93.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jpeg"/><Relationship Id="rId1" Type="http://schemas.openxmlformats.org/officeDocument/2006/relationships/slideMaster" Target="../slideMasters/slideMaster4.xml"/></Relationships>
</file>

<file path=ppt/slideLayouts/_rels/slideLayout94.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3.jpeg"/><Relationship Id="rId1" Type="http://schemas.openxmlformats.org/officeDocument/2006/relationships/slideMaster" Target="../slideMasters/slideMaster4.xml"/></Relationships>
</file>

<file path=ppt/slideLayouts/_rels/slideLayout95.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4.jpeg"/><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Ref idx="1001">
        <a:schemeClr val="bg1"/>
      </p:bgRef>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1151C398-3900-E439-1814-C7D18712CC5C}"/>
              </a:ext>
            </a:extLst>
          </p:cNvPr>
          <p:cNvSpPr>
            <a:spLocks noGrp="1"/>
          </p:cNvSpPr>
          <p:nvPr>
            <p:ph type="dt" sz="half" idx="10"/>
          </p:nvPr>
        </p:nvSpPr>
        <p:spPr/>
        <p:txBody>
          <a:bodyPr/>
          <a:lstStyle/>
          <a:p>
            <a:fld id="{D38656C5-2DDE-454B-A78F-D9D73785D935}" type="datetimeFigureOut">
              <a:rPr lang="en-US" smtClean="0"/>
              <a:t>10/23/24</a:t>
            </a:fld>
            <a:endParaRPr lang="en-US"/>
          </a:p>
        </p:txBody>
      </p:sp>
      <p:sp>
        <p:nvSpPr>
          <p:cNvPr id="5" name="Footer Placeholder 4">
            <a:extLst>
              <a:ext uri="{FF2B5EF4-FFF2-40B4-BE49-F238E27FC236}">
                <a16:creationId xmlns:a16="http://schemas.microsoft.com/office/drawing/2014/main" id="{DB817F23-C11A-7D83-1CC5-E2F14D7F526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AF8351B-7EE0-1B3C-597F-FBFCCFFA44DD}"/>
              </a:ext>
            </a:extLst>
          </p:cNvPr>
          <p:cNvSpPr>
            <a:spLocks noGrp="1"/>
          </p:cNvSpPr>
          <p:nvPr>
            <p:ph type="sldNum" sz="quarter" idx="12"/>
          </p:nvPr>
        </p:nvSpPr>
        <p:spPr/>
        <p:txBody>
          <a:bodyPr/>
          <a:lstStyle/>
          <a:p>
            <a:fld id="{2BDFC5E2-9F0C-D24D-80A4-CB3D6FA65022}" type="slidenum">
              <a:rPr lang="en-US" smtClean="0"/>
              <a:t>‹#›</a:t>
            </a:fld>
            <a:endParaRPr lang="en-US"/>
          </a:p>
        </p:txBody>
      </p:sp>
      <p:sp>
        <p:nvSpPr>
          <p:cNvPr id="3" name="Subtitle 2">
            <a:extLst>
              <a:ext uri="{FF2B5EF4-FFF2-40B4-BE49-F238E27FC236}">
                <a16:creationId xmlns:a16="http://schemas.microsoft.com/office/drawing/2014/main" id="{DC2DEEF2-56CC-718E-5159-CB141C39297C}"/>
              </a:ext>
            </a:extLst>
          </p:cNvPr>
          <p:cNvSpPr>
            <a:spLocks noGrp="1"/>
          </p:cNvSpPr>
          <p:nvPr>
            <p:ph type="subTitle" idx="1" hasCustomPrompt="1"/>
          </p:nvPr>
        </p:nvSpPr>
        <p:spPr>
          <a:xfrm>
            <a:off x="1524000" y="3509990"/>
            <a:ext cx="5881511" cy="1655762"/>
          </a:xfrm>
        </p:spPr>
        <p:txBody>
          <a:bodyPr>
            <a:noAutofit/>
          </a:bodyPr>
          <a:lstStyle>
            <a:lvl1pPr marL="0" indent="0" algn="l">
              <a:buNone/>
              <a:defRPr sz="2400" spc="-15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Presentation title – Write something that explains why the audience is here to watch the presentation?</a:t>
            </a:r>
          </a:p>
        </p:txBody>
      </p:sp>
      <p:sp>
        <p:nvSpPr>
          <p:cNvPr id="2" name="Title 1">
            <a:extLst>
              <a:ext uri="{FF2B5EF4-FFF2-40B4-BE49-F238E27FC236}">
                <a16:creationId xmlns:a16="http://schemas.microsoft.com/office/drawing/2014/main" id="{3A682431-3D69-D860-946B-5D6E01530DA4}"/>
              </a:ext>
            </a:extLst>
          </p:cNvPr>
          <p:cNvSpPr>
            <a:spLocks noGrp="1"/>
          </p:cNvSpPr>
          <p:nvPr>
            <p:ph type="ctrTitle" hasCustomPrompt="1"/>
          </p:nvPr>
        </p:nvSpPr>
        <p:spPr>
          <a:xfrm>
            <a:off x="1523999" y="2223913"/>
            <a:ext cx="5700890" cy="1080276"/>
          </a:xfrm>
          <a:prstGeom prst="roundRect">
            <a:avLst>
              <a:gd name="adj" fmla="val 11442"/>
            </a:avLst>
          </a:prstGeom>
          <a:solidFill>
            <a:schemeClr val="accent1"/>
          </a:solidFill>
          <a:ln>
            <a:noFill/>
          </a:ln>
        </p:spPr>
        <p:txBody>
          <a:bodyPr wrap="square" lIns="144000" tIns="144000" rIns="144000" bIns="0" anchor="ctr">
            <a:spAutoFit/>
          </a:bodyPr>
          <a:lstStyle>
            <a:lvl1pPr algn="l">
              <a:defRPr sz="6000">
                <a:solidFill>
                  <a:schemeClr val="bg1"/>
                </a:solidFill>
              </a:defRPr>
            </a:lvl1pPr>
          </a:lstStyle>
          <a:p>
            <a:r>
              <a:rPr lang="en-US"/>
              <a:t>Title Name</a:t>
            </a:r>
          </a:p>
        </p:txBody>
      </p:sp>
      <p:sp>
        <p:nvSpPr>
          <p:cNvPr id="9" name="Freeform 8">
            <a:extLst>
              <a:ext uri="{FF2B5EF4-FFF2-40B4-BE49-F238E27FC236}">
                <a16:creationId xmlns:a16="http://schemas.microsoft.com/office/drawing/2014/main" id="{C371079A-6AC6-CC2D-AC4C-F07DC8444832}"/>
              </a:ext>
            </a:extLst>
          </p:cNvPr>
          <p:cNvSpPr/>
          <p:nvPr userDrawn="1"/>
        </p:nvSpPr>
        <p:spPr>
          <a:xfrm>
            <a:off x="8037689" y="1095022"/>
            <a:ext cx="1095022" cy="756356"/>
          </a:xfrm>
          <a:custGeom>
            <a:avLst/>
            <a:gdLst>
              <a:gd name="connsiteX0" fmla="*/ 0 w 1095022"/>
              <a:gd name="connsiteY0" fmla="*/ 756356 h 756356"/>
              <a:gd name="connsiteX1" fmla="*/ 225778 w 1095022"/>
              <a:gd name="connsiteY1" fmla="*/ 0 h 756356"/>
              <a:gd name="connsiteX2" fmla="*/ 1095022 w 1095022"/>
              <a:gd name="connsiteY2" fmla="*/ 203200 h 756356"/>
              <a:gd name="connsiteX3" fmla="*/ 0 w 1095022"/>
              <a:gd name="connsiteY3" fmla="*/ 756356 h 756356"/>
            </a:gdLst>
            <a:ahLst/>
            <a:cxnLst>
              <a:cxn ang="0">
                <a:pos x="connsiteX0" y="connsiteY0"/>
              </a:cxn>
              <a:cxn ang="0">
                <a:pos x="connsiteX1" y="connsiteY1"/>
              </a:cxn>
              <a:cxn ang="0">
                <a:pos x="connsiteX2" y="connsiteY2"/>
              </a:cxn>
              <a:cxn ang="0">
                <a:pos x="connsiteX3" y="connsiteY3"/>
              </a:cxn>
            </a:cxnLst>
            <a:rect l="l" t="t" r="r" b="b"/>
            <a:pathLst>
              <a:path w="1095022" h="756356">
                <a:moveTo>
                  <a:pt x="0" y="756356"/>
                </a:moveTo>
                <a:lnTo>
                  <a:pt x="225778" y="0"/>
                </a:lnTo>
                <a:lnTo>
                  <a:pt x="1095022" y="203200"/>
                </a:lnTo>
                <a:lnTo>
                  <a:pt x="0" y="7563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9">
            <a:extLst>
              <a:ext uri="{FF2B5EF4-FFF2-40B4-BE49-F238E27FC236}">
                <a16:creationId xmlns:a16="http://schemas.microsoft.com/office/drawing/2014/main" id="{EAD56C13-5CBE-C74E-8721-5EE0E1F13BCD}"/>
              </a:ext>
            </a:extLst>
          </p:cNvPr>
          <p:cNvSpPr/>
          <p:nvPr userDrawn="1"/>
        </p:nvSpPr>
        <p:spPr>
          <a:xfrm rot="13566767">
            <a:off x="7812359" y="3420710"/>
            <a:ext cx="2945921" cy="1523556"/>
          </a:xfrm>
          <a:custGeom>
            <a:avLst/>
            <a:gdLst>
              <a:gd name="connsiteX0" fmla="*/ 0 w 1095022"/>
              <a:gd name="connsiteY0" fmla="*/ 756356 h 756356"/>
              <a:gd name="connsiteX1" fmla="*/ 225778 w 1095022"/>
              <a:gd name="connsiteY1" fmla="*/ 0 h 756356"/>
              <a:gd name="connsiteX2" fmla="*/ 1095022 w 1095022"/>
              <a:gd name="connsiteY2" fmla="*/ 203200 h 756356"/>
              <a:gd name="connsiteX3" fmla="*/ 0 w 1095022"/>
              <a:gd name="connsiteY3" fmla="*/ 756356 h 756356"/>
            </a:gdLst>
            <a:ahLst/>
            <a:cxnLst>
              <a:cxn ang="0">
                <a:pos x="connsiteX0" y="connsiteY0"/>
              </a:cxn>
              <a:cxn ang="0">
                <a:pos x="connsiteX1" y="connsiteY1"/>
              </a:cxn>
              <a:cxn ang="0">
                <a:pos x="connsiteX2" y="connsiteY2"/>
              </a:cxn>
              <a:cxn ang="0">
                <a:pos x="connsiteX3" y="connsiteY3"/>
              </a:cxn>
            </a:cxnLst>
            <a:rect l="l" t="t" r="r" b="b"/>
            <a:pathLst>
              <a:path w="1095022" h="756356">
                <a:moveTo>
                  <a:pt x="0" y="756356"/>
                </a:moveTo>
                <a:lnTo>
                  <a:pt x="225778" y="0"/>
                </a:lnTo>
                <a:lnTo>
                  <a:pt x="1095022" y="203200"/>
                </a:lnTo>
                <a:lnTo>
                  <a:pt x="0" y="756356"/>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10">
            <a:extLst>
              <a:ext uri="{FF2B5EF4-FFF2-40B4-BE49-F238E27FC236}">
                <a16:creationId xmlns:a16="http://schemas.microsoft.com/office/drawing/2014/main" id="{E2CD9B52-D352-6271-ABD2-37AFDE39829E}"/>
              </a:ext>
            </a:extLst>
          </p:cNvPr>
          <p:cNvSpPr/>
          <p:nvPr userDrawn="1"/>
        </p:nvSpPr>
        <p:spPr>
          <a:xfrm rot="11109290">
            <a:off x="10310830" y="1891936"/>
            <a:ext cx="714341" cy="558783"/>
          </a:xfrm>
          <a:custGeom>
            <a:avLst/>
            <a:gdLst>
              <a:gd name="connsiteX0" fmla="*/ 0 w 1095022"/>
              <a:gd name="connsiteY0" fmla="*/ 756356 h 756356"/>
              <a:gd name="connsiteX1" fmla="*/ 225778 w 1095022"/>
              <a:gd name="connsiteY1" fmla="*/ 0 h 756356"/>
              <a:gd name="connsiteX2" fmla="*/ 1095022 w 1095022"/>
              <a:gd name="connsiteY2" fmla="*/ 203200 h 756356"/>
              <a:gd name="connsiteX3" fmla="*/ 0 w 1095022"/>
              <a:gd name="connsiteY3" fmla="*/ 756356 h 756356"/>
            </a:gdLst>
            <a:ahLst/>
            <a:cxnLst>
              <a:cxn ang="0">
                <a:pos x="connsiteX0" y="connsiteY0"/>
              </a:cxn>
              <a:cxn ang="0">
                <a:pos x="connsiteX1" y="connsiteY1"/>
              </a:cxn>
              <a:cxn ang="0">
                <a:pos x="connsiteX2" y="connsiteY2"/>
              </a:cxn>
              <a:cxn ang="0">
                <a:pos x="connsiteX3" y="connsiteY3"/>
              </a:cxn>
            </a:cxnLst>
            <a:rect l="l" t="t" r="r" b="b"/>
            <a:pathLst>
              <a:path w="1095022" h="756356">
                <a:moveTo>
                  <a:pt x="0" y="756356"/>
                </a:moveTo>
                <a:lnTo>
                  <a:pt x="225778" y="0"/>
                </a:lnTo>
                <a:lnTo>
                  <a:pt x="1095022" y="203200"/>
                </a:lnTo>
                <a:lnTo>
                  <a:pt x="0" y="756356"/>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26476757"/>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4_Title Slide">
    <p:bg>
      <p:bgPr>
        <a:solidFill>
          <a:schemeClr val="accent1"/>
        </a:solidFill>
        <a:effectLst/>
      </p:bgPr>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1151C398-3900-E439-1814-C7D18712CC5C}"/>
              </a:ext>
            </a:extLst>
          </p:cNvPr>
          <p:cNvSpPr>
            <a:spLocks noGrp="1"/>
          </p:cNvSpPr>
          <p:nvPr>
            <p:ph type="dt" sz="half" idx="10"/>
          </p:nvPr>
        </p:nvSpPr>
        <p:spPr/>
        <p:txBody>
          <a:bodyPr/>
          <a:lstStyle>
            <a:lvl1pPr>
              <a:defRPr>
                <a:solidFill>
                  <a:schemeClr val="bg2"/>
                </a:solidFill>
              </a:defRPr>
            </a:lvl1pPr>
          </a:lstStyle>
          <a:p>
            <a:fld id="{D38656C5-2DDE-454B-A78F-D9D73785D935}" type="datetimeFigureOut">
              <a:rPr lang="en-US" smtClean="0"/>
              <a:pPr/>
              <a:t>10/23/24</a:t>
            </a:fld>
            <a:endParaRPr lang="en-US"/>
          </a:p>
        </p:txBody>
      </p:sp>
      <p:sp>
        <p:nvSpPr>
          <p:cNvPr id="5" name="Footer Placeholder 4">
            <a:extLst>
              <a:ext uri="{FF2B5EF4-FFF2-40B4-BE49-F238E27FC236}">
                <a16:creationId xmlns:a16="http://schemas.microsoft.com/office/drawing/2014/main" id="{DB817F23-C11A-7D83-1CC5-E2F14D7F526B}"/>
              </a:ext>
            </a:extLst>
          </p:cNvPr>
          <p:cNvSpPr>
            <a:spLocks noGrp="1"/>
          </p:cNvSpPr>
          <p:nvPr>
            <p:ph type="ftr" sz="quarter" idx="11"/>
          </p:nvPr>
        </p:nvSpPr>
        <p:spPr/>
        <p:txBody>
          <a:bodyPr/>
          <a:lstStyle>
            <a:lvl1pPr>
              <a:defRPr>
                <a:solidFill>
                  <a:schemeClr val="bg2"/>
                </a:solidFill>
              </a:defRPr>
            </a:lvl1pPr>
          </a:lstStyle>
          <a:p>
            <a:endParaRPr lang="en-US"/>
          </a:p>
        </p:txBody>
      </p:sp>
      <p:sp>
        <p:nvSpPr>
          <p:cNvPr id="6" name="Slide Number Placeholder 5">
            <a:extLst>
              <a:ext uri="{FF2B5EF4-FFF2-40B4-BE49-F238E27FC236}">
                <a16:creationId xmlns:a16="http://schemas.microsoft.com/office/drawing/2014/main" id="{FAF8351B-7EE0-1B3C-597F-FBFCCFFA44DD}"/>
              </a:ext>
            </a:extLst>
          </p:cNvPr>
          <p:cNvSpPr>
            <a:spLocks noGrp="1"/>
          </p:cNvSpPr>
          <p:nvPr>
            <p:ph type="sldNum" sz="quarter" idx="12"/>
          </p:nvPr>
        </p:nvSpPr>
        <p:spPr/>
        <p:txBody>
          <a:bodyPr/>
          <a:lstStyle>
            <a:lvl1pPr>
              <a:defRPr>
                <a:solidFill>
                  <a:schemeClr val="bg2"/>
                </a:solidFill>
              </a:defRPr>
            </a:lvl1pPr>
          </a:lstStyle>
          <a:p>
            <a:fld id="{2BDFC5E2-9F0C-D24D-80A4-CB3D6FA65022}" type="slidenum">
              <a:rPr lang="en-US" smtClean="0"/>
              <a:pPr/>
              <a:t>‹#›</a:t>
            </a:fld>
            <a:endParaRPr lang="en-US"/>
          </a:p>
        </p:txBody>
      </p:sp>
      <p:sp>
        <p:nvSpPr>
          <p:cNvPr id="3" name="Subtitle 2">
            <a:extLst>
              <a:ext uri="{FF2B5EF4-FFF2-40B4-BE49-F238E27FC236}">
                <a16:creationId xmlns:a16="http://schemas.microsoft.com/office/drawing/2014/main" id="{DC2DEEF2-56CC-718E-5159-CB141C39297C}"/>
              </a:ext>
            </a:extLst>
          </p:cNvPr>
          <p:cNvSpPr>
            <a:spLocks noGrp="1"/>
          </p:cNvSpPr>
          <p:nvPr>
            <p:ph type="subTitle" idx="1" hasCustomPrompt="1"/>
          </p:nvPr>
        </p:nvSpPr>
        <p:spPr>
          <a:xfrm>
            <a:off x="1524000" y="3509990"/>
            <a:ext cx="5881511" cy="1655762"/>
          </a:xfrm>
        </p:spPr>
        <p:txBody>
          <a:bodyPr/>
          <a:lstStyle>
            <a:lvl1pPr marL="0" indent="0" algn="l">
              <a:buNone/>
              <a:defRPr sz="2400" spc="-15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Presentation title – Write something that explains why the audience is here to watch the presentation?</a:t>
            </a:r>
          </a:p>
        </p:txBody>
      </p:sp>
      <p:sp>
        <p:nvSpPr>
          <p:cNvPr id="2" name="Title 1">
            <a:extLst>
              <a:ext uri="{FF2B5EF4-FFF2-40B4-BE49-F238E27FC236}">
                <a16:creationId xmlns:a16="http://schemas.microsoft.com/office/drawing/2014/main" id="{3A682431-3D69-D860-946B-5D6E01530DA4}"/>
              </a:ext>
            </a:extLst>
          </p:cNvPr>
          <p:cNvSpPr>
            <a:spLocks noGrp="1"/>
          </p:cNvSpPr>
          <p:nvPr>
            <p:ph type="ctrTitle" hasCustomPrompt="1"/>
          </p:nvPr>
        </p:nvSpPr>
        <p:spPr>
          <a:xfrm>
            <a:off x="1523999" y="2223913"/>
            <a:ext cx="5700890" cy="1080276"/>
          </a:xfrm>
          <a:prstGeom prst="roundRect">
            <a:avLst>
              <a:gd name="adj" fmla="val 11442"/>
            </a:avLst>
          </a:prstGeom>
          <a:solidFill>
            <a:schemeClr val="bg1"/>
          </a:solidFill>
          <a:ln>
            <a:noFill/>
          </a:ln>
        </p:spPr>
        <p:txBody>
          <a:bodyPr wrap="square" lIns="144000" tIns="144000" rIns="144000" bIns="0" anchor="ctr">
            <a:spAutoFit/>
          </a:bodyPr>
          <a:lstStyle>
            <a:lvl1pPr algn="l">
              <a:defRPr sz="6000">
                <a:solidFill>
                  <a:schemeClr val="tx1"/>
                </a:solidFill>
              </a:defRPr>
            </a:lvl1pPr>
          </a:lstStyle>
          <a:p>
            <a:r>
              <a:rPr lang="en-US"/>
              <a:t>Title Name</a:t>
            </a:r>
          </a:p>
        </p:txBody>
      </p:sp>
      <p:sp>
        <p:nvSpPr>
          <p:cNvPr id="9" name="Freeform 8">
            <a:extLst>
              <a:ext uri="{FF2B5EF4-FFF2-40B4-BE49-F238E27FC236}">
                <a16:creationId xmlns:a16="http://schemas.microsoft.com/office/drawing/2014/main" id="{C371079A-6AC6-CC2D-AC4C-F07DC8444832}"/>
              </a:ext>
            </a:extLst>
          </p:cNvPr>
          <p:cNvSpPr/>
          <p:nvPr userDrawn="1"/>
        </p:nvSpPr>
        <p:spPr>
          <a:xfrm>
            <a:off x="8037689" y="1095022"/>
            <a:ext cx="1095022" cy="756356"/>
          </a:xfrm>
          <a:custGeom>
            <a:avLst/>
            <a:gdLst>
              <a:gd name="connsiteX0" fmla="*/ 0 w 1095022"/>
              <a:gd name="connsiteY0" fmla="*/ 756356 h 756356"/>
              <a:gd name="connsiteX1" fmla="*/ 225778 w 1095022"/>
              <a:gd name="connsiteY1" fmla="*/ 0 h 756356"/>
              <a:gd name="connsiteX2" fmla="*/ 1095022 w 1095022"/>
              <a:gd name="connsiteY2" fmla="*/ 203200 h 756356"/>
              <a:gd name="connsiteX3" fmla="*/ 0 w 1095022"/>
              <a:gd name="connsiteY3" fmla="*/ 756356 h 756356"/>
            </a:gdLst>
            <a:ahLst/>
            <a:cxnLst>
              <a:cxn ang="0">
                <a:pos x="connsiteX0" y="connsiteY0"/>
              </a:cxn>
              <a:cxn ang="0">
                <a:pos x="connsiteX1" y="connsiteY1"/>
              </a:cxn>
              <a:cxn ang="0">
                <a:pos x="connsiteX2" y="connsiteY2"/>
              </a:cxn>
              <a:cxn ang="0">
                <a:pos x="connsiteX3" y="connsiteY3"/>
              </a:cxn>
            </a:cxnLst>
            <a:rect l="l" t="t" r="r" b="b"/>
            <a:pathLst>
              <a:path w="1095022" h="756356">
                <a:moveTo>
                  <a:pt x="0" y="756356"/>
                </a:moveTo>
                <a:lnTo>
                  <a:pt x="225778" y="0"/>
                </a:lnTo>
                <a:lnTo>
                  <a:pt x="1095022" y="203200"/>
                </a:lnTo>
                <a:lnTo>
                  <a:pt x="0" y="756356"/>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9">
            <a:extLst>
              <a:ext uri="{FF2B5EF4-FFF2-40B4-BE49-F238E27FC236}">
                <a16:creationId xmlns:a16="http://schemas.microsoft.com/office/drawing/2014/main" id="{EAD56C13-5CBE-C74E-8721-5EE0E1F13BCD}"/>
              </a:ext>
            </a:extLst>
          </p:cNvPr>
          <p:cNvSpPr/>
          <p:nvPr userDrawn="1"/>
        </p:nvSpPr>
        <p:spPr>
          <a:xfrm rot="13566767">
            <a:off x="7812359" y="3420710"/>
            <a:ext cx="2945921" cy="1523556"/>
          </a:xfrm>
          <a:custGeom>
            <a:avLst/>
            <a:gdLst>
              <a:gd name="connsiteX0" fmla="*/ 0 w 1095022"/>
              <a:gd name="connsiteY0" fmla="*/ 756356 h 756356"/>
              <a:gd name="connsiteX1" fmla="*/ 225778 w 1095022"/>
              <a:gd name="connsiteY1" fmla="*/ 0 h 756356"/>
              <a:gd name="connsiteX2" fmla="*/ 1095022 w 1095022"/>
              <a:gd name="connsiteY2" fmla="*/ 203200 h 756356"/>
              <a:gd name="connsiteX3" fmla="*/ 0 w 1095022"/>
              <a:gd name="connsiteY3" fmla="*/ 756356 h 756356"/>
            </a:gdLst>
            <a:ahLst/>
            <a:cxnLst>
              <a:cxn ang="0">
                <a:pos x="connsiteX0" y="connsiteY0"/>
              </a:cxn>
              <a:cxn ang="0">
                <a:pos x="connsiteX1" y="connsiteY1"/>
              </a:cxn>
              <a:cxn ang="0">
                <a:pos x="connsiteX2" y="connsiteY2"/>
              </a:cxn>
              <a:cxn ang="0">
                <a:pos x="connsiteX3" y="connsiteY3"/>
              </a:cxn>
            </a:cxnLst>
            <a:rect l="l" t="t" r="r" b="b"/>
            <a:pathLst>
              <a:path w="1095022" h="756356">
                <a:moveTo>
                  <a:pt x="0" y="756356"/>
                </a:moveTo>
                <a:lnTo>
                  <a:pt x="225778" y="0"/>
                </a:lnTo>
                <a:lnTo>
                  <a:pt x="1095022" y="203200"/>
                </a:lnTo>
                <a:lnTo>
                  <a:pt x="0" y="756356"/>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10">
            <a:extLst>
              <a:ext uri="{FF2B5EF4-FFF2-40B4-BE49-F238E27FC236}">
                <a16:creationId xmlns:a16="http://schemas.microsoft.com/office/drawing/2014/main" id="{E2CD9B52-D352-6271-ABD2-37AFDE39829E}"/>
              </a:ext>
            </a:extLst>
          </p:cNvPr>
          <p:cNvSpPr/>
          <p:nvPr userDrawn="1"/>
        </p:nvSpPr>
        <p:spPr>
          <a:xfrm rot="11109290">
            <a:off x="10310830" y="1891936"/>
            <a:ext cx="714341" cy="558783"/>
          </a:xfrm>
          <a:custGeom>
            <a:avLst/>
            <a:gdLst>
              <a:gd name="connsiteX0" fmla="*/ 0 w 1095022"/>
              <a:gd name="connsiteY0" fmla="*/ 756356 h 756356"/>
              <a:gd name="connsiteX1" fmla="*/ 225778 w 1095022"/>
              <a:gd name="connsiteY1" fmla="*/ 0 h 756356"/>
              <a:gd name="connsiteX2" fmla="*/ 1095022 w 1095022"/>
              <a:gd name="connsiteY2" fmla="*/ 203200 h 756356"/>
              <a:gd name="connsiteX3" fmla="*/ 0 w 1095022"/>
              <a:gd name="connsiteY3" fmla="*/ 756356 h 756356"/>
            </a:gdLst>
            <a:ahLst/>
            <a:cxnLst>
              <a:cxn ang="0">
                <a:pos x="connsiteX0" y="connsiteY0"/>
              </a:cxn>
              <a:cxn ang="0">
                <a:pos x="connsiteX1" y="connsiteY1"/>
              </a:cxn>
              <a:cxn ang="0">
                <a:pos x="connsiteX2" y="connsiteY2"/>
              </a:cxn>
              <a:cxn ang="0">
                <a:pos x="connsiteX3" y="connsiteY3"/>
              </a:cxn>
            </a:cxnLst>
            <a:rect l="l" t="t" r="r" b="b"/>
            <a:pathLst>
              <a:path w="1095022" h="756356">
                <a:moveTo>
                  <a:pt x="0" y="756356"/>
                </a:moveTo>
                <a:lnTo>
                  <a:pt x="225778" y="0"/>
                </a:lnTo>
                <a:lnTo>
                  <a:pt x="1095022" y="203200"/>
                </a:lnTo>
                <a:lnTo>
                  <a:pt x="0" y="756356"/>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A black background with white letters&#10;&#10;Description automatically generated with low confidence">
            <a:extLst>
              <a:ext uri="{FF2B5EF4-FFF2-40B4-BE49-F238E27FC236}">
                <a16:creationId xmlns:a16="http://schemas.microsoft.com/office/drawing/2014/main" id="{FA32C575-D076-A451-849D-670B8479F21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31261" y="282194"/>
            <a:ext cx="1477219" cy="345669"/>
          </a:xfrm>
          <a:prstGeom prst="rect">
            <a:avLst/>
          </a:prstGeom>
        </p:spPr>
      </p:pic>
    </p:spTree>
    <p:extLst>
      <p:ext uri="{BB962C8B-B14F-4D97-AF65-F5344CB8AC3E}">
        <p14:creationId xmlns:p14="http://schemas.microsoft.com/office/powerpoint/2010/main" val="1108604596"/>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Title Slide">
    <p:bg>
      <p:bgRef idx="1001">
        <a:schemeClr val="bg1"/>
      </p:bgRef>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1151C398-3900-E439-1814-C7D18712CC5C}"/>
              </a:ext>
            </a:extLst>
          </p:cNvPr>
          <p:cNvSpPr>
            <a:spLocks noGrp="1"/>
          </p:cNvSpPr>
          <p:nvPr>
            <p:ph type="dt" sz="half" idx="10"/>
          </p:nvPr>
        </p:nvSpPr>
        <p:spPr/>
        <p:txBody>
          <a:bodyPr/>
          <a:lstStyle/>
          <a:p>
            <a:fld id="{D38656C5-2DDE-454B-A78F-D9D73785D935}" type="datetimeFigureOut">
              <a:rPr lang="en-US" smtClean="0"/>
              <a:t>10/23/24</a:t>
            </a:fld>
            <a:endParaRPr lang="en-US"/>
          </a:p>
        </p:txBody>
      </p:sp>
      <p:sp>
        <p:nvSpPr>
          <p:cNvPr id="5" name="Footer Placeholder 4">
            <a:extLst>
              <a:ext uri="{FF2B5EF4-FFF2-40B4-BE49-F238E27FC236}">
                <a16:creationId xmlns:a16="http://schemas.microsoft.com/office/drawing/2014/main" id="{DB817F23-C11A-7D83-1CC5-E2F14D7F526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AF8351B-7EE0-1B3C-597F-FBFCCFFA44DD}"/>
              </a:ext>
            </a:extLst>
          </p:cNvPr>
          <p:cNvSpPr>
            <a:spLocks noGrp="1"/>
          </p:cNvSpPr>
          <p:nvPr>
            <p:ph type="sldNum" sz="quarter" idx="12"/>
          </p:nvPr>
        </p:nvSpPr>
        <p:spPr/>
        <p:txBody>
          <a:bodyPr/>
          <a:lstStyle/>
          <a:p>
            <a:fld id="{2BDFC5E2-9F0C-D24D-80A4-CB3D6FA65022}" type="slidenum">
              <a:rPr lang="en-US" smtClean="0"/>
              <a:t>‹#›</a:t>
            </a:fld>
            <a:endParaRPr lang="en-US"/>
          </a:p>
        </p:txBody>
      </p:sp>
      <p:sp>
        <p:nvSpPr>
          <p:cNvPr id="3" name="Subtitle 2">
            <a:extLst>
              <a:ext uri="{FF2B5EF4-FFF2-40B4-BE49-F238E27FC236}">
                <a16:creationId xmlns:a16="http://schemas.microsoft.com/office/drawing/2014/main" id="{DC2DEEF2-56CC-718E-5159-CB141C39297C}"/>
              </a:ext>
            </a:extLst>
          </p:cNvPr>
          <p:cNvSpPr>
            <a:spLocks noGrp="1"/>
          </p:cNvSpPr>
          <p:nvPr>
            <p:ph type="subTitle" idx="1" hasCustomPrompt="1"/>
          </p:nvPr>
        </p:nvSpPr>
        <p:spPr>
          <a:xfrm>
            <a:off x="1524000" y="3509990"/>
            <a:ext cx="5881511" cy="1655762"/>
          </a:xfrm>
        </p:spPr>
        <p:txBody>
          <a:bodyPr/>
          <a:lstStyle>
            <a:lvl1pPr marL="0" indent="0" algn="l">
              <a:buNone/>
              <a:defRPr sz="2400" spc="-15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Presentation title – Write something that explains why the audience is here to watch the presentation?</a:t>
            </a:r>
          </a:p>
        </p:txBody>
      </p:sp>
      <p:sp>
        <p:nvSpPr>
          <p:cNvPr id="2" name="Title 1">
            <a:extLst>
              <a:ext uri="{FF2B5EF4-FFF2-40B4-BE49-F238E27FC236}">
                <a16:creationId xmlns:a16="http://schemas.microsoft.com/office/drawing/2014/main" id="{3A682431-3D69-D860-946B-5D6E01530DA4}"/>
              </a:ext>
            </a:extLst>
          </p:cNvPr>
          <p:cNvSpPr>
            <a:spLocks noGrp="1"/>
          </p:cNvSpPr>
          <p:nvPr>
            <p:ph type="ctrTitle" hasCustomPrompt="1"/>
          </p:nvPr>
        </p:nvSpPr>
        <p:spPr>
          <a:xfrm>
            <a:off x="1523999" y="2223913"/>
            <a:ext cx="5700890" cy="1080276"/>
          </a:xfrm>
          <a:prstGeom prst="roundRect">
            <a:avLst>
              <a:gd name="adj" fmla="val 11442"/>
            </a:avLst>
          </a:prstGeom>
          <a:solidFill>
            <a:schemeClr val="accent1"/>
          </a:solidFill>
          <a:ln>
            <a:noFill/>
          </a:ln>
        </p:spPr>
        <p:txBody>
          <a:bodyPr wrap="square" lIns="144000" tIns="144000" rIns="144000" bIns="0" anchor="ctr">
            <a:spAutoFit/>
          </a:bodyPr>
          <a:lstStyle>
            <a:lvl1pPr algn="l">
              <a:defRPr sz="6000">
                <a:solidFill>
                  <a:schemeClr val="bg1"/>
                </a:solidFill>
              </a:defRPr>
            </a:lvl1pPr>
          </a:lstStyle>
          <a:p>
            <a:r>
              <a:rPr lang="en-US"/>
              <a:t>Title Name</a:t>
            </a:r>
          </a:p>
        </p:txBody>
      </p:sp>
      <p:sp>
        <p:nvSpPr>
          <p:cNvPr id="9" name="Freeform 8">
            <a:extLst>
              <a:ext uri="{FF2B5EF4-FFF2-40B4-BE49-F238E27FC236}">
                <a16:creationId xmlns:a16="http://schemas.microsoft.com/office/drawing/2014/main" id="{C371079A-6AC6-CC2D-AC4C-F07DC8444832}"/>
              </a:ext>
            </a:extLst>
          </p:cNvPr>
          <p:cNvSpPr/>
          <p:nvPr userDrawn="1"/>
        </p:nvSpPr>
        <p:spPr>
          <a:xfrm>
            <a:off x="8037689" y="1095022"/>
            <a:ext cx="1095022" cy="756356"/>
          </a:xfrm>
          <a:custGeom>
            <a:avLst/>
            <a:gdLst>
              <a:gd name="connsiteX0" fmla="*/ 0 w 1095022"/>
              <a:gd name="connsiteY0" fmla="*/ 756356 h 756356"/>
              <a:gd name="connsiteX1" fmla="*/ 225778 w 1095022"/>
              <a:gd name="connsiteY1" fmla="*/ 0 h 756356"/>
              <a:gd name="connsiteX2" fmla="*/ 1095022 w 1095022"/>
              <a:gd name="connsiteY2" fmla="*/ 203200 h 756356"/>
              <a:gd name="connsiteX3" fmla="*/ 0 w 1095022"/>
              <a:gd name="connsiteY3" fmla="*/ 756356 h 756356"/>
            </a:gdLst>
            <a:ahLst/>
            <a:cxnLst>
              <a:cxn ang="0">
                <a:pos x="connsiteX0" y="connsiteY0"/>
              </a:cxn>
              <a:cxn ang="0">
                <a:pos x="connsiteX1" y="connsiteY1"/>
              </a:cxn>
              <a:cxn ang="0">
                <a:pos x="connsiteX2" y="connsiteY2"/>
              </a:cxn>
              <a:cxn ang="0">
                <a:pos x="connsiteX3" y="connsiteY3"/>
              </a:cxn>
            </a:cxnLst>
            <a:rect l="l" t="t" r="r" b="b"/>
            <a:pathLst>
              <a:path w="1095022" h="756356">
                <a:moveTo>
                  <a:pt x="0" y="756356"/>
                </a:moveTo>
                <a:lnTo>
                  <a:pt x="225778" y="0"/>
                </a:lnTo>
                <a:lnTo>
                  <a:pt x="1095022" y="203200"/>
                </a:lnTo>
                <a:lnTo>
                  <a:pt x="0" y="7563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9">
            <a:extLst>
              <a:ext uri="{FF2B5EF4-FFF2-40B4-BE49-F238E27FC236}">
                <a16:creationId xmlns:a16="http://schemas.microsoft.com/office/drawing/2014/main" id="{EAD56C13-5CBE-C74E-8721-5EE0E1F13BCD}"/>
              </a:ext>
            </a:extLst>
          </p:cNvPr>
          <p:cNvSpPr/>
          <p:nvPr userDrawn="1"/>
        </p:nvSpPr>
        <p:spPr>
          <a:xfrm rot="13566767">
            <a:off x="7812359" y="3420710"/>
            <a:ext cx="2945921" cy="1523556"/>
          </a:xfrm>
          <a:custGeom>
            <a:avLst/>
            <a:gdLst>
              <a:gd name="connsiteX0" fmla="*/ 0 w 1095022"/>
              <a:gd name="connsiteY0" fmla="*/ 756356 h 756356"/>
              <a:gd name="connsiteX1" fmla="*/ 225778 w 1095022"/>
              <a:gd name="connsiteY1" fmla="*/ 0 h 756356"/>
              <a:gd name="connsiteX2" fmla="*/ 1095022 w 1095022"/>
              <a:gd name="connsiteY2" fmla="*/ 203200 h 756356"/>
              <a:gd name="connsiteX3" fmla="*/ 0 w 1095022"/>
              <a:gd name="connsiteY3" fmla="*/ 756356 h 756356"/>
            </a:gdLst>
            <a:ahLst/>
            <a:cxnLst>
              <a:cxn ang="0">
                <a:pos x="connsiteX0" y="connsiteY0"/>
              </a:cxn>
              <a:cxn ang="0">
                <a:pos x="connsiteX1" y="connsiteY1"/>
              </a:cxn>
              <a:cxn ang="0">
                <a:pos x="connsiteX2" y="connsiteY2"/>
              </a:cxn>
              <a:cxn ang="0">
                <a:pos x="connsiteX3" y="connsiteY3"/>
              </a:cxn>
            </a:cxnLst>
            <a:rect l="l" t="t" r="r" b="b"/>
            <a:pathLst>
              <a:path w="1095022" h="756356">
                <a:moveTo>
                  <a:pt x="0" y="756356"/>
                </a:moveTo>
                <a:lnTo>
                  <a:pt x="225778" y="0"/>
                </a:lnTo>
                <a:lnTo>
                  <a:pt x="1095022" y="203200"/>
                </a:lnTo>
                <a:lnTo>
                  <a:pt x="0" y="756356"/>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10">
            <a:extLst>
              <a:ext uri="{FF2B5EF4-FFF2-40B4-BE49-F238E27FC236}">
                <a16:creationId xmlns:a16="http://schemas.microsoft.com/office/drawing/2014/main" id="{E2CD9B52-D352-6271-ABD2-37AFDE39829E}"/>
              </a:ext>
            </a:extLst>
          </p:cNvPr>
          <p:cNvSpPr/>
          <p:nvPr userDrawn="1"/>
        </p:nvSpPr>
        <p:spPr>
          <a:xfrm rot="11109290">
            <a:off x="10310830" y="1891936"/>
            <a:ext cx="714341" cy="558783"/>
          </a:xfrm>
          <a:custGeom>
            <a:avLst/>
            <a:gdLst>
              <a:gd name="connsiteX0" fmla="*/ 0 w 1095022"/>
              <a:gd name="connsiteY0" fmla="*/ 756356 h 756356"/>
              <a:gd name="connsiteX1" fmla="*/ 225778 w 1095022"/>
              <a:gd name="connsiteY1" fmla="*/ 0 h 756356"/>
              <a:gd name="connsiteX2" fmla="*/ 1095022 w 1095022"/>
              <a:gd name="connsiteY2" fmla="*/ 203200 h 756356"/>
              <a:gd name="connsiteX3" fmla="*/ 0 w 1095022"/>
              <a:gd name="connsiteY3" fmla="*/ 756356 h 756356"/>
            </a:gdLst>
            <a:ahLst/>
            <a:cxnLst>
              <a:cxn ang="0">
                <a:pos x="connsiteX0" y="connsiteY0"/>
              </a:cxn>
              <a:cxn ang="0">
                <a:pos x="connsiteX1" y="connsiteY1"/>
              </a:cxn>
              <a:cxn ang="0">
                <a:pos x="connsiteX2" y="connsiteY2"/>
              </a:cxn>
              <a:cxn ang="0">
                <a:pos x="connsiteX3" y="connsiteY3"/>
              </a:cxn>
            </a:cxnLst>
            <a:rect l="l" t="t" r="r" b="b"/>
            <a:pathLst>
              <a:path w="1095022" h="756356">
                <a:moveTo>
                  <a:pt x="0" y="756356"/>
                </a:moveTo>
                <a:lnTo>
                  <a:pt x="225778" y="0"/>
                </a:lnTo>
                <a:lnTo>
                  <a:pt x="1095022" y="203200"/>
                </a:lnTo>
                <a:lnTo>
                  <a:pt x="0" y="756356"/>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 Placeholder 11">
            <a:extLst>
              <a:ext uri="{FF2B5EF4-FFF2-40B4-BE49-F238E27FC236}">
                <a16:creationId xmlns:a16="http://schemas.microsoft.com/office/drawing/2014/main" id="{1A237DFC-39AB-065E-CB80-44EAC214E5C5}"/>
              </a:ext>
            </a:extLst>
          </p:cNvPr>
          <p:cNvSpPr>
            <a:spLocks noGrp="1"/>
          </p:cNvSpPr>
          <p:nvPr>
            <p:ph type="body" sz="quarter" idx="13" hasCustomPrompt="1"/>
          </p:nvPr>
        </p:nvSpPr>
        <p:spPr>
          <a:xfrm>
            <a:off x="1523999" y="1710122"/>
            <a:ext cx="2300515" cy="382614"/>
          </a:xfrm>
          <a:prstGeom prst="roundRect">
            <a:avLst>
              <a:gd name="adj" fmla="val 11270"/>
            </a:avLst>
          </a:prstGeom>
          <a:solidFill>
            <a:srgbClr val="D8F2F1"/>
          </a:solidFill>
        </p:spPr>
        <p:txBody>
          <a:bodyPr wrap="square" lIns="72000" tIns="72000" rIns="72000" bIns="36000" anchor="ctr" anchorCtr="0">
            <a:spAutoFit/>
          </a:bodyPr>
          <a:lstStyle>
            <a:lvl1pPr marL="0" indent="0">
              <a:buNone/>
              <a:defRPr sz="1800" b="1" spc="-150"/>
            </a:lvl1pPr>
            <a:lvl2pPr marL="457200" indent="0">
              <a:buNone/>
              <a:defRPr sz="1600"/>
            </a:lvl2pPr>
            <a:lvl3pPr marL="914400" indent="0">
              <a:buNone/>
              <a:defRPr sz="1400"/>
            </a:lvl3pPr>
            <a:lvl4pPr marL="1371600" indent="0">
              <a:buNone/>
              <a:defRPr sz="1200"/>
            </a:lvl4pPr>
            <a:lvl5pPr marL="1828800" indent="0">
              <a:buNone/>
              <a:defRPr sz="1200"/>
            </a:lvl5pPr>
          </a:lstStyle>
          <a:p>
            <a:pPr lvl="0"/>
            <a:r>
              <a:rPr lang="en-GB"/>
              <a:t>Access </a:t>
            </a:r>
            <a:r>
              <a:rPr lang="en-GB" err="1"/>
              <a:t>DivisionName</a:t>
            </a:r>
            <a:endParaRPr lang="en-US"/>
          </a:p>
        </p:txBody>
      </p:sp>
    </p:spTree>
    <p:extLst>
      <p:ext uri="{BB962C8B-B14F-4D97-AF65-F5344CB8AC3E}">
        <p14:creationId xmlns:p14="http://schemas.microsoft.com/office/powerpoint/2010/main" val="3736457136"/>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3_Title Slide">
    <p:bg>
      <p:bgPr>
        <a:solidFill>
          <a:schemeClr val="accent1"/>
        </a:solidFill>
        <a:effectLst/>
      </p:bgPr>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1151C398-3900-E439-1814-C7D18712CC5C}"/>
              </a:ext>
            </a:extLst>
          </p:cNvPr>
          <p:cNvSpPr>
            <a:spLocks noGrp="1"/>
          </p:cNvSpPr>
          <p:nvPr>
            <p:ph type="dt" sz="half" idx="10"/>
          </p:nvPr>
        </p:nvSpPr>
        <p:spPr/>
        <p:txBody>
          <a:bodyPr/>
          <a:lstStyle>
            <a:lvl1pPr>
              <a:defRPr>
                <a:solidFill>
                  <a:schemeClr val="bg2"/>
                </a:solidFill>
              </a:defRPr>
            </a:lvl1pPr>
          </a:lstStyle>
          <a:p>
            <a:fld id="{D38656C5-2DDE-454B-A78F-D9D73785D935}" type="datetimeFigureOut">
              <a:rPr lang="en-US" smtClean="0"/>
              <a:pPr/>
              <a:t>10/23/24</a:t>
            </a:fld>
            <a:endParaRPr lang="en-US"/>
          </a:p>
        </p:txBody>
      </p:sp>
      <p:sp>
        <p:nvSpPr>
          <p:cNvPr id="5" name="Footer Placeholder 4">
            <a:extLst>
              <a:ext uri="{FF2B5EF4-FFF2-40B4-BE49-F238E27FC236}">
                <a16:creationId xmlns:a16="http://schemas.microsoft.com/office/drawing/2014/main" id="{DB817F23-C11A-7D83-1CC5-E2F14D7F526B}"/>
              </a:ext>
            </a:extLst>
          </p:cNvPr>
          <p:cNvSpPr>
            <a:spLocks noGrp="1"/>
          </p:cNvSpPr>
          <p:nvPr>
            <p:ph type="ftr" sz="quarter" idx="11"/>
          </p:nvPr>
        </p:nvSpPr>
        <p:spPr/>
        <p:txBody>
          <a:bodyPr/>
          <a:lstStyle>
            <a:lvl1pPr>
              <a:defRPr>
                <a:solidFill>
                  <a:schemeClr val="bg2"/>
                </a:solidFill>
              </a:defRPr>
            </a:lvl1pPr>
          </a:lstStyle>
          <a:p>
            <a:endParaRPr lang="en-US"/>
          </a:p>
        </p:txBody>
      </p:sp>
      <p:sp>
        <p:nvSpPr>
          <p:cNvPr id="6" name="Slide Number Placeholder 5">
            <a:extLst>
              <a:ext uri="{FF2B5EF4-FFF2-40B4-BE49-F238E27FC236}">
                <a16:creationId xmlns:a16="http://schemas.microsoft.com/office/drawing/2014/main" id="{FAF8351B-7EE0-1B3C-597F-FBFCCFFA44DD}"/>
              </a:ext>
            </a:extLst>
          </p:cNvPr>
          <p:cNvSpPr>
            <a:spLocks noGrp="1"/>
          </p:cNvSpPr>
          <p:nvPr>
            <p:ph type="sldNum" sz="quarter" idx="12"/>
          </p:nvPr>
        </p:nvSpPr>
        <p:spPr/>
        <p:txBody>
          <a:bodyPr/>
          <a:lstStyle>
            <a:lvl1pPr>
              <a:defRPr>
                <a:solidFill>
                  <a:schemeClr val="bg2"/>
                </a:solidFill>
              </a:defRPr>
            </a:lvl1pPr>
          </a:lstStyle>
          <a:p>
            <a:fld id="{2BDFC5E2-9F0C-D24D-80A4-CB3D6FA65022}" type="slidenum">
              <a:rPr lang="en-US" smtClean="0"/>
              <a:pPr/>
              <a:t>‹#›</a:t>
            </a:fld>
            <a:endParaRPr lang="en-US"/>
          </a:p>
        </p:txBody>
      </p:sp>
      <p:sp>
        <p:nvSpPr>
          <p:cNvPr id="3" name="Subtitle 2">
            <a:extLst>
              <a:ext uri="{FF2B5EF4-FFF2-40B4-BE49-F238E27FC236}">
                <a16:creationId xmlns:a16="http://schemas.microsoft.com/office/drawing/2014/main" id="{DC2DEEF2-56CC-718E-5159-CB141C39297C}"/>
              </a:ext>
            </a:extLst>
          </p:cNvPr>
          <p:cNvSpPr>
            <a:spLocks noGrp="1"/>
          </p:cNvSpPr>
          <p:nvPr>
            <p:ph type="subTitle" idx="1" hasCustomPrompt="1"/>
          </p:nvPr>
        </p:nvSpPr>
        <p:spPr>
          <a:xfrm>
            <a:off x="1524000" y="3509990"/>
            <a:ext cx="5881511" cy="1655762"/>
          </a:xfrm>
        </p:spPr>
        <p:txBody>
          <a:bodyPr/>
          <a:lstStyle>
            <a:lvl1pPr marL="0" indent="0" algn="l">
              <a:buNone/>
              <a:defRPr sz="2400" spc="-15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Presentation title – Write something that explains why the audience is here to watch the presentation?</a:t>
            </a:r>
          </a:p>
        </p:txBody>
      </p:sp>
      <p:sp>
        <p:nvSpPr>
          <p:cNvPr id="2" name="Title 1">
            <a:extLst>
              <a:ext uri="{FF2B5EF4-FFF2-40B4-BE49-F238E27FC236}">
                <a16:creationId xmlns:a16="http://schemas.microsoft.com/office/drawing/2014/main" id="{3A682431-3D69-D860-946B-5D6E01530DA4}"/>
              </a:ext>
            </a:extLst>
          </p:cNvPr>
          <p:cNvSpPr>
            <a:spLocks noGrp="1"/>
          </p:cNvSpPr>
          <p:nvPr>
            <p:ph type="ctrTitle" hasCustomPrompt="1"/>
          </p:nvPr>
        </p:nvSpPr>
        <p:spPr>
          <a:xfrm>
            <a:off x="1523999" y="2223913"/>
            <a:ext cx="5700890" cy="1080276"/>
          </a:xfrm>
          <a:prstGeom prst="roundRect">
            <a:avLst>
              <a:gd name="adj" fmla="val 11442"/>
            </a:avLst>
          </a:prstGeom>
          <a:solidFill>
            <a:schemeClr val="bg1"/>
          </a:solidFill>
          <a:ln>
            <a:noFill/>
          </a:ln>
        </p:spPr>
        <p:txBody>
          <a:bodyPr wrap="square" lIns="144000" tIns="144000" rIns="144000" bIns="0" anchor="ctr">
            <a:spAutoFit/>
          </a:bodyPr>
          <a:lstStyle>
            <a:lvl1pPr algn="l">
              <a:defRPr sz="6000">
                <a:solidFill>
                  <a:schemeClr val="tx1"/>
                </a:solidFill>
              </a:defRPr>
            </a:lvl1pPr>
          </a:lstStyle>
          <a:p>
            <a:r>
              <a:rPr lang="en-US"/>
              <a:t>Title Name</a:t>
            </a:r>
          </a:p>
        </p:txBody>
      </p:sp>
      <p:sp>
        <p:nvSpPr>
          <p:cNvPr id="9" name="Freeform 8">
            <a:extLst>
              <a:ext uri="{FF2B5EF4-FFF2-40B4-BE49-F238E27FC236}">
                <a16:creationId xmlns:a16="http://schemas.microsoft.com/office/drawing/2014/main" id="{C371079A-6AC6-CC2D-AC4C-F07DC8444832}"/>
              </a:ext>
            </a:extLst>
          </p:cNvPr>
          <p:cNvSpPr/>
          <p:nvPr userDrawn="1"/>
        </p:nvSpPr>
        <p:spPr>
          <a:xfrm>
            <a:off x="8037689" y="1095022"/>
            <a:ext cx="1095022" cy="756356"/>
          </a:xfrm>
          <a:custGeom>
            <a:avLst/>
            <a:gdLst>
              <a:gd name="connsiteX0" fmla="*/ 0 w 1095022"/>
              <a:gd name="connsiteY0" fmla="*/ 756356 h 756356"/>
              <a:gd name="connsiteX1" fmla="*/ 225778 w 1095022"/>
              <a:gd name="connsiteY1" fmla="*/ 0 h 756356"/>
              <a:gd name="connsiteX2" fmla="*/ 1095022 w 1095022"/>
              <a:gd name="connsiteY2" fmla="*/ 203200 h 756356"/>
              <a:gd name="connsiteX3" fmla="*/ 0 w 1095022"/>
              <a:gd name="connsiteY3" fmla="*/ 756356 h 756356"/>
            </a:gdLst>
            <a:ahLst/>
            <a:cxnLst>
              <a:cxn ang="0">
                <a:pos x="connsiteX0" y="connsiteY0"/>
              </a:cxn>
              <a:cxn ang="0">
                <a:pos x="connsiteX1" y="connsiteY1"/>
              </a:cxn>
              <a:cxn ang="0">
                <a:pos x="connsiteX2" y="connsiteY2"/>
              </a:cxn>
              <a:cxn ang="0">
                <a:pos x="connsiteX3" y="connsiteY3"/>
              </a:cxn>
            </a:cxnLst>
            <a:rect l="l" t="t" r="r" b="b"/>
            <a:pathLst>
              <a:path w="1095022" h="756356">
                <a:moveTo>
                  <a:pt x="0" y="756356"/>
                </a:moveTo>
                <a:lnTo>
                  <a:pt x="225778" y="0"/>
                </a:lnTo>
                <a:lnTo>
                  <a:pt x="1095022" y="203200"/>
                </a:lnTo>
                <a:lnTo>
                  <a:pt x="0" y="756356"/>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9">
            <a:extLst>
              <a:ext uri="{FF2B5EF4-FFF2-40B4-BE49-F238E27FC236}">
                <a16:creationId xmlns:a16="http://schemas.microsoft.com/office/drawing/2014/main" id="{EAD56C13-5CBE-C74E-8721-5EE0E1F13BCD}"/>
              </a:ext>
            </a:extLst>
          </p:cNvPr>
          <p:cNvSpPr/>
          <p:nvPr userDrawn="1"/>
        </p:nvSpPr>
        <p:spPr>
          <a:xfrm rot="13566767">
            <a:off x="7812359" y="3420710"/>
            <a:ext cx="2945921" cy="1523556"/>
          </a:xfrm>
          <a:custGeom>
            <a:avLst/>
            <a:gdLst>
              <a:gd name="connsiteX0" fmla="*/ 0 w 1095022"/>
              <a:gd name="connsiteY0" fmla="*/ 756356 h 756356"/>
              <a:gd name="connsiteX1" fmla="*/ 225778 w 1095022"/>
              <a:gd name="connsiteY1" fmla="*/ 0 h 756356"/>
              <a:gd name="connsiteX2" fmla="*/ 1095022 w 1095022"/>
              <a:gd name="connsiteY2" fmla="*/ 203200 h 756356"/>
              <a:gd name="connsiteX3" fmla="*/ 0 w 1095022"/>
              <a:gd name="connsiteY3" fmla="*/ 756356 h 756356"/>
            </a:gdLst>
            <a:ahLst/>
            <a:cxnLst>
              <a:cxn ang="0">
                <a:pos x="connsiteX0" y="connsiteY0"/>
              </a:cxn>
              <a:cxn ang="0">
                <a:pos x="connsiteX1" y="connsiteY1"/>
              </a:cxn>
              <a:cxn ang="0">
                <a:pos x="connsiteX2" y="connsiteY2"/>
              </a:cxn>
              <a:cxn ang="0">
                <a:pos x="connsiteX3" y="connsiteY3"/>
              </a:cxn>
            </a:cxnLst>
            <a:rect l="l" t="t" r="r" b="b"/>
            <a:pathLst>
              <a:path w="1095022" h="756356">
                <a:moveTo>
                  <a:pt x="0" y="756356"/>
                </a:moveTo>
                <a:lnTo>
                  <a:pt x="225778" y="0"/>
                </a:lnTo>
                <a:lnTo>
                  <a:pt x="1095022" y="203200"/>
                </a:lnTo>
                <a:lnTo>
                  <a:pt x="0" y="756356"/>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10">
            <a:extLst>
              <a:ext uri="{FF2B5EF4-FFF2-40B4-BE49-F238E27FC236}">
                <a16:creationId xmlns:a16="http://schemas.microsoft.com/office/drawing/2014/main" id="{E2CD9B52-D352-6271-ABD2-37AFDE39829E}"/>
              </a:ext>
            </a:extLst>
          </p:cNvPr>
          <p:cNvSpPr/>
          <p:nvPr userDrawn="1"/>
        </p:nvSpPr>
        <p:spPr>
          <a:xfrm rot="11109290">
            <a:off x="10310830" y="1891936"/>
            <a:ext cx="714341" cy="558783"/>
          </a:xfrm>
          <a:custGeom>
            <a:avLst/>
            <a:gdLst>
              <a:gd name="connsiteX0" fmla="*/ 0 w 1095022"/>
              <a:gd name="connsiteY0" fmla="*/ 756356 h 756356"/>
              <a:gd name="connsiteX1" fmla="*/ 225778 w 1095022"/>
              <a:gd name="connsiteY1" fmla="*/ 0 h 756356"/>
              <a:gd name="connsiteX2" fmla="*/ 1095022 w 1095022"/>
              <a:gd name="connsiteY2" fmla="*/ 203200 h 756356"/>
              <a:gd name="connsiteX3" fmla="*/ 0 w 1095022"/>
              <a:gd name="connsiteY3" fmla="*/ 756356 h 756356"/>
            </a:gdLst>
            <a:ahLst/>
            <a:cxnLst>
              <a:cxn ang="0">
                <a:pos x="connsiteX0" y="connsiteY0"/>
              </a:cxn>
              <a:cxn ang="0">
                <a:pos x="connsiteX1" y="connsiteY1"/>
              </a:cxn>
              <a:cxn ang="0">
                <a:pos x="connsiteX2" y="connsiteY2"/>
              </a:cxn>
              <a:cxn ang="0">
                <a:pos x="connsiteX3" y="connsiteY3"/>
              </a:cxn>
            </a:cxnLst>
            <a:rect l="l" t="t" r="r" b="b"/>
            <a:pathLst>
              <a:path w="1095022" h="756356">
                <a:moveTo>
                  <a:pt x="0" y="756356"/>
                </a:moveTo>
                <a:lnTo>
                  <a:pt x="225778" y="0"/>
                </a:lnTo>
                <a:lnTo>
                  <a:pt x="1095022" y="203200"/>
                </a:lnTo>
                <a:lnTo>
                  <a:pt x="0" y="756356"/>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 Placeholder 11">
            <a:extLst>
              <a:ext uri="{FF2B5EF4-FFF2-40B4-BE49-F238E27FC236}">
                <a16:creationId xmlns:a16="http://schemas.microsoft.com/office/drawing/2014/main" id="{1A237DFC-39AB-065E-CB80-44EAC214E5C5}"/>
              </a:ext>
            </a:extLst>
          </p:cNvPr>
          <p:cNvSpPr>
            <a:spLocks noGrp="1"/>
          </p:cNvSpPr>
          <p:nvPr>
            <p:ph type="body" sz="quarter" idx="13" hasCustomPrompt="1"/>
          </p:nvPr>
        </p:nvSpPr>
        <p:spPr>
          <a:xfrm>
            <a:off x="1523999" y="1710122"/>
            <a:ext cx="2300515" cy="382614"/>
          </a:xfrm>
          <a:prstGeom prst="roundRect">
            <a:avLst>
              <a:gd name="adj" fmla="val 11270"/>
            </a:avLst>
          </a:prstGeom>
          <a:solidFill>
            <a:schemeClr val="accent3"/>
          </a:solidFill>
        </p:spPr>
        <p:txBody>
          <a:bodyPr wrap="square" lIns="72000" tIns="72000" rIns="72000" bIns="36000" anchor="ctr" anchorCtr="0">
            <a:spAutoFit/>
          </a:bodyPr>
          <a:lstStyle>
            <a:lvl1pPr marL="0" indent="0">
              <a:buNone/>
              <a:defRPr sz="1800" b="1" spc="-150">
                <a:solidFill>
                  <a:schemeClr val="bg1"/>
                </a:solidFill>
              </a:defRPr>
            </a:lvl1pPr>
            <a:lvl2pPr marL="457200" indent="0">
              <a:buNone/>
              <a:defRPr sz="1600"/>
            </a:lvl2pPr>
            <a:lvl3pPr marL="914400" indent="0">
              <a:buNone/>
              <a:defRPr sz="1400"/>
            </a:lvl3pPr>
            <a:lvl4pPr marL="1371600" indent="0">
              <a:buNone/>
              <a:defRPr sz="1200"/>
            </a:lvl4pPr>
            <a:lvl5pPr marL="1828800" indent="0">
              <a:buNone/>
              <a:defRPr sz="1200"/>
            </a:lvl5pPr>
          </a:lstStyle>
          <a:p>
            <a:pPr lvl="0"/>
            <a:r>
              <a:rPr lang="en-GB"/>
              <a:t>Access </a:t>
            </a:r>
            <a:r>
              <a:rPr lang="en-GB" err="1"/>
              <a:t>DivisionName</a:t>
            </a:r>
            <a:endParaRPr lang="en-US"/>
          </a:p>
        </p:txBody>
      </p:sp>
      <p:pic>
        <p:nvPicPr>
          <p:cNvPr id="8" name="Picture 7" descr="A black background with white letters&#10;&#10;Description automatically generated with low confidence">
            <a:extLst>
              <a:ext uri="{FF2B5EF4-FFF2-40B4-BE49-F238E27FC236}">
                <a16:creationId xmlns:a16="http://schemas.microsoft.com/office/drawing/2014/main" id="{D1BA2F0D-7549-60C1-59EF-D6AB9B6764A3}"/>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31261" y="282194"/>
            <a:ext cx="1477219" cy="345669"/>
          </a:xfrm>
          <a:prstGeom prst="rect">
            <a:avLst/>
          </a:prstGeom>
        </p:spPr>
      </p:pic>
    </p:spTree>
    <p:extLst>
      <p:ext uri="{BB962C8B-B14F-4D97-AF65-F5344CB8AC3E}">
        <p14:creationId xmlns:p14="http://schemas.microsoft.com/office/powerpoint/2010/main" val="2661794269"/>
      </p:ext>
    </p:extLst>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5_Title Slide">
    <p:bg>
      <p:bgPr>
        <a:solidFill>
          <a:schemeClr val="accent1"/>
        </a:solidFill>
        <a:effectLst/>
      </p:bgPr>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1151C398-3900-E439-1814-C7D18712CC5C}"/>
              </a:ext>
            </a:extLst>
          </p:cNvPr>
          <p:cNvSpPr>
            <a:spLocks noGrp="1"/>
          </p:cNvSpPr>
          <p:nvPr>
            <p:ph type="dt" sz="half" idx="10"/>
          </p:nvPr>
        </p:nvSpPr>
        <p:spPr/>
        <p:txBody>
          <a:bodyPr/>
          <a:lstStyle>
            <a:lvl1pPr>
              <a:defRPr>
                <a:solidFill>
                  <a:schemeClr val="bg2"/>
                </a:solidFill>
              </a:defRPr>
            </a:lvl1pPr>
          </a:lstStyle>
          <a:p>
            <a:fld id="{D38656C5-2DDE-454B-A78F-D9D73785D935}" type="datetimeFigureOut">
              <a:rPr lang="en-US" smtClean="0"/>
              <a:pPr/>
              <a:t>10/23/24</a:t>
            </a:fld>
            <a:endParaRPr lang="en-US"/>
          </a:p>
        </p:txBody>
      </p:sp>
      <p:sp>
        <p:nvSpPr>
          <p:cNvPr id="5" name="Footer Placeholder 4">
            <a:extLst>
              <a:ext uri="{FF2B5EF4-FFF2-40B4-BE49-F238E27FC236}">
                <a16:creationId xmlns:a16="http://schemas.microsoft.com/office/drawing/2014/main" id="{DB817F23-C11A-7D83-1CC5-E2F14D7F526B}"/>
              </a:ext>
            </a:extLst>
          </p:cNvPr>
          <p:cNvSpPr>
            <a:spLocks noGrp="1"/>
          </p:cNvSpPr>
          <p:nvPr>
            <p:ph type="ftr" sz="quarter" idx="11"/>
          </p:nvPr>
        </p:nvSpPr>
        <p:spPr/>
        <p:txBody>
          <a:bodyPr/>
          <a:lstStyle>
            <a:lvl1pPr>
              <a:defRPr>
                <a:solidFill>
                  <a:schemeClr val="bg2"/>
                </a:solidFill>
              </a:defRPr>
            </a:lvl1pPr>
          </a:lstStyle>
          <a:p>
            <a:endParaRPr lang="en-US"/>
          </a:p>
        </p:txBody>
      </p:sp>
      <p:sp>
        <p:nvSpPr>
          <p:cNvPr id="6" name="Slide Number Placeholder 5">
            <a:extLst>
              <a:ext uri="{FF2B5EF4-FFF2-40B4-BE49-F238E27FC236}">
                <a16:creationId xmlns:a16="http://schemas.microsoft.com/office/drawing/2014/main" id="{FAF8351B-7EE0-1B3C-597F-FBFCCFFA44DD}"/>
              </a:ext>
            </a:extLst>
          </p:cNvPr>
          <p:cNvSpPr>
            <a:spLocks noGrp="1"/>
          </p:cNvSpPr>
          <p:nvPr>
            <p:ph type="sldNum" sz="quarter" idx="12"/>
          </p:nvPr>
        </p:nvSpPr>
        <p:spPr/>
        <p:txBody>
          <a:bodyPr/>
          <a:lstStyle>
            <a:lvl1pPr>
              <a:defRPr>
                <a:solidFill>
                  <a:schemeClr val="bg2"/>
                </a:solidFill>
              </a:defRPr>
            </a:lvl1pPr>
          </a:lstStyle>
          <a:p>
            <a:fld id="{2BDFC5E2-9F0C-D24D-80A4-CB3D6FA65022}" type="slidenum">
              <a:rPr lang="en-US" smtClean="0"/>
              <a:pPr/>
              <a:t>‹#›</a:t>
            </a:fld>
            <a:endParaRPr lang="en-US"/>
          </a:p>
        </p:txBody>
      </p:sp>
      <p:sp>
        <p:nvSpPr>
          <p:cNvPr id="3" name="Subtitle 2">
            <a:extLst>
              <a:ext uri="{FF2B5EF4-FFF2-40B4-BE49-F238E27FC236}">
                <a16:creationId xmlns:a16="http://schemas.microsoft.com/office/drawing/2014/main" id="{DC2DEEF2-56CC-718E-5159-CB141C39297C}"/>
              </a:ext>
            </a:extLst>
          </p:cNvPr>
          <p:cNvSpPr>
            <a:spLocks noGrp="1"/>
          </p:cNvSpPr>
          <p:nvPr>
            <p:ph type="subTitle" idx="1" hasCustomPrompt="1"/>
          </p:nvPr>
        </p:nvSpPr>
        <p:spPr>
          <a:xfrm>
            <a:off x="1524000" y="3509990"/>
            <a:ext cx="5881511" cy="1655762"/>
          </a:xfrm>
        </p:spPr>
        <p:txBody>
          <a:bodyPr/>
          <a:lstStyle>
            <a:lvl1pPr marL="0" indent="0" algn="l">
              <a:buNone/>
              <a:defRPr sz="2400" spc="-15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Presentation title – Write something that explains why the audience is here to watch the presentation?</a:t>
            </a:r>
          </a:p>
        </p:txBody>
      </p:sp>
      <p:sp>
        <p:nvSpPr>
          <p:cNvPr id="2" name="Title 1">
            <a:extLst>
              <a:ext uri="{FF2B5EF4-FFF2-40B4-BE49-F238E27FC236}">
                <a16:creationId xmlns:a16="http://schemas.microsoft.com/office/drawing/2014/main" id="{3A682431-3D69-D860-946B-5D6E01530DA4}"/>
              </a:ext>
            </a:extLst>
          </p:cNvPr>
          <p:cNvSpPr>
            <a:spLocks noGrp="1"/>
          </p:cNvSpPr>
          <p:nvPr>
            <p:ph type="ctrTitle" hasCustomPrompt="1"/>
          </p:nvPr>
        </p:nvSpPr>
        <p:spPr>
          <a:xfrm>
            <a:off x="1523999" y="2223913"/>
            <a:ext cx="5700890" cy="1080276"/>
          </a:xfrm>
          <a:prstGeom prst="roundRect">
            <a:avLst>
              <a:gd name="adj" fmla="val 11442"/>
            </a:avLst>
          </a:prstGeom>
          <a:solidFill>
            <a:schemeClr val="bg1"/>
          </a:solidFill>
          <a:ln>
            <a:noFill/>
          </a:ln>
        </p:spPr>
        <p:txBody>
          <a:bodyPr wrap="square" lIns="144000" tIns="144000" rIns="144000" bIns="0" anchor="ctr">
            <a:spAutoFit/>
          </a:bodyPr>
          <a:lstStyle>
            <a:lvl1pPr algn="l">
              <a:defRPr sz="6000">
                <a:solidFill>
                  <a:schemeClr val="tx1"/>
                </a:solidFill>
              </a:defRPr>
            </a:lvl1pPr>
          </a:lstStyle>
          <a:p>
            <a:r>
              <a:rPr lang="en-US"/>
              <a:t>Title Name</a:t>
            </a:r>
          </a:p>
        </p:txBody>
      </p:sp>
      <p:sp>
        <p:nvSpPr>
          <p:cNvPr id="9" name="Freeform 8">
            <a:extLst>
              <a:ext uri="{FF2B5EF4-FFF2-40B4-BE49-F238E27FC236}">
                <a16:creationId xmlns:a16="http://schemas.microsoft.com/office/drawing/2014/main" id="{C371079A-6AC6-CC2D-AC4C-F07DC8444832}"/>
              </a:ext>
            </a:extLst>
          </p:cNvPr>
          <p:cNvSpPr/>
          <p:nvPr userDrawn="1"/>
        </p:nvSpPr>
        <p:spPr>
          <a:xfrm>
            <a:off x="7518891" y="828125"/>
            <a:ext cx="1095022" cy="756356"/>
          </a:xfrm>
          <a:custGeom>
            <a:avLst/>
            <a:gdLst>
              <a:gd name="connsiteX0" fmla="*/ 0 w 1095022"/>
              <a:gd name="connsiteY0" fmla="*/ 756356 h 756356"/>
              <a:gd name="connsiteX1" fmla="*/ 225778 w 1095022"/>
              <a:gd name="connsiteY1" fmla="*/ 0 h 756356"/>
              <a:gd name="connsiteX2" fmla="*/ 1095022 w 1095022"/>
              <a:gd name="connsiteY2" fmla="*/ 203200 h 756356"/>
              <a:gd name="connsiteX3" fmla="*/ 0 w 1095022"/>
              <a:gd name="connsiteY3" fmla="*/ 756356 h 756356"/>
            </a:gdLst>
            <a:ahLst/>
            <a:cxnLst>
              <a:cxn ang="0">
                <a:pos x="connsiteX0" y="connsiteY0"/>
              </a:cxn>
              <a:cxn ang="0">
                <a:pos x="connsiteX1" y="connsiteY1"/>
              </a:cxn>
              <a:cxn ang="0">
                <a:pos x="connsiteX2" y="connsiteY2"/>
              </a:cxn>
              <a:cxn ang="0">
                <a:pos x="connsiteX3" y="connsiteY3"/>
              </a:cxn>
            </a:cxnLst>
            <a:rect l="l" t="t" r="r" b="b"/>
            <a:pathLst>
              <a:path w="1095022" h="756356">
                <a:moveTo>
                  <a:pt x="0" y="756356"/>
                </a:moveTo>
                <a:lnTo>
                  <a:pt x="225778" y="0"/>
                </a:lnTo>
                <a:lnTo>
                  <a:pt x="1095022" y="203200"/>
                </a:lnTo>
                <a:lnTo>
                  <a:pt x="0" y="756356"/>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9">
            <a:extLst>
              <a:ext uri="{FF2B5EF4-FFF2-40B4-BE49-F238E27FC236}">
                <a16:creationId xmlns:a16="http://schemas.microsoft.com/office/drawing/2014/main" id="{EAD56C13-5CBE-C74E-8721-5EE0E1F13BCD}"/>
              </a:ext>
            </a:extLst>
          </p:cNvPr>
          <p:cNvSpPr/>
          <p:nvPr userDrawn="1"/>
        </p:nvSpPr>
        <p:spPr>
          <a:xfrm rot="13566767">
            <a:off x="7773729" y="3511468"/>
            <a:ext cx="1774826" cy="917895"/>
          </a:xfrm>
          <a:custGeom>
            <a:avLst/>
            <a:gdLst>
              <a:gd name="connsiteX0" fmla="*/ 0 w 1095022"/>
              <a:gd name="connsiteY0" fmla="*/ 756356 h 756356"/>
              <a:gd name="connsiteX1" fmla="*/ 225778 w 1095022"/>
              <a:gd name="connsiteY1" fmla="*/ 0 h 756356"/>
              <a:gd name="connsiteX2" fmla="*/ 1095022 w 1095022"/>
              <a:gd name="connsiteY2" fmla="*/ 203200 h 756356"/>
              <a:gd name="connsiteX3" fmla="*/ 0 w 1095022"/>
              <a:gd name="connsiteY3" fmla="*/ 756356 h 756356"/>
            </a:gdLst>
            <a:ahLst/>
            <a:cxnLst>
              <a:cxn ang="0">
                <a:pos x="connsiteX0" y="connsiteY0"/>
              </a:cxn>
              <a:cxn ang="0">
                <a:pos x="connsiteX1" y="connsiteY1"/>
              </a:cxn>
              <a:cxn ang="0">
                <a:pos x="connsiteX2" y="connsiteY2"/>
              </a:cxn>
              <a:cxn ang="0">
                <a:pos x="connsiteX3" y="connsiteY3"/>
              </a:cxn>
            </a:cxnLst>
            <a:rect l="l" t="t" r="r" b="b"/>
            <a:pathLst>
              <a:path w="1095022" h="756356">
                <a:moveTo>
                  <a:pt x="0" y="756356"/>
                </a:moveTo>
                <a:lnTo>
                  <a:pt x="225778" y="0"/>
                </a:lnTo>
                <a:lnTo>
                  <a:pt x="1095022" y="203200"/>
                </a:lnTo>
                <a:lnTo>
                  <a:pt x="0" y="756356"/>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10">
            <a:extLst>
              <a:ext uri="{FF2B5EF4-FFF2-40B4-BE49-F238E27FC236}">
                <a16:creationId xmlns:a16="http://schemas.microsoft.com/office/drawing/2014/main" id="{E2CD9B52-D352-6271-ABD2-37AFDE39829E}"/>
              </a:ext>
            </a:extLst>
          </p:cNvPr>
          <p:cNvSpPr/>
          <p:nvPr userDrawn="1"/>
        </p:nvSpPr>
        <p:spPr>
          <a:xfrm rot="11109290">
            <a:off x="9197820" y="1318818"/>
            <a:ext cx="714341" cy="558783"/>
          </a:xfrm>
          <a:custGeom>
            <a:avLst/>
            <a:gdLst>
              <a:gd name="connsiteX0" fmla="*/ 0 w 1095022"/>
              <a:gd name="connsiteY0" fmla="*/ 756356 h 756356"/>
              <a:gd name="connsiteX1" fmla="*/ 225778 w 1095022"/>
              <a:gd name="connsiteY1" fmla="*/ 0 h 756356"/>
              <a:gd name="connsiteX2" fmla="*/ 1095022 w 1095022"/>
              <a:gd name="connsiteY2" fmla="*/ 203200 h 756356"/>
              <a:gd name="connsiteX3" fmla="*/ 0 w 1095022"/>
              <a:gd name="connsiteY3" fmla="*/ 756356 h 756356"/>
            </a:gdLst>
            <a:ahLst/>
            <a:cxnLst>
              <a:cxn ang="0">
                <a:pos x="connsiteX0" y="connsiteY0"/>
              </a:cxn>
              <a:cxn ang="0">
                <a:pos x="connsiteX1" y="connsiteY1"/>
              </a:cxn>
              <a:cxn ang="0">
                <a:pos x="connsiteX2" y="connsiteY2"/>
              </a:cxn>
              <a:cxn ang="0">
                <a:pos x="connsiteX3" y="connsiteY3"/>
              </a:cxn>
            </a:cxnLst>
            <a:rect l="l" t="t" r="r" b="b"/>
            <a:pathLst>
              <a:path w="1095022" h="756356">
                <a:moveTo>
                  <a:pt x="0" y="756356"/>
                </a:moveTo>
                <a:lnTo>
                  <a:pt x="225778" y="0"/>
                </a:lnTo>
                <a:lnTo>
                  <a:pt x="1095022" y="203200"/>
                </a:lnTo>
                <a:lnTo>
                  <a:pt x="0" y="756356"/>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A black background with white letters&#10;&#10;Description automatically generated with low confidence">
            <a:extLst>
              <a:ext uri="{FF2B5EF4-FFF2-40B4-BE49-F238E27FC236}">
                <a16:creationId xmlns:a16="http://schemas.microsoft.com/office/drawing/2014/main" id="{FA32C575-D076-A451-849D-670B8479F21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31261" y="282194"/>
            <a:ext cx="1477219" cy="345669"/>
          </a:xfrm>
          <a:prstGeom prst="rect">
            <a:avLst/>
          </a:prstGeom>
        </p:spPr>
      </p:pic>
      <p:pic>
        <p:nvPicPr>
          <p:cNvPr id="12" name="Picture 11">
            <a:extLst>
              <a:ext uri="{FF2B5EF4-FFF2-40B4-BE49-F238E27FC236}">
                <a16:creationId xmlns:a16="http://schemas.microsoft.com/office/drawing/2014/main" id="{197E1CB4-84C5-A1B4-1875-9EF77A3F8E3C}"/>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523999" y="1678543"/>
            <a:ext cx="3003363" cy="345670"/>
          </a:xfrm>
          <a:prstGeom prst="rect">
            <a:avLst/>
          </a:prstGeom>
        </p:spPr>
      </p:pic>
      <p:pic>
        <p:nvPicPr>
          <p:cNvPr id="14" name="Picture 13" descr="A black and purple face&#10;&#10;Description automatically generated">
            <a:extLst>
              <a:ext uri="{FF2B5EF4-FFF2-40B4-BE49-F238E27FC236}">
                <a16:creationId xmlns:a16="http://schemas.microsoft.com/office/drawing/2014/main" id="{27A9CFFB-0C97-27EE-281D-66F3BCBF1B85}"/>
              </a:ext>
            </a:extLst>
          </p:cNvPr>
          <p:cNvPicPr>
            <a:picLocks noChangeAspect="1"/>
          </p:cNvPicPr>
          <p:nvPr userDrawn="1"/>
        </p:nvPicPr>
        <p:blipFill>
          <a:blip r:embed="rId4"/>
          <a:stretch>
            <a:fillRect/>
          </a:stretch>
        </p:blipFill>
        <p:spPr>
          <a:xfrm>
            <a:off x="10908890" y="0"/>
            <a:ext cx="1283110" cy="6858000"/>
          </a:xfrm>
          <a:prstGeom prst="rect">
            <a:avLst/>
          </a:prstGeom>
        </p:spPr>
      </p:pic>
    </p:spTree>
    <p:extLst>
      <p:ext uri="{BB962C8B-B14F-4D97-AF65-F5344CB8AC3E}">
        <p14:creationId xmlns:p14="http://schemas.microsoft.com/office/powerpoint/2010/main" val="3201014503"/>
      </p:ext>
    </p:extLst>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682431-3D69-D860-946B-5D6E01530DA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C2DEEF2-56CC-718E-5159-CB141C39297C}"/>
              </a:ext>
            </a:extLst>
          </p:cNvPr>
          <p:cNvSpPr>
            <a:spLocks noGrp="1"/>
          </p:cNvSpPr>
          <p:nvPr>
            <p:ph type="subTitle" idx="1"/>
          </p:nvPr>
        </p:nvSpPr>
        <p:spPr>
          <a:xfrm>
            <a:off x="1524000" y="3881120"/>
            <a:ext cx="9144000" cy="1376680"/>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151C398-3900-E439-1814-C7D18712CC5C}"/>
              </a:ext>
            </a:extLst>
          </p:cNvPr>
          <p:cNvSpPr>
            <a:spLocks noGrp="1"/>
          </p:cNvSpPr>
          <p:nvPr>
            <p:ph type="dt" sz="half" idx="10"/>
          </p:nvPr>
        </p:nvSpPr>
        <p:spPr/>
        <p:txBody>
          <a:bodyPr/>
          <a:lstStyle/>
          <a:p>
            <a:fld id="{D38656C5-2DDE-454B-A78F-D9D73785D935}" type="datetimeFigureOut">
              <a:rPr lang="en-US" smtClean="0"/>
              <a:t>10/23/24</a:t>
            </a:fld>
            <a:endParaRPr lang="en-US"/>
          </a:p>
        </p:txBody>
      </p:sp>
      <p:sp>
        <p:nvSpPr>
          <p:cNvPr id="5" name="Footer Placeholder 4">
            <a:extLst>
              <a:ext uri="{FF2B5EF4-FFF2-40B4-BE49-F238E27FC236}">
                <a16:creationId xmlns:a16="http://schemas.microsoft.com/office/drawing/2014/main" id="{DB817F23-C11A-7D83-1CC5-E2F14D7F526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AF8351B-7EE0-1B3C-597F-FBFCCFFA44DD}"/>
              </a:ext>
            </a:extLst>
          </p:cNvPr>
          <p:cNvSpPr>
            <a:spLocks noGrp="1"/>
          </p:cNvSpPr>
          <p:nvPr>
            <p:ph type="sldNum" sz="quarter" idx="12"/>
          </p:nvPr>
        </p:nvSpPr>
        <p:spPr/>
        <p:txBody>
          <a:bodyPr/>
          <a:lstStyle/>
          <a:p>
            <a:fld id="{2BDFC5E2-9F0C-D24D-80A4-CB3D6FA65022}" type="slidenum">
              <a:rPr lang="en-US" smtClean="0"/>
              <a:t>‹#›</a:t>
            </a:fld>
            <a:endParaRPr lang="en-US"/>
          </a:p>
        </p:txBody>
      </p:sp>
      <p:grpSp>
        <p:nvGrpSpPr>
          <p:cNvPr id="7" name="Group 6">
            <a:extLst>
              <a:ext uri="{FF2B5EF4-FFF2-40B4-BE49-F238E27FC236}">
                <a16:creationId xmlns:a16="http://schemas.microsoft.com/office/drawing/2014/main" id="{29340452-F1F3-5FF9-17CF-1DEBCC078033}"/>
              </a:ext>
            </a:extLst>
          </p:cNvPr>
          <p:cNvGrpSpPr/>
          <p:nvPr userDrawn="1"/>
        </p:nvGrpSpPr>
        <p:grpSpPr>
          <a:xfrm>
            <a:off x="1485344" y="3642678"/>
            <a:ext cx="9221311" cy="90011"/>
            <a:chOff x="654424" y="1831094"/>
            <a:chExt cx="2112845" cy="95765"/>
          </a:xfrm>
        </p:grpSpPr>
        <p:sp>
          <p:nvSpPr>
            <p:cNvPr id="8" name="Rectangle 7">
              <a:extLst>
                <a:ext uri="{FF2B5EF4-FFF2-40B4-BE49-F238E27FC236}">
                  <a16:creationId xmlns:a16="http://schemas.microsoft.com/office/drawing/2014/main" id="{8F1F163E-4984-319E-3915-B9DE4403C2E2}"/>
                </a:ext>
              </a:extLst>
            </p:cNvPr>
            <p:cNvSpPr/>
            <p:nvPr/>
          </p:nvSpPr>
          <p:spPr>
            <a:xfrm>
              <a:off x="654424" y="1831096"/>
              <a:ext cx="708211" cy="9576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5E2B173C-4D09-77B3-7FAE-24C365E692E4}"/>
                </a:ext>
              </a:extLst>
            </p:cNvPr>
            <p:cNvSpPr/>
            <p:nvPr/>
          </p:nvSpPr>
          <p:spPr>
            <a:xfrm>
              <a:off x="1362635" y="1831095"/>
              <a:ext cx="708211" cy="95763"/>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ACF60FF1-6DF4-D0DB-CEC5-C177D3760F47}"/>
                </a:ext>
              </a:extLst>
            </p:cNvPr>
            <p:cNvSpPr/>
            <p:nvPr/>
          </p:nvSpPr>
          <p:spPr>
            <a:xfrm>
              <a:off x="2059059" y="1831094"/>
              <a:ext cx="708210" cy="9576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1811268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A517B2-4D53-3330-EE2A-BA097A4126B4}"/>
              </a:ext>
            </a:extLst>
          </p:cNvPr>
          <p:cNvSpPr>
            <a:spLocks noGrp="1"/>
          </p:cNvSpPr>
          <p:nvPr>
            <p:ph type="title"/>
          </p:nvPr>
        </p:nvSpPr>
        <p:spPr>
          <a:xfrm>
            <a:off x="738810" y="876064"/>
            <a:ext cx="10515600" cy="729396"/>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32F63EFC-E986-E3EA-30B9-A51DDD190EE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F293FCC-9EDB-83EB-8E4C-BF00A81FE4B2}"/>
              </a:ext>
            </a:extLst>
          </p:cNvPr>
          <p:cNvSpPr>
            <a:spLocks noGrp="1"/>
          </p:cNvSpPr>
          <p:nvPr>
            <p:ph type="dt" sz="half" idx="10"/>
          </p:nvPr>
        </p:nvSpPr>
        <p:spPr/>
        <p:txBody>
          <a:bodyPr/>
          <a:lstStyle/>
          <a:p>
            <a:fld id="{D38656C5-2DDE-454B-A78F-D9D73785D935}" type="datetimeFigureOut">
              <a:rPr lang="en-US" smtClean="0"/>
              <a:t>10/23/24</a:t>
            </a:fld>
            <a:endParaRPr lang="en-US"/>
          </a:p>
        </p:txBody>
      </p:sp>
      <p:sp>
        <p:nvSpPr>
          <p:cNvPr id="5" name="Footer Placeholder 4">
            <a:extLst>
              <a:ext uri="{FF2B5EF4-FFF2-40B4-BE49-F238E27FC236}">
                <a16:creationId xmlns:a16="http://schemas.microsoft.com/office/drawing/2014/main" id="{9CC4E1BC-7AD6-2FFB-0630-5EC8F08FF36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36EDF49-6B03-2C64-8BFD-8A3F8256FA4D}"/>
              </a:ext>
            </a:extLst>
          </p:cNvPr>
          <p:cNvSpPr>
            <a:spLocks noGrp="1"/>
          </p:cNvSpPr>
          <p:nvPr>
            <p:ph type="sldNum" sz="quarter" idx="12"/>
          </p:nvPr>
        </p:nvSpPr>
        <p:spPr/>
        <p:txBody>
          <a:bodyPr/>
          <a:lstStyle/>
          <a:p>
            <a:fld id="{2BDFC5E2-9F0C-D24D-80A4-CB3D6FA65022}" type="slidenum">
              <a:rPr lang="en-US" smtClean="0"/>
              <a:t>‹#›</a:t>
            </a:fld>
            <a:endParaRPr lang="en-US"/>
          </a:p>
        </p:txBody>
      </p:sp>
      <p:grpSp>
        <p:nvGrpSpPr>
          <p:cNvPr id="7" name="Group 6">
            <a:extLst>
              <a:ext uri="{FF2B5EF4-FFF2-40B4-BE49-F238E27FC236}">
                <a16:creationId xmlns:a16="http://schemas.microsoft.com/office/drawing/2014/main" id="{54E18A6A-B452-CCA5-9A06-511517069912}"/>
              </a:ext>
            </a:extLst>
          </p:cNvPr>
          <p:cNvGrpSpPr/>
          <p:nvPr userDrawn="1"/>
        </p:nvGrpSpPr>
        <p:grpSpPr>
          <a:xfrm>
            <a:off x="838200" y="1685852"/>
            <a:ext cx="1264756" cy="50079"/>
            <a:chOff x="654424" y="1831094"/>
            <a:chExt cx="2112845" cy="95765"/>
          </a:xfrm>
        </p:grpSpPr>
        <p:sp>
          <p:nvSpPr>
            <p:cNvPr id="8" name="Rectangle 7">
              <a:extLst>
                <a:ext uri="{FF2B5EF4-FFF2-40B4-BE49-F238E27FC236}">
                  <a16:creationId xmlns:a16="http://schemas.microsoft.com/office/drawing/2014/main" id="{8C78F8DC-3376-8FD5-20A0-5BA483331EB6}"/>
                </a:ext>
              </a:extLst>
            </p:cNvPr>
            <p:cNvSpPr/>
            <p:nvPr/>
          </p:nvSpPr>
          <p:spPr>
            <a:xfrm>
              <a:off x="654424" y="1831096"/>
              <a:ext cx="708211" cy="9576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41D50561-0C3C-9854-013D-A95CD9683E7B}"/>
                </a:ext>
              </a:extLst>
            </p:cNvPr>
            <p:cNvSpPr/>
            <p:nvPr/>
          </p:nvSpPr>
          <p:spPr>
            <a:xfrm>
              <a:off x="1362635" y="1831095"/>
              <a:ext cx="708211" cy="95763"/>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2BCD24C9-CFB2-CE55-6019-C002D91E4BFD}"/>
                </a:ext>
              </a:extLst>
            </p:cNvPr>
            <p:cNvSpPr/>
            <p:nvPr/>
          </p:nvSpPr>
          <p:spPr>
            <a:xfrm>
              <a:off x="2059059" y="1831094"/>
              <a:ext cx="708210" cy="9576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1" name="Triangle 10">
            <a:extLst>
              <a:ext uri="{FF2B5EF4-FFF2-40B4-BE49-F238E27FC236}">
                <a16:creationId xmlns:a16="http://schemas.microsoft.com/office/drawing/2014/main" id="{8164A206-91C6-EAF8-2CC4-24FF18E0548B}"/>
              </a:ext>
            </a:extLst>
          </p:cNvPr>
          <p:cNvSpPr/>
          <p:nvPr userDrawn="1"/>
        </p:nvSpPr>
        <p:spPr>
          <a:xfrm rot="14198311">
            <a:off x="10747919" y="-241563"/>
            <a:ext cx="431988" cy="649190"/>
          </a:xfrm>
          <a:prstGeom prst="triangle">
            <a:avLst>
              <a:gd name="adj" fmla="val 24397"/>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riangle 11">
            <a:extLst>
              <a:ext uri="{FF2B5EF4-FFF2-40B4-BE49-F238E27FC236}">
                <a16:creationId xmlns:a16="http://schemas.microsoft.com/office/drawing/2014/main" id="{3FBF3C96-E725-E6D9-83C6-39FC65D6EEA3}"/>
              </a:ext>
            </a:extLst>
          </p:cNvPr>
          <p:cNvSpPr/>
          <p:nvPr userDrawn="1"/>
        </p:nvSpPr>
        <p:spPr>
          <a:xfrm rot="17685219">
            <a:off x="11622636" y="432034"/>
            <a:ext cx="370137" cy="517923"/>
          </a:xfrm>
          <a:prstGeom prst="triangle">
            <a:avLst>
              <a:gd name="adj" fmla="val 24397"/>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riangle 12">
            <a:extLst>
              <a:ext uri="{FF2B5EF4-FFF2-40B4-BE49-F238E27FC236}">
                <a16:creationId xmlns:a16="http://schemas.microsoft.com/office/drawing/2014/main" id="{E4AD0CFB-4558-CB52-F7F5-6C082E4AC896}"/>
              </a:ext>
            </a:extLst>
          </p:cNvPr>
          <p:cNvSpPr/>
          <p:nvPr userDrawn="1"/>
        </p:nvSpPr>
        <p:spPr>
          <a:xfrm rot="9175927">
            <a:off x="9133839" y="315833"/>
            <a:ext cx="357293" cy="421637"/>
          </a:xfrm>
          <a:prstGeom prst="triangle">
            <a:avLst>
              <a:gd name="adj" fmla="val 10958"/>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496537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F52714-C6AC-B4E4-20F8-3F7CDB872665}"/>
              </a:ext>
            </a:extLst>
          </p:cNvPr>
          <p:cNvSpPr>
            <a:spLocks noGrp="1"/>
          </p:cNvSpPr>
          <p:nvPr>
            <p:ph type="title"/>
          </p:nvPr>
        </p:nvSpPr>
        <p:spPr>
          <a:xfrm>
            <a:off x="732460" y="11001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E32BF6A-BFAB-BD88-594E-44CEBBB77FF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C92BA6F-7BFB-D544-450A-DD0F1EC732E1}"/>
              </a:ext>
            </a:extLst>
          </p:cNvPr>
          <p:cNvSpPr>
            <a:spLocks noGrp="1"/>
          </p:cNvSpPr>
          <p:nvPr>
            <p:ph type="dt" sz="half" idx="10"/>
          </p:nvPr>
        </p:nvSpPr>
        <p:spPr/>
        <p:txBody>
          <a:bodyPr/>
          <a:lstStyle/>
          <a:p>
            <a:fld id="{D38656C5-2DDE-454B-A78F-D9D73785D935}" type="datetimeFigureOut">
              <a:rPr lang="en-US" smtClean="0"/>
              <a:t>10/23/24</a:t>
            </a:fld>
            <a:endParaRPr lang="en-US"/>
          </a:p>
        </p:txBody>
      </p:sp>
      <p:sp>
        <p:nvSpPr>
          <p:cNvPr id="5" name="Footer Placeholder 4">
            <a:extLst>
              <a:ext uri="{FF2B5EF4-FFF2-40B4-BE49-F238E27FC236}">
                <a16:creationId xmlns:a16="http://schemas.microsoft.com/office/drawing/2014/main" id="{05594618-0588-F8DC-D026-E9E082ADA9C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8D2E4BA-AC45-9072-4268-55421FBD4430}"/>
              </a:ext>
            </a:extLst>
          </p:cNvPr>
          <p:cNvSpPr>
            <a:spLocks noGrp="1"/>
          </p:cNvSpPr>
          <p:nvPr>
            <p:ph type="sldNum" sz="quarter" idx="12"/>
          </p:nvPr>
        </p:nvSpPr>
        <p:spPr/>
        <p:txBody>
          <a:bodyPr/>
          <a:lstStyle/>
          <a:p>
            <a:fld id="{2BDFC5E2-9F0C-D24D-80A4-CB3D6FA65022}" type="slidenum">
              <a:rPr lang="en-US" smtClean="0"/>
              <a:t>‹#›</a:t>
            </a:fld>
            <a:endParaRPr lang="en-US"/>
          </a:p>
        </p:txBody>
      </p:sp>
      <p:grpSp>
        <p:nvGrpSpPr>
          <p:cNvPr id="7" name="Group 6">
            <a:extLst>
              <a:ext uri="{FF2B5EF4-FFF2-40B4-BE49-F238E27FC236}">
                <a16:creationId xmlns:a16="http://schemas.microsoft.com/office/drawing/2014/main" id="{8BE50B50-B3C3-AA54-98A0-B68D6EEC82E3}"/>
              </a:ext>
            </a:extLst>
          </p:cNvPr>
          <p:cNvGrpSpPr/>
          <p:nvPr userDrawn="1"/>
        </p:nvGrpSpPr>
        <p:grpSpPr>
          <a:xfrm>
            <a:off x="838200" y="4221089"/>
            <a:ext cx="1264756" cy="50079"/>
            <a:chOff x="654424" y="1831094"/>
            <a:chExt cx="2112845" cy="95765"/>
          </a:xfrm>
        </p:grpSpPr>
        <p:sp>
          <p:nvSpPr>
            <p:cNvPr id="8" name="Rectangle 7">
              <a:extLst>
                <a:ext uri="{FF2B5EF4-FFF2-40B4-BE49-F238E27FC236}">
                  <a16:creationId xmlns:a16="http://schemas.microsoft.com/office/drawing/2014/main" id="{942DA5AD-3762-2576-1178-28EC021AA812}"/>
                </a:ext>
              </a:extLst>
            </p:cNvPr>
            <p:cNvSpPr/>
            <p:nvPr/>
          </p:nvSpPr>
          <p:spPr>
            <a:xfrm>
              <a:off x="654424" y="1831096"/>
              <a:ext cx="708211" cy="9576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71C5D3B3-AE13-E89F-D501-9D537D9C1DB3}"/>
                </a:ext>
              </a:extLst>
            </p:cNvPr>
            <p:cNvSpPr/>
            <p:nvPr/>
          </p:nvSpPr>
          <p:spPr>
            <a:xfrm>
              <a:off x="1362635" y="1831095"/>
              <a:ext cx="708211" cy="95763"/>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20784E1-4B83-5E9B-C93A-9756F20AB231}"/>
                </a:ext>
              </a:extLst>
            </p:cNvPr>
            <p:cNvSpPr/>
            <p:nvPr/>
          </p:nvSpPr>
          <p:spPr>
            <a:xfrm>
              <a:off x="2059059" y="1831094"/>
              <a:ext cx="708210" cy="9576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1" name="Triangle 10">
            <a:extLst>
              <a:ext uri="{FF2B5EF4-FFF2-40B4-BE49-F238E27FC236}">
                <a16:creationId xmlns:a16="http://schemas.microsoft.com/office/drawing/2014/main" id="{02B3EDA8-D40D-6C07-4FD1-722C6C996C70}"/>
              </a:ext>
            </a:extLst>
          </p:cNvPr>
          <p:cNvSpPr/>
          <p:nvPr userDrawn="1"/>
        </p:nvSpPr>
        <p:spPr>
          <a:xfrm rot="14198311">
            <a:off x="10747919" y="-241563"/>
            <a:ext cx="431988" cy="649190"/>
          </a:xfrm>
          <a:prstGeom prst="triangle">
            <a:avLst>
              <a:gd name="adj" fmla="val 24397"/>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riangle 11">
            <a:extLst>
              <a:ext uri="{FF2B5EF4-FFF2-40B4-BE49-F238E27FC236}">
                <a16:creationId xmlns:a16="http://schemas.microsoft.com/office/drawing/2014/main" id="{4B176F2E-6AB5-B579-3474-AEED7D65044D}"/>
              </a:ext>
            </a:extLst>
          </p:cNvPr>
          <p:cNvSpPr/>
          <p:nvPr userDrawn="1"/>
        </p:nvSpPr>
        <p:spPr>
          <a:xfrm rot="17685219">
            <a:off x="11622636" y="432034"/>
            <a:ext cx="370137" cy="517923"/>
          </a:xfrm>
          <a:prstGeom prst="triangle">
            <a:avLst>
              <a:gd name="adj" fmla="val 24397"/>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riangle 12">
            <a:extLst>
              <a:ext uri="{FF2B5EF4-FFF2-40B4-BE49-F238E27FC236}">
                <a16:creationId xmlns:a16="http://schemas.microsoft.com/office/drawing/2014/main" id="{15AF3944-6330-0483-6DB7-1FF3872E6413}"/>
              </a:ext>
            </a:extLst>
          </p:cNvPr>
          <p:cNvSpPr/>
          <p:nvPr userDrawn="1"/>
        </p:nvSpPr>
        <p:spPr>
          <a:xfrm rot="9175927">
            <a:off x="9133839" y="315833"/>
            <a:ext cx="357293" cy="421637"/>
          </a:xfrm>
          <a:prstGeom prst="triangle">
            <a:avLst>
              <a:gd name="adj" fmla="val 10958"/>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643973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C63845-E368-356A-AF88-E910D4F6972F}"/>
              </a:ext>
            </a:extLst>
          </p:cNvPr>
          <p:cNvSpPr>
            <a:spLocks noGrp="1"/>
          </p:cNvSpPr>
          <p:nvPr>
            <p:ph type="title"/>
          </p:nvPr>
        </p:nvSpPr>
        <p:spPr>
          <a:xfrm>
            <a:off x="738810" y="876064"/>
            <a:ext cx="10515600" cy="729396"/>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EF7F3C5E-C0C9-06D3-36A5-042A41BC9ACC}"/>
              </a:ext>
            </a:extLst>
          </p:cNvPr>
          <p:cNvSpPr>
            <a:spLocks noGrp="1"/>
          </p:cNvSpPr>
          <p:nvPr>
            <p:ph sz="half" idx="1"/>
          </p:nvPr>
        </p:nvSpPr>
        <p:spPr>
          <a:xfrm>
            <a:off x="838200" y="2023117"/>
            <a:ext cx="5181600" cy="415384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0B63562-696B-2934-7160-66378272CA3A}"/>
              </a:ext>
            </a:extLst>
          </p:cNvPr>
          <p:cNvSpPr>
            <a:spLocks noGrp="1"/>
          </p:cNvSpPr>
          <p:nvPr>
            <p:ph sz="half" idx="2"/>
          </p:nvPr>
        </p:nvSpPr>
        <p:spPr>
          <a:xfrm>
            <a:off x="6172200" y="2023117"/>
            <a:ext cx="5181600" cy="415384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BBC65F0-9CCA-FA0E-EE84-F9A40CA01CB6}"/>
              </a:ext>
            </a:extLst>
          </p:cNvPr>
          <p:cNvSpPr>
            <a:spLocks noGrp="1"/>
          </p:cNvSpPr>
          <p:nvPr>
            <p:ph type="dt" sz="half" idx="10"/>
          </p:nvPr>
        </p:nvSpPr>
        <p:spPr/>
        <p:txBody>
          <a:bodyPr/>
          <a:lstStyle/>
          <a:p>
            <a:fld id="{D38656C5-2DDE-454B-A78F-D9D73785D935}" type="datetimeFigureOut">
              <a:rPr lang="en-US" smtClean="0"/>
              <a:t>10/23/24</a:t>
            </a:fld>
            <a:endParaRPr lang="en-US"/>
          </a:p>
        </p:txBody>
      </p:sp>
      <p:sp>
        <p:nvSpPr>
          <p:cNvPr id="6" name="Footer Placeholder 5">
            <a:extLst>
              <a:ext uri="{FF2B5EF4-FFF2-40B4-BE49-F238E27FC236}">
                <a16:creationId xmlns:a16="http://schemas.microsoft.com/office/drawing/2014/main" id="{98AE0871-DD9F-5243-705C-C5913DE3019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FA6DC59-BCFD-738A-86E8-14630DC7CA98}"/>
              </a:ext>
            </a:extLst>
          </p:cNvPr>
          <p:cNvSpPr>
            <a:spLocks noGrp="1"/>
          </p:cNvSpPr>
          <p:nvPr>
            <p:ph type="sldNum" sz="quarter" idx="12"/>
          </p:nvPr>
        </p:nvSpPr>
        <p:spPr/>
        <p:txBody>
          <a:bodyPr/>
          <a:lstStyle/>
          <a:p>
            <a:fld id="{2BDFC5E2-9F0C-D24D-80A4-CB3D6FA65022}" type="slidenum">
              <a:rPr lang="en-US" smtClean="0"/>
              <a:t>‹#›</a:t>
            </a:fld>
            <a:endParaRPr lang="en-US"/>
          </a:p>
        </p:txBody>
      </p:sp>
      <p:grpSp>
        <p:nvGrpSpPr>
          <p:cNvPr id="8" name="Group 7">
            <a:extLst>
              <a:ext uri="{FF2B5EF4-FFF2-40B4-BE49-F238E27FC236}">
                <a16:creationId xmlns:a16="http://schemas.microsoft.com/office/drawing/2014/main" id="{B8DB836C-C731-4785-A784-8CF41C1DA1CB}"/>
              </a:ext>
            </a:extLst>
          </p:cNvPr>
          <p:cNvGrpSpPr/>
          <p:nvPr userDrawn="1"/>
        </p:nvGrpSpPr>
        <p:grpSpPr>
          <a:xfrm>
            <a:off x="838200" y="1685852"/>
            <a:ext cx="1264756" cy="50079"/>
            <a:chOff x="654424" y="1831094"/>
            <a:chExt cx="2112845" cy="95765"/>
          </a:xfrm>
        </p:grpSpPr>
        <p:sp>
          <p:nvSpPr>
            <p:cNvPr id="9" name="Rectangle 8">
              <a:extLst>
                <a:ext uri="{FF2B5EF4-FFF2-40B4-BE49-F238E27FC236}">
                  <a16:creationId xmlns:a16="http://schemas.microsoft.com/office/drawing/2014/main" id="{5438B2FD-AFBA-0126-55D1-5D9730D946A7}"/>
                </a:ext>
              </a:extLst>
            </p:cNvPr>
            <p:cNvSpPr/>
            <p:nvPr/>
          </p:nvSpPr>
          <p:spPr>
            <a:xfrm>
              <a:off x="654424" y="1831096"/>
              <a:ext cx="708211" cy="9576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9D80104B-F103-41D4-AB14-A0F7E99DF320}"/>
                </a:ext>
              </a:extLst>
            </p:cNvPr>
            <p:cNvSpPr/>
            <p:nvPr/>
          </p:nvSpPr>
          <p:spPr>
            <a:xfrm>
              <a:off x="1362635" y="1831095"/>
              <a:ext cx="708211" cy="95763"/>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26B5EBB8-193F-FF56-6BE7-B13957FECFA1}"/>
                </a:ext>
              </a:extLst>
            </p:cNvPr>
            <p:cNvSpPr/>
            <p:nvPr/>
          </p:nvSpPr>
          <p:spPr>
            <a:xfrm>
              <a:off x="2059059" y="1831094"/>
              <a:ext cx="708210" cy="9576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3" name="Triangle 12">
            <a:extLst>
              <a:ext uri="{FF2B5EF4-FFF2-40B4-BE49-F238E27FC236}">
                <a16:creationId xmlns:a16="http://schemas.microsoft.com/office/drawing/2014/main" id="{137D22C8-91F4-513A-1710-AC2BD8253AE5}"/>
              </a:ext>
            </a:extLst>
          </p:cNvPr>
          <p:cNvSpPr/>
          <p:nvPr userDrawn="1"/>
        </p:nvSpPr>
        <p:spPr>
          <a:xfrm rot="14198311">
            <a:off x="10747919" y="-241563"/>
            <a:ext cx="431988" cy="649190"/>
          </a:xfrm>
          <a:prstGeom prst="triangle">
            <a:avLst>
              <a:gd name="adj" fmla="val 24397"/>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riangle 13">
            <a:extLst>
              <a:ext uri="{FF2B5EF4-FFF2-40B4-BE49-F238E27FC236}">
                <a16:creationId xmlns:a16="http://schemas.microsoft.com/office/drawing/2014/main" id="{AA4400D6-AB82-754F-7029-AB8381F52D02}"/>
              </a:ext>
            </a:extLst>
          </p:cNvPr>
          <p:cNvSpPr/>
          <p:nvPr userDrawn="1"/>
        </p:nvSpPr>
        <p:spPr>
          <a:xfrm rot="17685219">
            <a:off x="11622636" y="432034"/>
            <a:ext cx="370137" cy="517923"/>
          </a:xfrm>
          <a:prstGeom prst="triangle">
            <a:avLst>
              <a:gd name="adj" fmla="val 24397"/>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riangle 14">
            <a:extLst>
              <a:ext uri="{FF2B5EF4-FFF2-40B4-BE49-F238E27FC236}">
                <a16:creationId xmlns:a16="http://schemas.microsoft.com/office/drawing/2014/main" id="{9DA6AFDA-ABF6-430C-EC32-4ED613F62CF5}"/>
              </a:ext>
            </a:extLst>
          </p:cNvPr>
          <p:cNvSpPr/>
          <p:nvPr userDrawn="1"/>
        </p:nvSpPr>
        <p:spPr>
          <a:xfrm rot="9175927">
            <a:off x="9133839" y="315833"/>
            <a:ext cx="357293" cy="421637"/>
          </a:xfrm>
          <a:prstGeom prst="triangle">
            <a:avLst>
              <a:gd name="adj" fmla="val 10958"/>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607384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6D2CF2-E45B-C30D-DC5F-130917464D31}"/>
              </a:ext>
            </a:extLst>
          </p:cNvPr>
          <p:cNvSpPr>
            <a:spLocks noGrp="1"/>
          </p:cNvSpPr>
          <p:nvPr>
            <p:ph type="title"/>
          </p:nvPr>
        </p:nvSpPr>
        <p:spPr>
          <a:xfrm>
            <a:off x="738810" y="876064"/>
            <a:ext cx="10515600" cy="729396"/>
          </a:xfrm>
        </p:spPr>
        <p:txBody>
          <a:bodyPr/>
          <a:lstStyle/>
          <a:p>
            <a:r>
              <a:rPr lang="en-US"/>
              <a:t>Click to edit Master title style</a:t>
            </a:r>
          </a:p>
        </p:txBody>
      </p:sp>
      <p:sp>
        <p:nvSpPr>
          <p:cNvPr id="3" name="Date Placeholder 2">
            <a:extLst>
              <a:ext uri="{FF2B5EF4-FFF2-40B4-BE49-F238E27FC236}">
                <a16:creationId xmlns:a16="http://schemas.microsoft.com/office/drawing/2014/main" id="{4237B77D-038A-160C-BA5C-F14E1D1DB004}"/>
              </a:ext>
            </a:extLst>
          </p:cNvPr>
          <p:cNvSpPr>
            <a:spLocks noGrp="1"/>
          </p:cNvSpPr>
          <p:nvPr>
            <p:ph type="dt" sz="half" idx="10"/>
          </p:nvPr>
        </p:nvSpPr>
        <p:spPr/>
        <p:txBody>
          <a:bodyPr/>
          <a:lstStyle/>
          <a:p>
            <a:fld id="{D38656C5-2DDE-454B-A78F-D9D73785D935}" type="datetimeFigureOut">
              <a:rPr lang="en-US" smtClean="0"/>
              <a:t>10/23/24</a:t>
            </a:fld>
            <a:endParaRPr lang="en-US"/>
          </a:p>
        </p:txBody>
      </p:sp>
      <p:sp>
        <p:nvSpPr>
          <p:cNvPr id="4" name="Footer Placeholder 3">
            <a:extLst>
              <a:ext uri="{FF2B5EF4-FFF2-40B4-BE49-F238E27FC236}">
                <a16:creationId xmlns:a16="http://schemas.microsoft.com/office/drawing/2014/main" id="{7E565472-8FB7-45F3-384B-E3EBB4684EC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81D6D78-B124-5D9E-62A7-4114D43F13AE}"/>
              </a:ext>
            </a:extLst>
          </p:cNvPr>
          <p:cNvSpPr>
            <a:spLocks noGrp="1"/>
          </p:cNvSpPr>
          <p:nvPr>
            <p:ph type="sldNum" sz="quarter" idx="12"/>
          </p:nvPr>
        </p:nvSpPr>
        <p:spPr/>
        <p:txBody>
          <a:bodyPr/>
          <a:lstStyle/>
          <a:p>
            <a:fld id="{2BDFC5E2-9F0C-D24D-80A4-CB3D6FA65022}" type="slidenum">
              <a:rPr lang="en-US" smtClean="0"/>
              <a:t>‹#›</a:t>
            </a:fld>
            <a:endParaRPr lang="en-US"/>
          </a:p>
        </p:txBody>
      </p:sp>
      <p:grpSp>
        <p:nvGrpSpPr>
          <p:cNvPr id="6" name="Group 5">
            <a:extLst>
              <a:ext uri="{FF2B5EF4-FFF2-40B4-BE49-F238E27FC236}">
                <a16:creationId xmlns:a16="http://schemas.microsoft.com/office/drawing/2014/main" id="{07492C9B-3612-5CC9-1E4D-21D889B69EA8}"/>
              </a:ext>
            </a:extLst>
          </p:cNvPr>
          <p:cNvGrpSpPr/>
          <p:nvPr userDrawn="1"/>
        </p:nvGrpSpPr>
        <p:grpSpPr>
          <a:xfrm>
            <a:off x="838200" y="1685852"/>
            <a:ext cx="1264756" cy="50079"/>
            <a:chOff x="654424" y="1831094"/>
            <a:chExt cx="2112845" cy="95765"/>
          </a:xfrm>
        </p:grpSpPr>
        <p:sp>
          <p:nvSpPr>
            <p:cNvPr id="7" name="Rectangle 6">
              <a:extLst>
                <a:ext uri="{FF2B5EF4-FFF2-40B4-BE49-F238E27FC236}">
                  <a16:creationId xmlns:a16="http://schemas.microsoft.com/office/drawing/2014/main" id="{90A4B46E-693B-4827-279F-0CB0D27ED71B}"/>
                </a:ext>
              </a:extLst>
            </p:cNvPr>
            <p:cNvSpPr/>
            <p:nvPr/>
          </p:nvSpPr>
          <p:spPr>
            <a:xfrm>
              <a:off x="654424" y="1831096"/>
              <a:ext cx="708211" cy="9576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E07CB3E8-F053-3377-881B-EF31B2F1388A}"/>
                </a:ext>
              </a:extLst>
            </p:cNvPr>
            <p:cNvSpPr/>
            <p:nvPr/>
          </p:nvSpPr>
          <p:spPr>
            <a:xfrm>
              <a:off x="1362635" y="1831095"/>
              <a:ext cx="708211" cy="95763"/>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7623D470-1F4F-225F-5852-5FDFC473E079}"/>
                </a:ext>
              </a:extLst>
            </p:cNvPr>
            <p:cNvSpPr/>
            <p:nvPr/>
          </p:nvSpPr>
          <p:spPr>
            <a:xfrm>
              <a:off x="2059059" y="1831094"/>
              <a:ext cx="708210" cy="9576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 name="Triangle 9">
            <a:extLst>
              <a:ext uri="{FF2B5EF4-FFF2-40B4-BE49-F238E27FC236}">
                <a16:creationId xmlns:a16="http://schemas.microsoft.com/office/drawing/2014/main" id="{73D29306-740A-96F1-E1DC-0C95E74EAE4E}"/>
              </a:ext>
            </a:extLst>
          </p:cNvPr>
          <p:cNvSpPr/>
          <p:nvPr userDrawn="1"/>
        </p:nvSpPr>
        <p:spPr>
          <a:xfrm rot="14198311">
            <a:off x="10747919" y="-241563"/>
            <a:ext cx="431988" cy="649190"/>
          </a:xfrm>
          <a:prstGeom prst="triangle">
            <a:avLst>
              <a:gd name="adj" fmla="val 24397"/>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riangle 10">
            <a:extLst>
              <a:ext uri="{FF2B5EF4-FFF2-40B4-BE49-F238E27FC236}">
                <a16:creationId xmlns:a16="http://schemas.microsoft.com/office/drawing/2014/main" id="{BF6977B1-DEC5-2F55-8D73-228ED66455BE}"/>
              </a:ext>
            </a:extLst>
          </p:cNvPr>
          <p:cNvSpPr/>
          <p:nvPr userDrawn="1"/>
        </p:nvSpPr>
        <p:spPr>
          <a:xfrm rot="17685219">
            <a:off x="11622636" y="432034"/>
            <a:ext cx="370137" cy="517923"/>
          </a:xfrm>
          <a:prstGeom prst="triangle">
            <a:avLst>
              <a:gd name="adj" fmla="val 24397"/>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riangle 11">
            <a:extLst>
              <a:ext uri="{FF2B5EF4-FFF2-40B4-BE49-F238E27FC236}">
                <a16:creationId xmlns:a16="http://schemas.microsoft.com/office/drawing/2014/main" id="{922D9864-CDD5-9D0F-43DC-7DA2524D0F5D}"/>
              </a:ext>
            </a:extLst>
          </p:cNvPr>
          <p:cNvSpPr/>
          <p:nvPr userDrawn="1"/>
        </p:nvSpPr>
        <p:spPr>
          <a:xfrm rot="9175927">
            <a:off x="9133839" y="315833"/>
            <a:ext cx="357293" cy="421637"/>
          </a:xfrm>
          <a:prstGeom prst="triangle">
            <a:avLst>
              <a:gd name="adj" fmla="val 10958"/>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178783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Blank">
    <p:bg>
      <p:bgPr>
        <a:solidFill>
          <a:schemeClr val="bg1"/>
        </a:solidFill>
        <a:effectLst/>
      </p:bgPr>
    </p:bg>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7637BA9-BC66-0ACF-96FA-CCA6654C96BA}"/>
              </a:ext>
            </a:extLst>
          </p:cNvPr>
          <p:cNvSpPr>
            <a:spLocks noGrp="1"/>
          </p:cNvSpPr>
          <p:nvPr>
            <p:ph type="dt" sz="half" idx="10"/>
          </p:nvPr>
        </p:nvSpPr>
        <p:spPr/>
        <p:txBody>
          <a:bodyPr/>
          <a:lstStyle/>
          <a:p>
            <a:fld id="{D38656C5-2DDE-454B-A78F-D9D73785D935}" type="datetimeFigureOut">
              <a:rPr lang="en-US" smtClean="0"/>
              <a:t>10/23/24</a:t>
            </a:fld>
            <a:endParaRPr lang="en-US"/>
          </a:p>
        </p:txBody>
      </p:sp>
      <p:sp>
        <p:nvSpPr>
          <p:cNvPr id="3" name="Footer Placeholder 2">
            <a:extLst>
              <a:ext uri="{FF2B5EF4-FFF2-40B4-BE49-F238E27FC236}">
                <a16:creationId xmlns:a16="http://schemas.microsoft.com/office/drawing/2014/main" id="{5ABE6A95-B9E8-F48E-D39B-7325801FE78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CF3F8A8-826C-DCA2-B8EA-F5831EFCBAFD}"/>
              </a:ext>
            </a:extLst>
          </p:cNvPr>
          <p:cNvSpPr>
            <a:spLocks noGrp="1"/>
          </p:cNvSpPr>
          <p:nvPr>
            <p:ph type="sldNum" sz="quarter" idx="12"/>
          </p:nvPr>
        </p:nvSpPr>
        <p:spPr/>
        <p:txBody>
          <a:bodyPr/>
          <a:lstStyle/>
          <a:p>
            <a:fld id="{2BDFC5E2-9F0C-D24D-80A4-CB3D6FA65022}" type="slidenum">
              <a:rPr lang="en-US" smtClean="0"/>
              <a:t>‹#›</a:t>
            </a:fld>
            <a:endParaRPr lang="en-US"/>
          </a:p>
        </p:txBody>
      </p:sp>
    </p:spTree>
    <p:extLst>
      <p:ext uri="{BB962C8B-B14F-4D97-AF65-F5344CB8AC3E}">
        <p14:creationId xmlns:p14="http://schemas.microsoft.com/office/powerpoint/2010/main" val="87044350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A5C94B-F584-50D6-0DAB-DCC8CA963102}"/>
              </a:ext>
            </a:extLst>
          </p:cNvPr>
          <p:cNvSpPr>
            <a:spLocks noGrp="1"/>
          </p:cNvSpPr>
          <p:nvPr>
            <p:ph type="title"/>
          </p:nvPr>
        </p:nvSpPr>
        <p:spPr>
          <a:xfrm>
            <a:off x="740398" y="457200"/>
            <a:ext cx="3932237" cy="1600200"/>
          </a:xfrm>
        </p:spPr>
        <p:txBody>
          <a:bodyPr anchor="b">
            <a:normAutofit/>
          </a:bodyPr>
          <a:lstStyle>
            <a:lvl1pPr>
              <a:defRPr sz="2800"/>
            </a:lvl1pPr>
          </a:lstStyle>
          <a:p>
            <a:r>
              <a:rPr lang="en-US"/>
              <a:t>Click to edit Master title style</a:t>
            </a:r>
          </a:p>
        </p:txBody>
      </p:sp>
      <p:sp>
        <p:nvSpPr>
          <p:cNvPr id="3" name="Content Placeholder 2">
            <a:extLst>
              <a:ext uri="{FF2B5EF4-FFF2-40B4-BE49-F238E27FC236}">
                <a16:creationId xmlns:a16="http://schemas.microsoft.com/office/drawing/2014/main" id="{0161EF1F-10E0-79B2-2CA1-AF746322064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0D49667-C849-1730-F936-F8D3655D19DA}"/>
              </a:ext>
            </a:extLst>
          </p:cNvPr>
          <p:cNvSpPr>
            <a:spLocks noGrp="1"/>
          </p:cNvSpPr>
          <p:nvPr>
            <p:ph type="body" sz="half" idx="2"/>
          </p:nvPr>
        </p:nvSpPr>
        <p:spPr>
          <a:xfrm>
            <a:off x="839788" y="2249586"/>
            <a:ext cx="3932237" cy="361940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54A47D3-67EA-1A52-A756-B938888AC65B}"/>
              </a:ext>
            </a:extLst>
          </p:cNvPr>
          <p:cNvSpPr>
            <a:spLocks noGrp="1"/>
          </p:cNvSpPr>
          <p:nvPr>
            <p:ph type="dt" sz="half" idx="10"/>
          </p:nvPr>
        </p:nvSpPr>
        <p:spPr/>
        <p:txBody>
          <a:bodyPr/>
          <a:lstStyle/>
          <a:p>
            <a:fld id="{D38656C5-2DDE-454B-A78F-D9D73785D935}" type="datetimeFigureOut">
              <a:rPr lang="en-US" smtClean="0"/>
              <a:t>10/23/24</a:t>
            </a:fld>
            <a:endParaRPr lang="en-US"/>
          </a:p>
        </p:txBody>
      </p:sp>
      <p:sp>
        <p:nvSpPr>
          <p:cNvPr id="6" name="Footer Placeholder 5">
            <a:extLst>
              <a:ext uri="{FF2B5EF4-FFF2-40B4-BE49-F238E27FC236}">
                <a16:creationId xmlns:a16="http://schemas.microsoft.com/office/drawing/2014/main" id="{0946C7ED-B9BD-18D3-229C-0A488D56607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14D3D4B-B3D2-31AD-187B-E91D62E4767C}"/>
              </a:ext>
            </a:extLst>
          </p:cNvPr>
          <p:cNvSpPr>
            <a:spLocks noGrp="1"/>
          </p:cNvSpPr>
          <p:nvPr>
            <p:ph type="sldNum" sz="quarter" idx="12"/>
          </p:nvPr>
        </p:nvSpPr>
        <p:spPr/>
        <p:txBody>
          <a:bodyPr/>
          <a:lstStyle/>
          <a:p>
            <a:fld id="{2BDFC5E2-9F0C-D24D-80A4-CB3D6FA65022}" type="slidenum">
              <a:rPr lang="en-US" smtClean="0"/>
              <a:t>‹#›</a:t>
            </a:fld>
            <a:endParaRPr lang="en-US"/>
          </a:p>
        </p:txBody>
      </p:sp>
      <p:grpSp>
        <p:nvGrpSpPr>
          <p:cNvPr id="8" name="Group 7">
            <a:extLst>
              <a:ext uri="{FF2B5EF4-FFF2-40B4-BE49-F238E27FC236}">
                <a16:creationId xmlns:a16="http://schemas.microsoft.com/office/drawing/2014/main" id="{8AFA920D-C54F-CB17-6F31-0FB938381CBE}"/>
              </a:ext>
            </a:extLst>
          </p:cNvPr>
          <p:cNvGrpSpPr/>
          <p:nvPr userDrawn="1"/>
        </p:nvGrpSpPr>
        <p:grpSpPr>
          <a:xfrm>
            <a:off x="838200" y="2078374"/>
            <a:ext cx="1264756" cy="50079"/>
            <a:chOff x="654424" y="1831094"/>
            <a:chExt cx="2112845" cy="95765"/>
          </a:xfrm>
        </p:grpSpPr>
        <p:sp>
          <p:nvSpPr>
            <p:cNvPr id="9" name="Rectangle 8">
              <a:extLst>
                <a:ext uri="{FF2B5EF4-FFF2-40B4-BE49-F238E27FC236}">
                  <a16:creationId xmlns:a16="http://schemas.microsoft.com/office/drawing/2014/main" id="{E7BD3685-5189-8E25-2B48-CA93DE02063B}"/>
                </a:ext>
              </a:extLst>
            </p:cNvPr>
            <p:cNvSpPr/>
            <p:nvPr/>
          </p:nvSpPr>
          <p:spPr>
            <a:xfrm>
              <a:off x="654424" y="1831096"/>
              <a:ext cx="708211" cy="9576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95E595D5-50F6-CFDB-7C99-63632372ECB0}"/>
                </a:ext>
              </a:extLst>
            </p:cNvPr>
            <p:cNvSpPr/>
            <p:nvPr/>
          </p:nvSpPr>
          <p:spPr>
            <a:xfrm>
              <a:off x="1362635" y="1831095"/>
              <a:ext cx="708211" cy="95763"/>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D43B8465-F416-1E8D-880C-FCC24C7E4F1D}"/>
                </a:ext>
              </a:extLst>
            </p:cNvPr>
            <p:cNvSpPr/>
            <p:nvPr/>
          </p:nvSpPr>
          <p:spPr>
            <a:xfrm>
              <a:off x="2059059" y="1831094"/>
              <a:ext cx="708210" cy="9576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Triangle 13">
            <a:extLst>
              <a:ext uri="{FF2B5EF4-FFF2-40B4-BE49-F238E27FC236}">
                <a16:creationId xmlns:a16="http://schemas.microsoft.com/office/drawing/2014/main" id="{2B47BDD8-66D4-EB70-940B-88E18C71CEB1}"/>
              </a:ext>
            </a:extLst>
          </p:cNvPr>
          <p:cNvSpPr/>
          <p:nvPr userDrawn="1"/>
        </p:nvSpPr>
        <p:spPr>
          <a:xfrm rot="14198311">
            <a:off x="10747919" y="-241563"/>
            <a:ext cx="431988" cy="649190"/>
          </a:xfrm>
          <a:prstGeom prst="triangle">
            <a:avLst>
              <a:gd name="adj" fmla="val 24397"/>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riangle 14">
            <a:extLst>
              <a:ext uri="{FF2B5EF4-FFF2-40B4-BE49-F238E27FC236}">
                <a16:creationId xmlns:a16="http://schemas.microsoft.com/office/drawing/2014/main" id="{4B07158A-44F2-B98F-449F-785B2FD80ED6}"/>
              </a:ext>
            </a:extLst>
          </p:cNvPr>
          <p:cNvSpPr/>
          <p:nvPr userDrawn="1"/>
        </p:nvSpPr>
        <p:spPr>
          <a:xfrm rot="17685219">
            <a:off x="11622636" y="432034"/>
            <a:ext cx="370137" cy="517923"/>
          </a:xfrm>
          <a:prstGeom prst="triangle">
            <a:avLst>
              <a:gd name="adj" fmla="val 24397"/>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riangle 15">
            <a:extLst>
              <a:ext uri="{FF2B5EF4-FFF2-40B4-BE49-F238E27FC236}">
                <a16:creationId xmlns:a16="http://schemas.microsoft.com/office/drawing/2014/main" id="{3E10A6AA-212C-D92F-517C-A6B0228FDA57}"/>
              </a:ext>
            </a:extLst>
          </p:cNvPr>
          <p:cNvSpPr/>
          <p:nvPr userDrawn="1"/>
        </p:nvSpPr>
        <p:spPr>
          <a:xfrm rot="9175927">
            <a:off x="9133839" y="315833"/>
            <a:ext cx="357293" cy="421637"/>
          </a:xfrm>
          <a:prstGeom prst="triangle">
            <a:avLst>
              <a:gd name="adj" fmla="val 10958"/>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5723541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0D53BE-9CDF-DE7A-0012-81A19C823695}"/>
              </a:ext>
            </a:extLst>
          </p:cNvPr>
          <p:cNvSpPr>
            <a:spLocks noGrp="1"/>
          </p:cNvSpPr>
          <p:nvPr>
            <p:ph type="title"/>
          </p:nvPr>
        </p:nvSpPr>
        <p:spPr>
          <a:xfrm>
            <a:off x="740398" y="457200"/>
            <a:ext cx="4839652" cy="1600200"/>
          </a:xfrm>
        </p:spPr>
        <p:txBody>
          <a:bodyPr anchor="b">
            <a:normAutofit/>
          </a:bodyPr>
          <a:lstStyle>
            <a:lvl1pPr>
              <a:defRPr sz="2800"/>
            </a:lvl1pPr>
          </a:lstStyle>
          <a:p>
            <a:r>
              <a:rPr lang="en-US"/>
              <a:t>Click to edit Master title style</a:t>
            </a:r>
          </a:p>
        </p:txBody>
      </p:sp>
      <p:sp>
        <p:nvSpPr>
          <p:cNvPr id="3" name="Picture Placeholder 2">
            <a:extLst>
              <a:ext uri="{FF2B5EF4-FFF2-40B4-BE49-F238E27FC236}">
                <a16:creationId xmlns:a16="http://schemas.microsoft.com/office/drawing/2014/main" id="{CDB71663-67DB-5C25-A8C2-CE681D1F49D9}"/>
              </a:ext>
            </a:extLst>
          </p:cNvPr>
          <p:cNvSpPr>
            <a:spLocks noGrp="1"/>
          </p:cNvSpPr>
          <p:nvPr>
            <p:ph type="pic" idx="1"/>
          </p:nvPr>
        </p:nvSpPr>
        <p:spPr>
          <a:xfrm>
            <a:off x="6096000" y="0"/>
            <a:ext cx="6102993" cy="6857999"/>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5" name="Date Placeholder 4">
            <a:extLst>
              <a:ext uri="{FF2B5EF4-FFF2-40B4-BE49-F238E27FC236}">
                <a16:creationId xmlns:a16="http://schemas.microsoft.com/office/drawing/2014/main" id="{AB11DF65-F7A6-E8DE-42B1-C772CECA30C6}"/>
              </a:ext>
            </a:extLst>
          </p:cNvPr>
          <p:cNvSpPr>
            <a:spLocks noGrp="1"/>
          </p:cNvSpPr>
          <p:nvPr>
            <p:ph type="dt" sz="half" idx="10"/>
          </p:nvPr>
        </p:nvSpPr>
        <p:spPr/>
        <p:txBody>
          <a:bodyPr/>
          <a:lstStyle/>
          <a:p>
            <a:fld id="{D38656C5-2DDE-454B-A78F-D9D73785D935}" type="datetimeFigureOut">
              <a:rPr lang="en-US" smtClean="0"/>
              <a:t>10/23/24</a:t>
            </a:fld>
            <a:endParaRPr lang="en-US"/>
          </a:p>
        </p:txBody>
      </p:sp>
      <p:sp>
        <p:nvSpPr>
          <p:cNvPr id="6" name="Footer Placeholder 5">
            <a:extLst>
              <a:ext uri="{FF2B5EF4-FFF2-40B4-BE49-F238E27FC236}">
                <a16:creationId xmlns:a16="http://schemas.microsoft.com/office/drawing/2014/main" id="{EB7F4357-2A99-32C0-CE96-D4E482D0AB5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077695F-C324-A71D-74B6-35313CED1E74}"/>
              </a:ext>
            </a:extLst>
          </p:cNvPr>
          <p:cNvSpPr>
            <a:spLocks noGrp="1"/>
          </p:cNvSpPr>
          <p:nvPr>
            <p:ph type="sldNum" sz="quarter" idx="12"/>
          </p:nvPr>
        </p:nvSpPr>
        <p:spPr/>
        <p:txBody>
          <a:bodyPr/>
          <a:lstStyle/>
          <a:p>
            <a:fld id="{2BDFC5E2-9F0C-D24D-80A4-CB3D6FA65022}" type="slidenum">
              <a:rPr lang="en-US" smtClean="0"/>
              <a:t>‹#›</a:t>
            </a:fld>
            <a:endParaRPr lang="en-US"/>
          </a:p>
        </p:txBody>
      </p:sp>
      <p:grpSp>
        <p:nvGrpSpPr>
          <p:cNvPr id="8" name="Group 7">
            <a:extLst>
              <a:ext uri="{FF2B5EF4-FFF2-40B4-BE49-F238E27FC236}">
                <a16:creationId xmlns:a16="http://schemas.microsoft.com/office/drawing/2014/main" id="{D0FC85A4-2E31-DD54-6BEA-113BD9686943}"/>
              </a:ext>
            </a:extLst>
          </p:cNvPr>
          <p:cNvGrpSpPr/>
          <p:nvPr userDrawn="1"/>
        </p:nvGrpSpPr>
        <p:grpSpPr>
          <a:xfrm>
            <a:off x="838200" y="2078374"/>
            <a:ext cx="1264756" cy="50079"/>
            <a:chOff x="654424" y="1831094"/>
            <a:chExt cx="2112845" cy="95765"/>
          </a:xfrm>
        </p:grpSpPr>
        <p:sp>
          <p:nvSpPr>
            <p:cNvPr id="9" name="Rectangle 8">
              <a:extLst>
                <a:ext uri="{FF2B5EF4-FFF2-40B4-BE49-F238E27FC236}">
                  <a16:creationId xmlns:a16="http://schemas.microsoft.com/office/drawing/2014/main" id="{EF0337AA-A906-C61D-EF17-A85C6E106C18}"/>
                </a:ext>
              </a:extLst>
            </p:cNvPr>
            <p:cNvSpPr/>
            <p:nvPr/>
          </p:nvSpPr>
          <p:spPr>
            <a:xfrm>
              <a:off x="654424" y="1831096"/>
              <a:ext cx="708211" cy="9576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191DD8C5-6E7F-B9AC-C9DB-7466BCBAABF5}"/>
                </a:ext>
              </a:extLst>
            </p:cNvPr>
            <p:cNvSpPr/>
            <p:nvPr/>
          </p:nvSpPr>
          <p:spPr>
            <a:xfrm>
              <a:off x="1362635" y="1831095"/>
              <a:ext cx="708211" cy="95763"/>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16941E94-A060-99AC-FC69-BB070ED082A8}"/>
                </a:ext>
              </a:extLst>
            </p:cNvPr>
            <p:cNvSpPr/>
            <p:nvPr/>
          </p:nvSpPr>
          <p:spPr>
            <a:xfrm>
              <a:off x="2059059" y="1831094"/>
              <a:ext cx="708210" cy="9576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Content Placeholder 2">
            <a:extLst>
              <a:ext uri="{FF2B5EF4-FFF2-40B4-BE49-F238E27FC236}">
                <a16:creationId xmlns:a16="http://schemas.microsoft.com/office/drawing/2014/main" id="{24C4D0B8-0439-31C7-5140-C2879D2D43A3}"/>
              </a:ext>
            </a:extLst>
          </p:cNvPr>
          <p:cNvSpPr>
            <a:spLocks noGrp="1"/>
          </p:cNvSpPr>
          <p:nvPr>
            <p:ph sz="half" idx="13"/>
          </p:nvPr>
        </p:nvSpPr>
        <p:spPr>
          <a:xfrm>
            <a:off x="838200" y="2246955"/>
            <a:ext cx="4839652" cy="379824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riangle 14">
            <a:extLst>
              <a:ext uri="{FF2B5EF4-FFF2-40B4-BE49-F238E27FC236}">
                <a16:creationId xmlns:a16="http://schemas.microsoft.com/office/drawing/2014/main" id="{07724B4D-627A-CD1B-43CD-233A0AEB34E6}"/>
              </a:ext>
            </a:extLst>
          </p:cNvPr>
          <p:cNvSpPr/>
          <p:nvPr userDrawn="1"/>
        </p:nvSpPr>
        <p:spPr>
          <a:xfrm rot="14198311">
            <a:off x="5281045" y="283992"/>
            <a:ext cx="431988" cy="649190"/>
          </a:xfrm>
          <a:prstGeom prst="triangle">
            <a:avLst>
              <a:gd name="adj" fmla="val 24397"/>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riangle 15">
            <a:extLst>
              <a:ext uri="{FF2B5EF4-FFF2-40B4-BE49-F238E27FC236}">
                <a16:creationId xmlns:a16="http://schemas.microsoft.com/office/drawing/2014/main" id="{557C8C1F-3FA1-0B65-1A7A-DC7908D39434}"/>
              </a:ext>
            </a:extLst>
          </p:cNvPr>
          <p:cNvSpPr/>
          <p:nvPr userDrawn="1"/>
        </p:nvSpPr>
        <p:spPr>
          <a:xfrm rot="17685219">
            <a:off x="5492783" y="5628245"/>
            <a:ext cx="370137" cy="517923"/>
          </a:xfrm>
          <a:prstGeom prst="triangle">
            <a:avLst>
              <a:gd name="adj" fmla="val 24397"/>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riangle 16">
            <a:extLst>
              <a:ext uri="{FF2B5EF4-FFF2-40B4-BE49-F238E27FC236}">
                <a16:creationId xmlns:a16="http://schemas.microsoft.com/office/drawing/2014/main" id="{EFD926B5-3905-28B3-77E1-EECB832FD4C0}"/>
              </a:ext>
            </a:extLst>
          </p:cNvPr>
          <p:cNvSpPr/>
          <p:nvPr userDrawn="1"/>
        </p:nvSpPr>
        <p:spPr>
          <a:xfrm rot="9175927">
            <a:off x="-96790" y="1138793"/>
            <a:ext cx="357293" cy="421637"/>
          </a:xfrm>
          <a:prstGeom prst="triangle">
            <a:avLst>
              <a:gd name="adj" fmla="val 10958"/>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52559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LaptopDevice with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0D53BE-9CDF-DE7A-0012-81A19C823695}"/>
              </a:ext>
            </a:extLst>
          </p:cNvPr>
          <p:cNvSpPr>
            <a:spLocks noGrp="1"/>
          </p:cNvSpPr>
          <p:nvPr>
            <p:ph type="title"/>
          </p:nvPr>
        </p:nvSpPr>
        <p:spPr>
          <a:xfrm>
            <a:off x="740398" y="457200"/>
            <a:ext cx="4839652" cy="1600200"/>
          </a:xfrm>
        </p:spPr>
        <p:txBody>
          <a:bodyPr anchor="b">
            <a:normAutofit/>
          </a:bodyPr>
          <a:lstStyle>
            <a:lvl1pPr>
              <a:defRPr sz="2800"/>
            </a:lvl1pPr>
          </a:lstStyle>
          <a:p>
            <a:r>
              <a:rPr lang="en-US"/>
              <a:t>Click to edit Master title style</a:t>
            </a:r>
          </a:p>
        </p:txBody>
      </p:sp>
      <p:sp>
        <p:nvSpPr>
          <p:cNvPr id="5" name="Date Placeholder 4">
            <a:extLst>
              <a:ext uri="{FF2B5EF4-FFF2-40B4-BE49-F238E27FC236}">
                <a16:creationId xmlns:a16="http://schemas.microsoft.com/office/drawing/2014/main" id="{AB11DF65-F7A6-E8DE-42B1-C772CECA30C6}"/>
              </a:ext>
            </a:extLst>
          </p:cNvPr>
          <p:cNvSpPr>
            <a:spLocks noGrp="1"/>
          </p:cNvSpPr>
          <p:nvPr>
            <p:ph type="dt" sz="half" idx="10"/>
          </p:nvPr>
        </p:nvSpPr>
        <p:spPr/>
        <p:txBody>
          <a:bodyPr/>
          <a:lstStyle/>
          <a:p>
            <a:fld id="{D38656C5-2DDE-454B-A78F-D9D73785D935}" type="datetimeFigureOut">
              <a:rPr lang="en-US" smtClean="0"/>
              <a:t>10/23/24</a:t>
            </a:fld>
            <a:endParaRPr lang="en-US"/>
          </a:p>
        </p:txBody>
      </p:sp>
      <p:sp>
        <p:nvSpPr>
          <p:cNvPr id="6" name="Footer Placeholder 5">
            <a:extLst>
              <a:ext uri="{FF2B5EF4-FFF2-40B4-BE49-F238E27FC236}">
                <a16:creationId xmlns:a16="http://schemas.microsoft.com/office/drawing/2014/main" id="{EB7F4357-2A99-32C0-CE96-D4E482D0AB5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077695F-C324-A71D-74B6-35313CED1E74}"/>
              </a:ext>
            </a:extLst>
          </p:cNvPr>
          <p:cNvSpPr>
            <a:spLocks noGrp="1"/>
          </p:cNvSpPr>
          <p:nvPr>
            <p:ph type="sldNum" sz="quarter" idx="12"/>
          </p:nvPr>
        </p:nvSpPr>
        <p:spPr/>
        <p:txBody>
          <a:bodyPr/>
          <a:lstStyle/>
          <a:p>
            <a:fld id="{2BDFC5E2-9F0C-D24D-80A4-CB3D6FA65022}" type="slidenum">
              <a:rPr lang="en-US" smtClean="0"/>
              <a:t>‹#›</a:t>
            </a:fld>
            <a:endParaRPr lang="en-US"/>
          </a:p>
        </p:txBody>
      </p:sp>
      <p:grpSp>
        <p:nvGrpSpPr>
          <p:cNvPr id="8" name="Group 7">
            <a:extLst>
              <a:ext uri="{FF2B5EF4-FFF2-40B4-BE49-F238E27FC236}">
                <a16:creationId xmlns:a16="http://schemas.microsoft.com/office/drawing/2014/main" id="{D0FC85A4-2E31-DD54-6BEA-113BD9686943}"/>
              </a:ext>
            </a:extLst>
          </p:cNvPr>
          <p:cNvGrpSpPr/>
          <p:nvPr userDrawn="1"/>
        </p:nvGrpSpPr>
        <p:grpSpPr>
          <a:xfrm>
            <a:off x="838200" y="2078374"/>
            <a:ext cx="1264756" cy="50079"/>
            <a:chOff x="654424" y="1831094"/>
            <a:chExt cx="2112845" cy="95765"/>
          </a:xfrm>
        </p:grpSpPr>
        <p:sp>
          <p:nvSpPr>
            <p:cNvPr id="9" name="Rectangle 8">
              <a:extLst>
                <a:ext uri="{FF2B5EF4-FFF2-40B4-BE49-F238E27FC236}">
                  <a16:creationId xmlns:a16="http://schemas.microsoft.com/office/drawing/2014/main" id="{EF0337AA-A906-C61D-EF17-A85C6E106C18}"/>
                </a:ext>
              </a:extLst>
            </p:cNvPr>
            <p:cNvSpPr/>
            <p:nvPr/>
          </p:nvSpPr>
          <p:spPr>
            <a:xfrm>
              <a:off x="654424" y="1831096"/>
              <a:ext cx="708211" cy="9576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191DD8C5-6E7F-B9AC-C9DB-7466BCBAABF5}"/>
                </a:ext>
              </a:extLst>
            </p:cNvPr>
            <p:cNvSpPr/>
            <p:nvPr/>
          </p:nvSpPr>
          <p:spPr>
            <a:xfrm>
              <a:off x="1362635" y="1831095"/>
              <a:ext cx="708211" cy="95763"/>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16941E94-A060-99AC-FC69-BB070ED082A8}"/>
                </a:ext>
              </a:extLst>
            </p:cNvPr>
            <p:cNvSpPr/>
            <p:nvPr/>
          </p:nvSpPr>
          <p:spPr>
            <a:xfrm>
              <a:off x="2059059" y="1831094"/>
              <a:ext cx="708210" cy="9576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Content Placeholder 2">
            <a:extLst>
              <a:ext uri="{FF2B5EF4-FFF2-40B4-BE49-F238E27FC236}">
                <a16:creationId xmlns:a16="http://schemas.microsoft.com/office/drawing/2014/main" id="{24C4D0B8-0439-31C7-5140-C2879D2D43A3}"/>
              </a:ext>
            </a:extLst>
          </p:cNvPr>
          <p:cNvSpPr>
            <a:spLocks noGrp="1"/>
          </p:cNvSpPr>
          <p:nvPr>
            <p:ph sz="half" idx="13"/>
          </p:nvPr>
        </p:nvSpPr>
        <p:spPr>
          <a:xfrm>
            <a:off x="838200" y="2246955"/>
            <a:ext cx="4839652" cy="379824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riangle 14">
            <a:extLst>
              <a:ext uri="{FF2B5EF4-FFF2-40B4-BE49-F238E27FC236}">
                <a16:creationId xmlns:a16="http://schemas.microsoft.com/office/drawing/2014/main" id="{07724B4D-627A-CD1B-43CD-233A0AEB34E6}"/>
              </a:ext>
            </a:extLst>
          </p:cNvPr>
          <p:cNvSpPr/>
          <p:nvPr userDrawn="1"/>
        </p:nvSpPr>
        <p:spPr>
          <a:xfrm rot="14198311">
            <a:off x="11051400" y="308419"/>
            <a:ext cx="601624" cy="904119"/>
          </a:xfrm>
          <a:prstGeom prst="triangle">
            <a:avLst>
              <a:gd name="adj" fmla="val 24397"/>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riangle 15">
            <a:extLst>
              <a:ext uri="{FF2B5EF4-FFF2-40B4-BE49-F238E27FC236}">
                <a16:creationId xmlns:a16="http://schemas.microsoft.com/office/drawing/2014/main" id="{557C8C1F-3FA1-0B65-1A7A-DC7908D39434}"/>
              </a:ext>
            </a:extLst>
          </p:cNvPr>
          <p:cNvSpPr/>
          <p:nvPr userDrawn="1"/>
        </p:nvSpPr>
        <p:spPr>
          <a:xfrm rot="17685219">
            <a:off x="11168731" y="5469114"/>
            <a:ext cx="370137" cy="517923"/>
          </a:xfrm>
          <a:prstGeom prst="triangle">
            <a:avLst>
              <a:gd name="adj" fmla="val 24397"/>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riangle 16">
            <a:extLst>
              <a:ext uri="{FF2B5EF4-FFF2-40B4-BE49-F238E27FC236}">
                <a16:creationId xmlns:a16="http://schemas.microsoft.com/office/drawing/2014/main" id="{EFD926B5-3905-28B3-77E1-EECB832FD4C0}"/>
              </a:ext>
            </a:extLst>
          </p:cNvPr>
          <p:cNvSpPr/>
          <p:nvPr userDrawn="1"/>
        </p:nvSpPr>
        <p:spPr>
          <a:xfrm rot="9175927">
            <a:off x="6690090" y="725954"/>
            <a:ext cx="357293" cy="421637"/>
          </a:xfrm>
          <a:prstGeom prst="triangle">
            <a:avLst>
              <a:gd name="adj" fmla="val 10958"/>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descr="A computer with a green screen&#10;&#10;Description automatically generated">
            <a:extLst>
              <a:ext uri="{FF2B5EF4-FFF2-40B4-BE49-F238E27FC236}">
                <a16:creationId xmlns:a16="http://schemas.microsoft.com/office/drawing/2014/main" id="{DEDCF8B1-515D-BCA8-8994-4186DA6910EC}"/>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5536982" y="1361366"/>
            <a:ext cx="8122344" cy="3888117"/>
          </a:xfrm>
          <a:prstGeom prst="rect">
            <a:avLst/>
          </a:prstGeom>
        </p:spPr>
      </p:pic>
      <p:sp>
        <p:nvSpPr>
          <p:cNvPr id="13" name="Picture Placeholder 2">
            <a:extLst>
              <a:ext uri="{FF2B5EF4-FFF2-40B4-BE49-F238E27FC236}">
                <a16:creationId xmlns:a16="http://schemas.microsoft.com/office/drawing/2014/main" id="{A00032CA-887F-A6BA-58C0-1A366B1FB532}"/>
              </a:ext>
            </a:extLst>
          </p:cNvPr>
          <p:cNvSpPr>
            <a:spLocks noGrp="1"/>
          </p:cNvSpPr>
          <p:nvPr>
            <p:ph type="pic" idx="1" hasCustomPrompt="1"/>
          </p:nvPr>
        </p:nvSpPr>
        <p:spPr>
          <a:xfrm>
            <a:off x="6654365" y="1534161"/>
            <a:ext cx="5598596" cy="3129280"/>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Add your product visual here</a:t>
            </a:r>
            <a:endParaRPr lang="en-US"/>
          </a:p>
        </p:txBody>
      </p:sp>
    </p:spTree>
    <p:extLst>
      <p:ext uri="{BB962C8B-B14F-4D97-AF65-F5344CB8AC3E}">
        <p14:creationId xmlns:p14="http://schemas.microsoft.com/office/powerpoint/2010/main" val="273266176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LaptopDevice with content 2">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AB11DF65-F7A6-E8DE-42B1-C772CECA30C6}"/>
              </a:ext>
            </a:extLst>
          </p:cNvPr>
          <p:cNvSpPr>
            <a:spLocks noGrp="1"/>
          </p:cNvSpPr>
          <p:nvPr>
            <p:ph type="dt" sz="half" idx="10"/>
          </p:nvPr>
        </p:nvSpPr>
        <p:spPr/>
        <p:txBody>
          <a:bodyPr/>
          <a:lstStyle/>
          <a:p>
            <a:fld id="{D38656C5-2DDE-454B-A78F-D9D73785D935}" type="datetimeFigureOut">
              <a:rPr lang="en-US" smtClean="0"/>
              <a:t>10/23/24</a:t>
            </a:fld>
            <a:endParaRPr lang="en-US"/>
          </a:p>
        </p:txBody>
      </p:sp>
      <p:sp>
        <p:nvSpPr>
          <p:cNvPr id="6" name="Footer Placeholder 5">
            <a:extLst>
              <a:ext uri="{FF2B5EF4-FFF2-40B4-BE49-F238E27FC236}">
                <a16:creationId xmlns:a16="http://schemas.microsoft.com/office/drawing/2014/main" id="{EB7F4357-2A99-32C0-CE96-D4E482D0AB5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077695F-C324-A71D-74B6-35313CED1E74}"/>
              </a:ext>
            </a:extLst>
          </p:cNvPr>
          <p:cNvSpPr>
            <a:spLocks noGrp="1"/>
          </p:cNvSpPr>
          <p:nvPr>
            <p:ph type="sldNum" sz="quarter" idx="12"/>
          </p:nvPr>
        </p:nvSpPr>
        <p:spPr/>
        <p:txBody>
          <a:bodyPr/>
          <a:lstStyle/>
          <a:p>
            <a:fld id="{2BDFC5E2-9F0C-D24D-80A4-CB3D6FA65022}" type="slidenum">
              <a:rPr lang="en-US" smtClean="0"/>
              <a:t>‹#›</a:t>
            </a:fld>
            <a:endParaRPr lang="en-US"/>
          </a:p>
        </p:txBody>
      </p:sp>
      <p:sp>
        <p:nvSpPr>
          <p:cNvPr id="15" name="Triangle 14">
            <a:extLst>
              <a:ext uri="{FF2B5EF4-FFF2-40B4-BE49-F238E27FC236}">
                <a16:creationId xmlns:a16="http://schemas.microsoft.com/office/drawing/2014/main" id="{07724B4D-627A-CD1B-43CD-233A0AEB34E6}"/>
              </a:ext>
            </a:extLst>
          </p:cNvPr>
          <p:cNvSpPr/>
          <p:nvPr userDrawn="1"/>
        </p:nvSpPr>
        <p:spPr>
          <a:xfrm rot="14198311">
            <a:off x="11051400" y="308419"/>
            <a:ext cx="601624" cy="904119"/>
          </a:xfrm>
          <a:prstGeom prst="triangle">
            <a:avLst>
              <a:gd name="adj" fmla="val 24397"/>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riangle 15">
            <a:extLst>
              <a:ext uri="{FF2B5EF4-FFF2-40B4-BE49-F238E27FC236}">
                <a16:creationId xmlns:a16="http://schemas.microsoft.com/office/drawing/2014/main" id="{557C8C1F-3FA1-0B65-1A7A-DC7908D39434}"/>
              </a:ext>
            </a:extLst>
          </p:cNvPr>
          <p:cNvSpPr/>
          <p:nvPr userDrawn="1"/>
        </p:nvSpPr>
        <p:spPr>
          <a:xfrm rot="17685219">
            <a:off x="11168731" y="5469114"/>
            <a:ext cx="370137" cy="517923"/>
          </a:xfrm>
          <a:prstGeom prst="triangle">
            <a:avLst>
              <a:gd name="adj" fmla="val 24397"/>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riangle 16">
            <a:extLst>
              <a:ext uri="{FF2B5EF4-FFF2-40B4-BE49-F238E27FC236}">
                <a16:creationId xmlns:a16="http://schemas.microsoft.com/office/drawing/2014/main" id="{EFD926B5-3905-28B3-77E1-EECB832FD4C0}"/>
              </a:ext>
            </a:extLst>
          </p:cNvPr>
          <p:cNvSpPr/>
          <p:nvPr userDrawn="1"/>
        </p:nvSpPr>
        <p:spPr>
          <a:xfrm rot="9175927">
            <a:off x="6690090" y="725954"/>
            <a:ext cx="357293" cy="421637"/>
          </a:xfrm>
          <a:prstGeom prst="triangle">
            <a:avLst>
              <a:gd name="adj" fmla="val 10958"/>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descr="A computer with a green screen&#10;&#10;Description automatically generated">
            <a:extLst>
              <a:ext uri="{FF2B5EF4-FFF2-40B4-BE49-F238E27FC236}">
                <a16:creationId xmlns:a16="http://schemas.microsoft.com/office/drawing/2014/main" id="{DEDCF8B1-515D-BCA8-8994-4186DA6910EC}"/>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17351" y="1402006"/>
            <a:ext cx="8122344" cy="3888117"/>
          </a:xfrm>
          <a:prstGeom prst="rect">
            <a:avLst/>
          </a:prstGeom>
        </p:spPr>
      </p:pic>
      <p:sp>
        <p:nvSpPr>
          <p:cNvPr id="13" name="Picture Placeholder 2">
            <a:extLst>
              <a:ext uri="{FF2B5EF4-FFF2-40B4-BE49-F238E27FC236}">
                <a16:creationId xmlns:a16="http://schemas.microsoft.com/office/drawing/2014/main" id="{A00032CA-887F-A6BA-58C0-1A366B1FB532}"/>
              </a:ext>
            </a:extLst>
          </p:cNvPr>
          <p:cNvSpPr>
            <a:spLocks noGrp="1"/>
          </p:cNvSpPr>
          <p:nvPr>
            <p:ph type="pic" idx="1" hasCustomPrompt="1"/>
          </p:nvPr>
        </p:nvSpPr>
        <p:spPr>
          <a:xfrm>
            <a:off x="32" y="1574801"/>
            <a:ext cx="5598596" cy="3129280"/>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Add your product visual here</a:t>
            </a:r>
            <a:endParaRPr lang="en-US"/>
          </a:p>
        </p:txBody>
      </p:sp>
      <p:sp>
        <p:nvSpPr>
          <p:cNvPr id="3" name="Title 1">
            <a:extLst>
              <a:ext uri="{FF2B5EF4-FFF2-40B4-BE49-F238E27FC236}">
                <a16:creationId xmlns:a16="http://schemas.microsoft.com/office/drawing/2014/main" id="{48242CB7-C153-3F0B-FC47-459ED15DD7B5}"/>
              </a:ext>
            </a:extLst>
          </p:cNvPr>
          <p:cNvSpPr>
            <a:spLocks noGrp="1"/>
          </p:cNvSpPr>
          <p:nvPr>
            <p:ph type="title"/>
          </p:nvPr>
        </p:nvSpPr>
        <p:spPr>
          <a:xfrm>
            <a:off x="6654582" y="457200"/>
            <a:ext cx="4839652" cy="1600200"/>
          </a:xfrm>
        </p:spPr>
        <p:txBody>
          <a:bodyPr anchor="b">
            <a:normAutofit/>
          </a:bodyPr>
          <a:lstStyle>
            <a:lvl1pPr>
              <a:defRPr sz="2800"/>
            </a:lvl1pPr>
          </a:lstStyle>
          <a:p>
            <a:r>
              <a:rPr lang="en-US"/>
              <a:t>Click to edit Master title style</a:t>
            </a:r>
          </a:p>
        </p:txBody>
      </p:sp>
      <p:grpSp>
        <p:nvGrpSpPr>
          <p:cNvPr id="4" name="Group 3">
            <a:extLst>
              <a:ext uri="{FF2B5EF4-FFF2-40B4-BE49-F238E27FC236}">
                <a16:creationId xmlns:a16="http://schemas.microsoft.com/office/drawing/2014/main" id="{23128D8C-8851-0F7C-1230-B7219E8439F2}"/>
              </a:ext>
            </a:extLst>
          </p:cNvPr>
          <p:cNvGrpSpPr/>
          <p:nvPr userDrawn="1"/>
        </p:nvGrpSpPr>
        <p:grpSpPr>
          <a:xfrm>
            <a:off x="6752384" y="2078374"/>
            <a:ext cx="1264756" cy="50079"/>
            <a:chOff x="654424" y="1831094"/>
            <a:chExt cx="2112845" cy="95765"/>
          </a:xfrm>
        </p:grpSpPr>
        <p:sp>
          <p:nvSpPr>
            <p:cNvPr id="18" name="Rectangle 17">
              <a:extLst>
                <a:ext uri="{FF2B5EF4-FFF2-40B4-BE49-F238E27FC236}">
                  <a16:creationId xmlns:a16="http://schemas.microsoft.com/office/drawing/2014/main" id="{EFE1AF63-4230-4562-4092-784EA1E611F0}"/>
                </a:ext>
              </a:extLst>
            </p:cNvPr>
            <p:cNvSpPr/>
            <p:nvPr/>
          </p:nvSpPr>
          <p:spPr>
            <a:xfrm>
              <a:off x="654424" y="1831096"/>
              <a:ext cx="708211" cy="9576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69F17579-DE78-0045-FB10-C6C029881ADA}"/>
                </a:ext>
              </a:extLst>
            </p:cNvPr>
            <p:cNvSpPr/>
            <p:nvPr/>
          </p:nvSpPr>
          <p:spPr>
            <a:xfrm>
              <a:off x="1362635" y="1831095"/>
              <a:ext cx="708211" cy="95763"/>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B6105DF2-A992-F74C-D1A2-63BD126ED079}"/>
                </a:ext>
              </a:extLst>
            </p:cNvPr>
            <p:cNvSpPr/>
            <p:nvPr/>
          </p:nvSpPr>
          <p:spPr>
            <a:xfrm>
              <a:off x="2059059" y="1831094"/>
              <a:ext cx="708210" cy="9576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1" name="Content Placeholder 2">
            <a:extLst>
              <a:ext uri="{FF2B5EF4-FFF2-40B4-BE49-F238E27FC236}">
                <a16:creationId xmlns:a16="http://schemas.microsoft.com/office/drawing/2014/main" id="{089568CC-3723-69BF-B7C8-E3BAC01F5449}"/>
              </a:ext>
            </a:extLst>
          </p:cNvPr>
          <p:cNvSpPr>
            <a:spLocks noGrp="1"/>
          </p:cNvSpPr>
          <p:nvPr>
            <p:ph sz="half" idx="13"/>
          </p:nvPr>
        </p:nvSpPr>
        <p:spPr>
          <a:xfrm>
            <a:off x="6752384" y="2246955"/>
            <a:ext cx="4839652" cy="379824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6714715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3_2xLaptopDevice with content">
    <p:spTree>
      <p:nvGrpSpPr>
        <p:cNvPr id="1" name=""/>
        <p:cNvGrpSpPr/>
        <p:nvPr/>
      </p:nvGrpSpPr>
      <p:grpSpPr>
        <a:xfrm>
          <a:off x="0" y="0"/>
          <a:ext cx="0" cy="0"/>
          <a:chOff x="0" y="0"/>
          <a:chExt cx="0" cy="0"/>
        </a:xfrm>
      </p:grpSpPr>
      <p:pic>
        <p:nvPicPr>
          <p:cNvPr id="12" name="Picture 11" descr="A computer with a green screen&#10;&#10;Description automatically generated">
            <a:extLst>
              <a:ext uri="{FF2B5EF4-FFF2-40B4-BE49-F238E27FC236}">
                <a16:creationId xmlns:a16="http://schemas.microsoft.com/office/drawing/2014/main" id="{DEDCF8B1-515D-BCA8-8994-4186DA6910EC}"/>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261173" y="853429"/>
            <a:ext cx="5939414" cy="2843162"/>
          </a:xfrm>
          <a:prstGeom prst="rect">
            <a:avLst/>
          </a:prstGeom>
        </p:spPr>
      </p:pic>
      <p:pic>
        <p:nvPicPr>
          <p:cNvPr id="9" name="Picture 8" descr="A computer with a green screen&#10;&#10;Description automatically generated">
            <a:extLst>
              <a:ext uri="{FF2B5EF4-FFF2-40B4-BE49-F238E27FC236}">
                <a16:creationId xmlns:a16="http://schemas.microsoft.com/office/drawing/2014/main" id="{E829B31C-9266-AE4D-2859-154706F1BD74}"/>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5991413" y="853429"/>
            <a:ext cx="5939414" cy="2843162"/>
          </a:xfrm>
          <a:prstGeom prst="rect">
            <a:avLst/>
          </a:prstGeom>
        </p:spPr>
      </p:pic>
      <p:sp>
        <p:nvSpPr>
          <p:cNvPr id="5" name="Date Placeholder 4">
            <a:extLst>
              <a:ext uri="{FF2B5EF4-FFF2-40B4-BE49-F238E27FC236}">
                <a16:creationId xmlns:a16="http://schemas.microsoft.com/office/drawing/2014/main" id="{AB11DF65-F7A6-E8DE-42B1-C772CECA30C6}"/>
              </a:ext>
            </a:extLst>
          </p:cNvPr>
          <p:cNvSpPr>
            <a:spLocks noGrp="1"/>
          </p:cNvSpPr>
          <p:nvPr userDrawn="1">
            <p:ph type="dt" sz="half" idx="10"/>
          </p:nvPr>
        </p:nvSpPr>
        <p:spPr/>
        <p:txBody>
          <a:bodyPr/>
          <a:lstStyle/>
          <a:p>
            <a:fld id="{D38656C5-2DDE-454B-A78F-D9D73785D935}" type="datetimeFigureOut">
              <a:rPr lang="en-US" smtClean="0"/>
              <a:t>10/23/24</a:t>
            </a:fld>
            <a:endParaRPr lang="en-US"/>
          </a:p>
        </p:txBody>
      </p:sp>
      <p:sp>
        <p:nvSpPr>
          <p:cNvPr id="6" name="Footer Placeholder 5">
            <a:extLst>
              <a:ext uri="{FF2B5EF4-FFF2-40B4-BE49-F238E27FC236}">
                <a16:creationId xmlns:a16="http://schemas.microsoft.com/office/drawing/2014/main" id="{EB7F4357-2A99-32C0-CE96-D4E482D0AB5B}"/>
              </a:ext>
            </a:extLst>
          </p:cNvPr>
          <p:cNvSpPr>
            <a:spLocks noGrp="1"/>
          </p:cNvSpPr>
          <p:nvPr userDrawn="1">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077695F-C324-A71D-74B6-35313CED1E74}"/>
              </a:ext>
            </a:extLst>
          </p:cNvPr>
          <p:cNvSpPr>
            <a:spLocks noGrp="1"/>
          </p:cNvSpPr>
          <p:nvPr userDrawn="1">
            <p:ph type="sldNum" sz="quarter" idx="12"/>
          </p:nvPr>
        </p:nvSpPr>
        <p:spPr/>
        <p:txBody>
          <a:bodyPr/>
          <a:lstStyle/>
          <a:p>
            <a:fld id="{2BDFC5E2-9F0C-D24D-80A4-CB3D6FA65022}" type="slidenum">
              <a:rPr lang="en-US" smtClean="0"/>
              <a:t>‹#›</a:t>
            </a:fld>
            <a:endParaRPr lang="en-US"/>
          </a:p>
        </p:txBody>
      </p:sp>
      <p:sp>
        <p:nvSpPr>
          <p:cNvPr id="15" name="Triangle 14">
            <a:extLst>
              <a:ext uri="{FF2B5EF4-FFF2-40B4-BE49-F238E27FC236}">
                <a16:creationId xmlns:a16="http://schemas.microsoft.com/office/drawing/2014/main" id="{07724B4D-627A-CD1B-43CD-233A0AEB34E6}"/>
              </a:ext>
            </a:extLst>
          </p:cNvPr>
          <p:cNvSpPr/>
          <p:nvPr userDrawn="1"/>
        </p:nvSpPr>
        <p:spPr>
          <a:xfrm rot="14198311">
            <a:off x="11270945" y="426727"/>
            <a:ext cx="445090" cy="668880"/>
          </a:xfrm>
          <a:prstGeom prst="triangle">
            <a:avLst>
              <a:gd name="adj" fmla="val 24397"/>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riangle 15">
            <a:extLst>
              <a:ext uri="{FF2B5EF4-FFF2-40B4-BE49-F238E27FC236}">
                <a16:creationId xmlns:a16="http://schemas.microsoft.com/office/drawing/2014/main" id="{557C8C1F-3FA1-0B65-1A7A-DC7908D39434}"/>
              </a:ext>
            </a:extLst>
          </p:cNvPr>
          <p:cNvSpPr/>
          <p:nvPr userDrawn="1"/>
        </p:nvSpPr>
        <p:spPr>
          <a:xfrm rot="17685219">
            <a:off x="11481390" y="5569065"/>
            <a:ext cx="370137" cy="517923"/>
          </a:xfrm>
          <a:prstGeom prst="triangle">
            <a:avLst>
              <a:gd name="adj" fmla="val 24397"/>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riangle 16">
            <a:extLst>
              <a:ext uri="{FF2B5EF4-FFF2-40B4-BE49-F238E27FC236}">
                <a16:creationId xmlns:a16="http://schemas.microsoft.com/office/drawing/2014/main" id="{EFD926B5-3905-28B3-77E1-EECB832FD4C0}"/>
              </a:ext>
            </a:extLst>
          </p:cNvPr>
          <p:cNvSpPr/>
          <p:nvPr userDrawn="1"/>
        </p:nvSpPr>
        <p:spPr>
          <a:xfrm rot="9175927">
            <a:off x="346892" y="1908567"/>
            <a:ext cx="357293" cy="421637"/>
          </a:xfrm>
          <a:prstGeom prst="triangle">
            <a:avLst>
              <a:gd name="adj" fmla="val 10958"/>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Picture Placeholder 2">
            <a:extLst>
              <a:ext uri="{FF2B5EF4-FFF2-40B4-BE49-F238E27FC236}">
                <a16:creationId xmlns:a16="http://schemas.microsoft.com/office/drawing/2014/main" id="{A00032CA-887F-A6BA-58C0-1A366B1FB532}"/>
              </a:ext>
            </a:extLst>
          </p:cNvPr>
          <p:cNvSpPr>
            <a:spLocks noGrp="1"/>
          </p:cNvSpPr>
          <p:nvPr userDrawn="1">
            <p:ph type="pic" idx="1" hasCustomPrompt="1"/>
          </p:nvPr>
        </p:nvSpPr>
        <p:spPr>
          <a:xfrm>
            <a:off x="1094811" y="977413"/>
            <a:ext cx="4035989" cy="2283947"/>
          </a:xfrm>
        </p:spPr>
        <p:txBody>
          <a:bodyPr>
            <a:normAutofit/>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Add your product visual here</a:t>
            </a:r>
            <a:endParaRPr lang="en-US"/>
          </a:p>
        </p:txBody>
      </p:sp>
      <p:sp>
        <p:nvSpPr>
          <p:cNvPr id="11" name="Picture Placeholder 2">
            <a:extLst>
              <a:ext uri="{FF2B5EF4-FFF2-40B4-BE49-F238E27FC236}">
                <a16:creationId xmlns:a16="http://schemas.microsoft.com/office/drawing/2014/main" id="{E45D1524-5FB6-B6EA-8528-FB66839A7B10}"/>
              </a:ext>
            </a:extLst>
          </p:cNvPr>
          <p:cNvSpPr>
            <a:spLocks noGrp="1"/>
          </p:cNvSpPr>
          <p:nvPr>
            <p:ph type="pic" idx="13" hasCustomPrompt="1"/>
          </p:nvPr>
        </p:nvSpPr>
        <p:spPr>
          <a:xfrm>
            <a:off x="6825051" y="977413"/>
            <a:ext cx="4035989" cy="2283947"/>
          </a:xfrm>
        </p:spPr>
        <p:txBody>
          <a:bodyPr>
            <a:normAutofit/>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Add your product visual here</a:t>
            </a:r>
            <a:endParaRPr lang="en-US"/>
          </a:p>
        </p:txBody>
      </p:sp>
      <p:sp>
        <p:nvSpPr>
          <p:cNvPr id="14" name="Title 1">
            <a:extLst>
              <a:ext uri="{FF2B5EF4-FFF2-40B4-BE49-F238E27FC236}">
                <a16:creationId xmlns:a16="http://schemas.microsoft.com/office/drawing/2014/main" id="{24F2ACBA-594C-6BA6-743F-49490C5E5940}"/>
              </a:ext>
            </a:extLst>
          </p:cNvPr>
          <p:cNvSpPr>
            <a:spLocks noGrp="1"/>
          </p:cNvSpPr>
          <p:nvPr>
            <p:ph type="title"/>
          </p:nvPr>
        </p:nvSpPr>
        <p:spPr>
          <a:xfrm>
            <a:off x="527297" y="3696591"/>
            <a:ext cx="5155300" cy="561707"/>
          </a:xfrm>
        </p:spPr>
        <p:txBody>
          <a:bodyPr anchor="b">
            <a:normAutofit/>
          </a:bodyPr>
          <a:lstStyle>
            <a:lvl1pPr>
              <a:defRPr sz="2400"/>
            </a:lvl1pPr>
          </a:lstStyle>
          <a:p>
            <a:r>
              <a:rPr lang="en-US"/>
              <a:t>Click to edit Master title style</a:t>
            </a:r>
          </a:p>
        </p:txBody>
      </p:sp>
      <p:sp>
        <p:nvSpPr>
          <p:cNvPr id="22" name="Content Placeholder 2">
            <a:extLst>
              <a:ext uri="{FF2B5EF4-FFF2-40B4-BE49-F238E27FC236}">
                <a16:creationId xmlns:a16="http://schemas.microsoft.com/office/drawing/2014/main" id="{409709F0-FD07-85E3-8B35-914DF77C6EF6}"/>
              </a:ext>
            </a:extLst>
          </p:cNvPr>
          <p:cNvSpPr>
            <a:spLocks noGrp="1"/>
          </p:cNvSpPr>
          <p:nvPr>
            <p:ph sz="half" idx="14"/>
          </p:nvPr>
        </p:nvSpPr>
        <p:spPr>
          <a:xfrm>
            <a:off x="525540" y="4446343"/>
            <a:ext cx="5155299" cy="16581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itle 1">
            <a:extLst>
              <a:ext uri="{FF2B5EF4-FFF2-40B4-BE49-F238E27FC236}">
                <a16:creationId xmlns:a16="http://schemas.microsoft.com/office/drawing/2014/main" id="{752D5CCE-DE4D-6731-6B66-A2035271D773}"/>
              </a:ext>
            </a:extLst>
          </p:cNvPr>
          <p:cNvSpPr txBox="1">
            <a:spLocks/>
          </p:cNvSpPr>
          <p:nvPr userDrawn="1"/>
        </p:nvSpPr>
        <p:spPr>
          <a:xfrm>
            <a:off x="6257537" y="3696591"/>
            <a:ext cx="5155300" cy="561707"/>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2400" b="1" i="0" kern="1200" spc="-15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stStyle>
          <a:p>
            <a:r>
              <a:rPr lang="en-GB"/>
              <a:t>Click to edit Master title style</a:t>
            </a:r>
            <a:endParaRPr lang="en-US"/>
          </a:p>
        </p:txBody>
      </p:sp>
      <p:sp>
        <p:nvSpPr>
          <p:cNvPr id="24" name="Content Placeholder 2">
            <a:extLst>
              <a:ext uri="{FF2B5EF4-FFF2-40B4-BE49-F238E27FC236}">
                <a16:creationId xmlns:a16="http://schemas.microsoft.com/office/drawing/2014/main" id="{2FA2E546-7B9C-6D0F-29CB-54A76394491F}"/>
              </a:ext>
            </a:extLst>
          </p:cNvPr>
          <p:cNvSpPr>
            <a:spLocks noGrp="1"/>
          </p:cNvSpPr>
          <p:nvPr>
            <p:ph sz="half" idx="15"/>
          </p:nvPr>
        </p:nvSpPr>
        <p:spPr>
          <a:xfrm>
            <a:off x="6255780" y="4446343"/>
            <a:ext cx="5155299" cy="16581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47610406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MobileDevice with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0D53BE-9CDF-DE7A-0012-81A19C823695}"/>
              </a:ext>
            </a:extLst>
          </p:cNvPr>
          <p:cNvSpPr>
            <a:spLocks noGrp="1"/>
          </p:cNvSpPr>
          <p:nvPr>
            <p:ph type="title"/>
          </p:nvPr>
        </p:nvSpPr>
        <p:spPr>
          <a:xfrm>
            <a:off x="740398" y="457200"/>
            <a:ext cx="4839652" cy="1600200"/>
          </a:xfrm>
        </p:spPr>
        <p:txBody>
          <a:bodyPr anchor="b">
            <a:normAutofit/>
          </a:bodyPr>
          <a:lstStyle>
            <a:lvl1pPr>
              <a:defRPr sz="2800"/>
            </a:lvl1pPr>
          </a:lstStyle>
          <a:p>
            <a:r>
              <a:rPr lang="en-US"/>
              <a:t>Click to edit Master title style</a:t>
            </a:r>
          </a:p>
        </p:txBody>
      </p:sp>
      <p:sp>
        <p:nvSpPr>
          <p:cNvPr id="5" name="Date Placeholder 4">
            <a:extLst>
              <a:ext uri="{FF2B5EF4-FFF2-40B4-BE49-F238E27FC236}">
                <a16:creationId xmlns:a16="http://schemas.microsoft.com/office/drawing/2014/main" id="{AB11DF65-F7A6-E8DE-42B1-C772CECA30C6}"/>
              </a:ext>
            </a:extLst>
          </p:cNvPr>
          <p:cNvSpPr>
            <a:spLocks noGrp="1"/>
          </p:cNvSpPr>
          <p:nvPr>
            <p:ph type="dt" sz="half" idx="10"/>
          </p:nvPr>
        </p:nvSpPr>
        <p:spPr/>
        <p:txBody>
          <a:bodyPr/>
          <a:lstStyle/>
          <a:p>
            <a:fld id="{D38656C5-2DDE-454B-A78F-D9D73785D935}" type="datetimeFigureOut">
              <a:rPr lang="en-US" smtClean="0"/>
              <a:t>10/23/24</a:t>
            </a:fld>
            <a:endParaRPr lang="en-US"/>
          </a:p>
        </p:txBody>
      </p:sp>
      <p:sp>
        <p:nvSpPr>
          <p:cNvPr id="6" name="Footer Placeholder 5">
            <a:extLst>
              <a:ext uri="{FF2B5EF4-FFF2-40B4-BE49-F238E27FC236}">
                <a16:creationId xmlns:a16="http://schemas.microsoft.com/office/drawing/2014/main" id="{EB7F4357-2A99-32C0-CE96-D4E482D0AB5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077695F-C324-A71D-74B6-35313CED1E74}"/>
              </a:ext>
            </a:extLst>
          </p:cNvPr>
          <p:cNvSpPr>
            <a:spLocks noGrp="1"/>
          </p:cNvSpPr>
          <p:nvPr>
            <p:ph type="sldNum" sz="quarter" idx="12"/>
          </p:nvPr>
        </p:nvSpPr>
        <p:spPr/>
        <p:txBody>
          <a:bodyPr/>
          <a:lstStyle/>
          <a:p>
            <a:fld id="{2BDFC5E2-9F0C-D24D-80A4-CB3D6FA65022}" type="slidenum">
              <a:rPr lang="en-US" smtClean="0"/>
              <a:t>‹#›</a:t>
            </a:fld>
            <a:endParaRPr lang="en-US"/>
          </a:p>
        </p:txBody>
      </p:sp>
      <p:grpSp>
        <p:nvGrpSpPr>
          <p:cNvPr id="8" name="Group 7">
            <a:extLst>
              <a:ext uri="{FF2B5EF4-FFF2-40B4-BE49-F238E27FC236}">
                <a16:creationId xmlns:a16="http://schemas.microsoft.com/office/drawing/2014/main" id="{D0FC85A4-2E31-DD54-6BEA-113BD9686943}"/>
              </a:ext>
            </a:extLst>
          </p:cNvPr>
          <p:cNvGrpSpPr/>
          <p:nvPr userDrawn="1"/>
        </p:nvGrpSpPr>
        <p:grpSpPr>
          <a:xfrm>
            <a:off x="838200" y="2078374"/>
            <a:ext cx="1264756" cy="50079"/>
            <a:chOff x="654424" y="1831094"/>
            <a:chExt cx="2112845" cy="95765"/>
          </a:xfrm>
        </p:grpSpPr>
        <p:sp>
          <p:nvSpPr>
            <p:cNvPr id="9" name="Rectangle 8">
              <a:extLst>
                <a:ext uri="{FF2B5EF4-FFF2-40B4-BE49-F238E27FC236}">
                  <a16:creationId xmlns:a16="http://schemas.microsoft.com/office/drawing/2014/main" id="{EF0337AA-A906-C61D-EF17-A85C6E106C18}"/>
                </a:ext>
              </a:extLst>
            </p:cNvPr>
            <p:cNvSpPr/>
            <p:nvPr/>
          </p:nvSpPr>
          <p:spPr>
            <a:xfrm>
              <a:off x="654424" y="1831096"/>
              <a:ext cx="708211" cy="9576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191DD8C5-6E7F-B9AC-C9DB-7466BCBAABF5}"/>
                </a:ext>
              </a:extLst>
            </p:cNvPr>
            <p:cNvSpPr/>
            <p:nvPr/>
          </p:nvSpPr>
          <p:spPr>
            <a:xfrm>
              <a:off x="1362635" y="1831095"/>
              <a:ext cx="708211" cy="95763"/>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16941E94-A060-99AC-FC69-BB070ED082A8}"/>
                </a:ext>
              </a:extLst>
            </p:cNvPr>
            <p:cNvSpPr/>
            <p:nvPr/>
          </p:nvSpPr>
          <p:spPr>
            <a:xfrm>
              <a:off x="2059059" y="1831094"/>
              <a:ext cx="708210" cy="9576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Content Placeholder 2">
            <a:extLst>
              <a:ext uri="{FF2B5EF4-FFF2-40B4-BE49-F238E27FC236}">
                <a16:creationId xmlns:a16="http://schemas.microsoft.com/office/drawing/2014/main" id="{24C4D0B8-0439-31C7-5140-C2879D2D43A3}"/>
              </a:ext>
            </a:extLst>
          </p:cNvPr>
          <p:cNvSpPr>
            <a:spLocks noGrp="1"/>
          </p:cNvSpPr>
          <p:nvPr>
            <p:ph sz="half" idx="13"/>
          </p:nvPr>
        </p:nvSpPr>
        <p:spPr>
          <a:xfrm>
            <a:off x="838200" y="2246955"/>
            <a:ext cx="4839652" cy="379824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riangle 14">
            <a:extLst>
              <a:ext uri="{FF2B5EF4-FFF2-40B4-BE49-F238E27FC236}">
                <a16:creationId xmlns:a16="http://schemas.microsoft.com/office/drawing/2014/main" id="{07724B4D-627A-CD1B-43CD-233A0AEB34E6}"/>
              </a:ext>
            </a:extLst>
          </p:cNvPr>
          <p:cNvSpPr/>
          <p:nvPr userDrawn="1"/>
        </p:nvSpPr>
        <p:spPr>
          <a:xfrm rot="14198311">
            <a:off x="11051400" y="308419"/>
            <a:ext cx="601624" cy="904119"/>
          </a:xfrm>
          <a:prstGeom prst="triangle">
            <a:avLst>
              <a:gd name="adj" fmla="val 24397"/>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riangle 15">
            <a:extLst>
              <a:ext uri="{FF2B5EF4-FFF2-40B4-BE49-F238E27FC236}">
                <a16:creationId xmlns:a16="http://schemas.microsoft.com/office/drawing/2014/main" id="{557C8C1F-3FA1-0B65-1A7A-DC7908D39434}"/>
              </a:ext>
            </a:extLst>
          </p:cNvPr>
          <p:cNvSpPr/>
          <p:nvPr userDrawn="1"/>
        </p:nvSpPr>
        <p:spPr>
          <a:xfrm rot="17685219">
            <a:off x="11168731" y="5469114"/>
            <a:ext cx="370137" cy="517923"/>
          </a:xfrm>
          <a:prstGeom prst="triangle">
            <a:avLst>
              <a:gd name="adj" fmla="val 24397"/>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riangle 16">
            <a:extLst>
              <a:ext uri="{FF2B5EF4-FFF2-40B4-BE49-F238E27FC236}">
                <a16:creationId xmlns:a16="http://schemas.microsoft.com/office/drawing/2014/main" id="{EFD926B5-3905-28B3-77E1-EECB832FD4C0}"/>
              </a:ext>
            </a:extLst>
          </p:cNvPr>
          <p:cNvSpPr/>
          <p:nvPr userDrawn="1"/>
        </p:nvSpPr>
        <p:spPr>
          <a:xfrm rot="9175927">
            <a:off x="6690090" y="725954"/>
            <a:ext cx="357293" cy="421637"/>
          </a:xfrm>
          <a:prstGeom prst="triangle">
            <a:avLst>
              <a:gd name="adj" fmla="val 10958"/>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EBD044DF-C767-913E-EB6D-A698AF53BBA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7848892" y="667753"/>
            <a:ext cx="2460361" cy="5218556"/>
          </a:xfrm>
          <a:prstGeom prst="rect">
            <a:avLst/>
          </a:prstGeom>
        </p:spPr>
      </p:pic>
      <p:sp>
        <p:nvSpPr>
          <p:cNvPr id="4" name="Picture Placeholder 2">
            <a:extLst>
              <a:ext uri="{FF2B5EF4-FFF2-40B4-BE49-F238E27FC236}">
                <a16:creationId xmlns:a16="http://schemas.microsoft.com/office/drawing/2014/main" id="{256CF1C0-95B7-04BD-4411-49DA2A778D62}"/>
              </a:ext>
            </a:extLst>
          </p:cNvPr>
          <p:cNvSpPr>
            <a:spLocks noGrp="1"/>
          </p:cNvSpPr>
          <p:nvPr>
            <p:ph type="pic" idx="14" hasCustomPrompt="1"/>
          </p:nvPr>
        </p:nvSpPr>
        <p:spPr>
          <a:xfrm>
            <a:off x="7986839" y="1181515"/>
            <a:ext cx="2184849" cy="4159228"/>
          </a:xfrm>
          <a:solidFill>
            <a:schemeClr val="accent2">
              <a:lumMod val="20000"/>
              <a:lumOff val="80000"/>
            </a:schemeClr>
          </a:solidFill>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Add your product visual here</a:t>
            </a:r>
            <a:endParaRPr lang="en-US"/>
          </a:p>
        </p:txBody>
      </p:sp>
    </p:spTree>
    <p:extLst>
      <p:ext uri="{BB962C8B-B14F-4D97-AF65-F5344CB8AC3E}">
        <p14:creationId xmlns:p14="http://schemas.microsoft.com/office/powerpoint/2010/main" val="164503240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3_2xMobileDevice with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0D53BE-9CDF-DE7A-0012-81A19C823695}"/>
              </a:ext>
            </a:extLst>
          </p:cNvPr>
          <p:cNvSpPr>
            <a:spLocks noGrp="1"/>
          </p:cNvSpPr>
          <p:nvPr>
            <p:ph type="title"/>
          </p:nvPr>
        </p:nvSpPr>
        <p:spPr>
          <a:xfrm>
            <a:off x="740398" y="457200"/>
            <a:ext cx="4839652" cy="1600200"/>
          </a:xfrm>
        </p:spPr>
        <p:txBody>
          <a:bodyPr anchor="b">
            <a:normAutofit/>
          </a:bodyPr>
          <a:lstStyle>
            <a:lvl1pPr>
              <a:defRPr sz="2800"/>
            </a:lvl1pPr>
          </a:lstStyle>
          <a:p>
            <a:r>
              <a:rPr lang="en-US"/>
              <a:t>Click to edit Master title style</a:t>
            </a:r>
          </a:p>
        </p:txBody>
      </p:sp>
      <p:sp>
        <p:nvSpPr>
          <p:cNvPr id="5" name="Date Placeholder 4">
            <a:extLst>
              <a:ext uri="{FF2B5EF4-FFF2-40B4-BE49-F238E27FC236}">
                <a16:creationId xmlns:a16="http://schemas.microsoft.com/office/drawing/2014/main" id="{AB11DF65-F7A6-E8DE-42B1-C772CECA30C6}"/>
              </a:ext>
            </a:extLst>
          </p:cNvPr>
          <p:cNvSpPr>
            <a:spLocks noGrp="1"/>
          </p:cNvSpPr>
          <p:nvPr>
            <p:ph type="dt" sz="half" idx="10"/>
          </p:nvPr>
        </p:nvSpPr>
        <p:spPr/>
        <p:txBody>
          <a:bodyPr/>
          <a:lstStyle/>
          <a:p>
            <a:fld id="{D38656C5-2DDE-454B-A78F-D9D73785D935}" type="datetimeFigureOut">
              <a:rPr lang="en-US" smtClean="0"/>
              <a:t>10/23/24</a:t>
            </a:fld>
            <a:endParaRPr lang="en-US"/>
          </a:p>
        </p:txBody>
      </p:sp>
      <p:sp>
        <p:nvSpPr>
          <p:cNvPr id="6" name="Footer Placeholder 5">
            <a:extLst>
              <a:ext uri="{FF2B5EF4-FFF2-40B4-BE49-F238E27FC236}">
                <a16:creationId xmlns:a16="http://schemas.microsoft.com/office/drawing/2014/main" id="{EB7F4357-2A99-32C0-CE96-D4E482D0AB5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077695F-C324-A71D-74B6-35313CED1E74}"/>
              </a:ext>
            </a:extLst>
          </p:cNvPr>
          <p:cNvSpPr>
            <a:spLocks noGrp="1"/>
          </p:cNvSpPr>
          <p:nvPr>
            <p:ph type="sldNum" sz="quarter" idx="12"/>
          </p:nvPr>
        </p:nvSpPr>
        <p:spPr/>
        <p:txBody>
          <a:bodyPr/>
          <a:lstStyle/>
          <a:p>
            <a:fld id="{2BDFC5E2-9F0C-D24D-80A4-CB3D6FA65022}" type="slidenum">
              <a:rPr lang="en-US" smtClean="0"/>
              <a:t>‹#›</a:t>
            </a:fld>
            <a:endParaRPr lang="en-US"/>
          </a:p>
        </p:txBody>
      </p:sp>
      <p:grpSp>
        <p:nvGrpSpPr>
          <p:cNvPr id="8" name="Group 7">
            <a:extLst>
              <a:ext uri="{FF2B5EF4-FFF2-40B4-BE49-F238E27FC236}">
                <a16:creationId xmlns:a16="http://schemas.microsoft.com/office/drawing/2014/main" id="{D0FC85A4-2E31-DD54-6BEA-113BD9686943}"/>
              </a:ext>
            </a:extLst>
          </p:cNvPr>
          <p:cNvGrpSpPr/>
          <p:nvPr userDrawn="1"/>
        </p:nvGrpSpPr>
        <p:grpSpPr>
          <a:xfrm>
            <a:off x="838200" y="2078374"/>
            <a:ext cx="1264756" cy="50079"/>
            <a:chOff x="654424" y="1831094"/>
            <a:chExt cx="2112845" cy="95765"/>
          </a:xfrm>
        </p:grpSpPr>
        <p:sp>
          <p:nvSpPr>
            <p:cNvPr id="9" name="Rectangle 8">
              <a:extLst>
                <a:ext uri="{FF2B5EF4-FFF2-40B4-BE49-F238E27FC236}">
                  <a16:creationId xmlns:a16="http://schemas.microsoft.com/office/drawing/2014/main" id="{EF0337AA-A906-C61D-EF17-A85C6E106C18}"/>
                </a:ext>
              </a:extLst>
            </p:cNvPr>
            <p:cNvSpPr/>
            <p:nvPr/>
          </p:nvSpPr>
          <p:spPr>
            <a:xfrm>
              <a:off x="654424" y="1831096"/>
              <a:ext cx="708211" cy="9576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191DD8C5-6E7F-B9AC-C9DB-7466BCBAABF5}"/>
                </a:ext>
              </a:extLst>
            </p:cNvPr>
            <p:cNvSpPr/>
            <p:nvPr/>
          </p:nvSpPr>
          <p:spPr>
            <a:xfrm>
              <a:off x="1362635" y="1831095"/>
              <a:ext cx="708211" cy="95763"/>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16941E94-A060-99AC-FC69-BB070ED082A8}"/>
                </a:ext>
              </a:extLst>
            </p:cNvPr>
            <p:cNvSpPr/>
            <p:nvPr/>
          </p:nvSpPr>
          <p:spPr>
            <a:xfrm>
              <a:off x="2059059" y="1831094"/>
              <a:ext cx="708210" cy="9576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Content Placeholder 2">
            <a:extLst>
              <a:ext uri="{FF2B5EF4-FFF2-40B4-BE49-F238E27FC236}">
                <a16:creationId xmlns:a16="http://schemas.microsoft.com/office/drawing/2014/main" id="{24C4D0B8-0439-31C7-5140-C2879D2D43A3}"/>
              </a:ext>
            </a:extLst>
          </p:cNvPr>
          <p:cNvSpPr>
            <a:spLocks noGrp="1"/>
          </p:cNvSpPr>
          <p:nvPr>
            <p:ph sz="half" idx="13"/>
          </p:nvPr>
        </p:nvSpPr>
        <p:spPr>
          <a:xfrm>
            <a:off x="838200" y="2246955"/>
            <a:ext cx="4839652" cy="379824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riangle 14">
            <a:extLst>
              <a:ext uri="{FF2B5EF4-FFF2-40B4-BE49-F238E27FC236}">
                <a16:creationId xmlns:a16="http://schemas.microsoft.com/office/drawing/2014/main" id="{07724B4D-627A-CD1B-43CD-233A0AEB34E6}"/>
              </a:ext>
            </a:extLst>
          </p:cNvPr>
          <p:cNvSpPr/>
          <p:nvPr userDrawn="1"/>
        </p:nvSpPr>
        <p:spPr>
          <a:xfrm rot="14198311">
            <a:off x="11051400" y="308419"/>
            <a:ext cx="601624" cy="904119"/>
          </a:xfrm>
          <a:prstGeom prst="triangle">
            <a:avLst>
              <a:gd name="adj" fmla="val 24397"/>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riangle 15">
            <a:extLst>
              <a:ext uri="{FF2B5EF4-FFF2-40B4-BE49-F238E27FC236}">
                <a16:creationId xmlns:a16="http://schemas.microsoft.com/office/drawing/2014/main" id="{557C8C1F-3FA1-0B65-1A7A-DC7908D39434}"/>
              </a:ext>
            </a:extLst>
          </p:cNvPr>
          <p:cNvSpPr/>
          <p:nvPr userDrawn="1"/>
        </p:nvSpPr>
        <p:spPr>
          <a:xfrm rot="17685219">
            <a:off x="11507200" y="5738378"/>
            <a:ext cx="370137" cy="517923"/>
          </a:xfrm>
          <a:prstGeom prst="triangle">
            <a:avLst>
              <a:gd name="adj" fmla="val 24397"/>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riangle 16">
            <a:extLst>
              <a:ext uri="{FF2B5EF4-FFF2-40B4-BE49-F238E27FC236}">
                <a16:creationId xmlns:a16="http://schemas.microsoft.com/office/drawing/2014/main" id="{EFD926B5-3905-28B3-77E1-EECB832FD4C0}"/>
              </a:ext>
            </a:extLst>
          </p:cNvPr>
          <p:cNvSpPr/>
          <p:nvPr userDrawn="1"/>
        </p:nvSpPr>
        <p:spPr>
          <a:xfrm rot="9175927">
            <a:off x="6333916" y="306061"/>
            <a:ext cx="357293" cy="421637"/>
          </a:xfrm>
          <a:prstGeom prst="triangle">
            <a:avLst>
              <a:gd name="adj" fmla="val 10958"/>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A0618AC2-F770-316A-F8B0-5A791C0FE5D3}"/>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9062699" y="766357"/>
            <a:ext cx="2411808" cy="5115573"/>
          </a:xfrm>
          <a:prstGeom prst="rect">
            <a:avLst/>
          </a:prstGeom>
        </p:spPr>
      </p:pic>
      <p:sp>
        <p:nvSpPr>
          <p:cNvPr id="13" name="Picture Placeholder 2">
            <a:extLst>
              <a:ext uri="{FF2B5EF4-FFF2-40B4-BE49-F238E27FC236}">
                <a16:creationId xmlns:a16="http://schemas.microsoft.com/office/drawing/2014/main" id="{436AAD44-3D97-D8E7-7DA3-F57A546FFF79}"/>
              </a:ext>
            </a:extLst>
          </p:cNvPr>
          <p:cNvSpPr>
            <a:spLocks noGrp="1"/>
          </p:cNvSpPr>
          <p:nvPr>
            <p:ph type="pic" idx="14" hasCustomPrompt="1"/>
          </p:nvPr>
        </p:nvSpPr>
        <p:spPr>
          <a:xfrm>
            <a:off x="9200645" y="1259215"/>
            <a:ext cx="2141733" cy="4077149"/>
          </a:xfrm>
          <a:solidFill>
            <a:schemeClr val="accent2">
              <a:lumMod val="20000"/>
              <a:lumOff val="80000"/>
            </a:schemeClr>
          </a:solidFill>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Add your product visual here</a:t>
            </a:r>
            <a:endParaRPr lang="en-US"/>
          </a:p>
        </p:txBody>
      </p:sp>
      <p:pic>
        <p:nvPicPr>
          <p:cNvPr id="22" name="Picture 21">
            <a:extLst>
              <a:ext uri="{FF2B5EF4-FFF2-40B4-BE49-F238E27FC236}">
                <a16:creationId xmlns:a16="http://schemas.microsoft.com/office/drawing/2014/main" id="{120FB011-1D29-307F-A2F0-6CCC183D4EE6}"/>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6287131" y="766357"/>
            <a:ext cx="2411808" cy="5115573"/>
          </a:xfrm>
          <a:prstGeom prst="rect">
            <a:avLst/>
          </a:prstGeom>
        </p:spPr>
      </p:pic>
      <p:sp>
        <p:nvSpPr>
          <p:cNvPr id="23" name="Picture Placeholder 2">
            <a:extLst>
              <a:ext uri="{FF2B5EF4-FFF2-40B4-BE49-F238E27FC236}">
                <a16:creationId xmlns:a16="http://schemas.microsoft.com/office/drawing/2014/main" id="{61548FD3-5938-03F6-616D-965AAD0C42DE}"/>
              </a:ext>
            </a:extLst>
          </p:cNvPr>
          <p:cNvSpPr>
            <a:spLocks noGrp="1"/>
          </p:cNvSpPr>
          <p:nvPr>
            <p:ph type="pic" idx="15" hasCustomPrompt="1"/>
          </p:nvPr>
        </p:nvSpPr>
        <p:spPr>
          <a:xfrm>
            <a:off x="6425077" y="1259215"/>
            <a:ext cx="2141733" cy="4077149"/>
          </a:xfrm>
          <a:solidFill>
            <a:schemeClr val="accent2">
              <a:lumMod val="20000"/>
              <a:lumOff val="80000"/>
            </a:schemeClr>
          </a:solidFill>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Add your product visual here</a:t>
            </a:r>
            <a:endParaRPr lang="en-US"/>
          </a:p>
        </p:txBody>
      </p:sp>
    </p:spTree>
    <p:extLst>
      <p:ext uri="{BB962C8B-B14F-4D97-AF65-F5344CB8AC3E}">
        <p14:creationId xmlns:p14="http://schemas.microsoft.com/office/powerpoint/2010/main" val="24273691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LaptopDeviceFull">
    <p:bg>
      <p:bgPr>
        <a:solidFill>
          <a:schemeClr val="bg1"/>
        </a:solidFill>
        <a:effectLst/>
      </p:bgPr>
    </p:bg>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7637BA9-BC66-0ACF-96FA-CCA6654C96BA}"/>
              </a:ext>
            </a:extLst>
          </p:cNvPr>
          <p:cNvSpPr>
            <a:spLocks noGrp="1"/>
          </p:cNvSpPr>
          <p:nvPr>
            <p:ph type="dt" sz="half" idx="10"/>
          </p:nvPr>
        </p:nvSpPr>
        <p:spPr/>
        <p:txBody>
          <a:bodyPr/>
          <a:lstStyle/>
          <a:p>
            <a:fld id="{D38656C5-2DDE-454B-A78F-D9D73785D935}" type="datetimeFigureOut">
              <a:rPr lang="en-US" smtClean="0"/>
              <a:t>10/23/24</a:t>
            </a:fld>
            <a:endParaRPr lang="en-US"/>
          </a:p>
        </p:txBody>
      </p:sp>
      <p:sp>
        <p:nvSpPr>
          <p:cNvPr id="3" name="Footer Placeholder 2">
            <a:extLst>
              <a:ext uri="{FF2B5EF4-FFF2-40B4-BE49-F238E27FC236}">
                <a16:creationId xmlns:a16="http://schemas.microsoft.com/office/drawing/2014/main" id="{5ABE6A95-B9E8-F48E-D39B-7325801FE78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CF3F8A8-826C-DCA2-B8EA-F5831EFCBAFD}"/>
              </a:ext>
            </a:extLst>
          </p:cNvPr>
          <p:cNvSpPr>
            <a:spLocks noGrp="1"/>
          </p:cNvSpPr>
          <p:nvPr>
            <p:ph type="sldNum" sz="quarter" idx="12"/>
          </p:nvPr>
        </p:nvSpPr>
        <p:spPr/>
        <p:txBody>
          <a:bodyPr/>
          <a:lstStyle/>
          <a:p>
            <a:fld id="{2BDFC5E2-9F0C-D24D-80A4-CB3D6FA65022}" type="slidenum">
              <a:rPr lang="en-US" smtClean="0"/>
              <a:t>‹#›</a:t>
            </a:fld>
            <a:endParaRPr lang="en-US"/>
          </a:p>
        </p:txBody>
      </p:sp>
      <p:pic>
        <p:nvPicPr>
          <p:cNvPr id="5" name="Picture 4" descr="A computer with a green screen&#10;&#10;Description automatically generated">
            <a:extLst>
              <a:ext uri="{FF2B5EF4-FFF2-40B4-BE49-F238E27FC236}">
                <a16:creationId xmlns:a16="http://schemas.microsoft.com/office/drawing/2014/main" id="{BD3BFFBF-0188-75A9-0CA6-7CE3AB3E31EB}"/>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904131" y="943683"/>
            <a:ext cx="10383738" cy="4970633"/>
          </a:xfrm>
          <a:prstGeom prst="rect">
            <a:avLst/>
          </a:prstGeom>
        </p:spPr>
      </p:pic>
      <p:sp>
        <p:nvSpPr>
          <p:cNvPr id="6" name="Picture Placeholder 2">
            <a:extLst>
              <a:ext uri="{FF2B5EF4-FFF2-40B4-BE49-F238E27FC236}">
                <a16:creationId xmlns:a16="http://schemas.microsoft.com/office/drawing/2014/main" id="{78B6D471-9A23-E97B-1CAE-8756964A0B91}"/>
              </a:ext>
            </a:extLst>
          </p:cNvPr>
          <p:cNvSpPr>
            <a:spLocks noGrp="1"/>
          </p:cNvSpPr>
          <p:nvPr>
            <p:ph type="pic" idx="1" hasCustomPrompt="1"/>
          </p:nvPr>
        </p:nvSpPr>
        <p:spPr>
          <a:xfrm>
            <a:off x="2336364" y="1148080"/>
            <a:ext cx="7122595" cy="4023359"/>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Add your product visual here</a:t>
            </a:r>
            <a:endParaRPr lang="en-US"/>
          </a:p>
        </p:txBody>
      </p:sp>
      <p:sp>
        <p:nvSpPr>
          <p:cNvPr id="7" name="Triangle 6">
            <a:extLst>
              <a:ext uri="{FF2B5EF4-FFF2-40B4-BE49-F238E27FC236}">
                <a16:creationId xmlns:a16="http://schemas.microsoft.com/office/drawing/2014/main" id="{BFE12DFC-E357-A52C-EC4E-5C7DBAD5CC4A}"/>
              </a:ext>
            </a:extLst>
          </p:cNvPr>
          <p:cNvSpPr/>
          <p:nvPr userDrawn="1"/>
        </p:nvSpPr>
        <p:spPr>
          <a:xfrm rot="14198311">
            <a:off x="10097814" y="984552"/>
            <a:ext cx="601624" cy="904119"/>
          </a:xfrm>
          <a:prstGeom prst="triangle">
            <a:avLst>
              <a:gd name="adj" fmla="val 24397"/>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riangle 7">
            <a:extLst>
              <a:ext uri="{FF2B5EF4-FFF2-40B4-BE49-F238E27FC236}">
                <a16:creationId xmlns:a16="http://schemas.microsoft.com/office/drawing/2014/main" id="{C7ABB302-2247-E8D3-A3D1-F69D1322FC64}"/>
              </a:ext>
            </a:extLst>
          </p:cNvPr>
          <p:cNvSpPr/>
          <p:nvPr userDrawn="1"/>
        </p:nvSpPr>
        <p:spPr>
          <a:xfrm rot="17685219">
            <a:off x="10109791" y="4780398"/>
            <a:ext cx="370137" cy="517923"/>
          </a:xfrm>
          <a:prstGeom prst="triangle">
            <a:avLst>
              <a:gd name="adj" fmla="val 24397"/>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riangle 8">
            <a:extLst>
              <a:ext uri="{FF2B5EF4-FFF2-40B4-BE49-F238E27FC236}">
                <a16:creationId xmlns:a16="http://schemas.microsoft.com/office/drawing/2014/main" id="{2B09C27D-89D9-29C8-C29E-DE1EEE38D915}"/>
              </a:ext>
            </a:extLst>
          </p:cNvPr>
          <p:cNvSpPr/>
          <p:nvPr userDrawn="1"/>
        </p:nvSpPr>
        <p:spPr>
          <a:xfrm rot="9175927">
            <a:off x="1279439" y="1517561"/>
            <a:ext cx="357293" cy="421637"/>
          </a:xfrm>
          <a:prstGeom prst="triangle">
            <a:avLst>
              <a:gd name="adj" fmla="val 10958"/>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5209199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_Laptop+MobileDeviceFull">
    <p:bg>
      <p:bgPr>
        <a:solidFill>
          <a:schemeClr val="bg1"/>
        </a:solidFill>
        <a:effectLst/>
      </p:bgPr>
    </p:bg>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7637BA9-BC66-0ACF-96FA-CCA6654C96BA}"/>
              </a:ext>
            </a:extLst>
          </p:cNvPr>
          <p:cNvSpPr>
            <a:spLocks noGrp="1"/>
          </p:cNvSpPr>
          <p:nvPr>
            <p:ph type="dt" sz="half" idx="10"/>
          </p:nvPr>
        </p:nvSpPr>
        <p:spPr/>
        <p:txBody>
          <a:bodyPr/>
          <a:lstStyle/>
          <a:p>
            <a:fld id="{D38656C5-2DDE-454B-A78F-D9D73785D935}" type="datetimeFigureOut">
              <a:rPr lang="en-US" smtClean="0"/>
              <a:t>10/23/24</a:t>
            </a:fld>
            <a:endParaRPr lang="en-US"/>
          </a:p>
        </p:txBody>
      </p:sp>
      <p:sp>
        <p:nvSpPr>
          <p:cNvPr id="3" name="Footer Placeholder 2">
            <a:extLst>
              <a:ext uri="{FF2B5EF4-FFF2-40B4-BE49-F238E27FC236}">
                <a16:creationId xmlns:a16="http://schemas.microsoft.com/office/drawing/2014/main" id="{5ABE6A95-B9E8-F48E-D39B-7325801FE78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CF3F8A8-826C-DCA2-B8EA-F5831EFCBAFD}"/>
              </a:ext>
            </a:extLst>
          </p:cNvPr>
          <p:cNvSpPr>
            <a:spLocks noGrp="1"/>
          </p:cNvSpPr>
          <p:nvPr>
            <p:ph type="sldNum" sz="quarter" idx="12"/>
          </p:nvPr>
        </p:nvSpPr>
        <p:spPr/>
        <p:txBody>
          <a:bodyPr/>
          <a:lstStyle/>
          <a:p>
            <a:fld id="{2BDFC5E2-9F0C-D24D-80A4-CB3D6FA65022}" type="slidenum">
              <a:rPr lang="en-US" smtClean="0"/>
              <a:t>‹#›</a:t>
            </a:fld>
            <a:endParaRPr lang="en-US"/>
          </a:p>
        </p:txBody>
      </p:sp>
      <p:pic>
        <p:nvPicPr>
          <p:cNvPr id="5" name="Picture 4" descr="A computer with a green screen&#10;&#10;Description automatically generated">
            <a:extLst>
              <a:ext uri="{FF2B5EF4-FFF2-40B4-BE49-F238E27FC236}">
                <a16:creationId xmlns:a16="http://schemas.microsoft.com/office/drawing/2014/main" id="{BD3BFFBF-0188-75A9-0CA6-7CE3AB3E31EB}"/>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904131" y="943683"/>
            <a:ext cx="10383738" cy="4970633"/>
          </a:xfrm>
          <a:prstGeom prst="rect">
            <a:avLst/>
          </a:prstGeom>
        </p:spPr>
      </p:pic>
      <p:sp>
        <p:nvSpPr>
          <p:cNvPr id="6" name="Picture Placeholder 2">
            <a:extLst>
              <a:ext uri="{FF2B5EF4-FFF2-40B4-BE49-F238E27FC236}">
                <a16:creationId xmlns:a16="http://schemas.microsoft.com/office/drawing/2014/main" id="{78B6D471-9A23-E97B-1CAE-8756964A0B91}"/>
              </a:ext>
            </a:extLst>
          </p:cNvPr>
          <p:cNvSpPr>
            <a:spLocks noGrp="1"/>
          </p:cNvSpPr>
          <p:nvPr>
            <p:ph type="pic" idx="1" hasCustomPrompt="1"/>
          </p:nvPr>
        </p:nvSpPr>
        <p:spPr>
          <a:xfrm>
            <a:off x="2336364" y="1148080"/>
            <a:ext cx="7122595" cy="4023359"/>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Add your product visual here</a:t>
            </a:r>
            <a:endParaRPr lang="en-US"/>
          </a:p>
        </p:txBody>
      </p:sp>
      <p:sp>
        <p:nvSpPr>
          <p:cNvPr id="7" name="Triangle 6">
            <a:extLst>
              <a:ext uri="{FF2B5EF4-FFF2-40B4-BE49-F238E27FC236}">
                <a16:creationId xmlns:a16="http://schemas.microsoft.com/office/drawing/2014/main" id="{BFE12DFC-E357-A52C-EC4E-5C7DBAD5CC4A}"/>
              </a:ext>
            </a:extLst>
          </p:cNvPr>
          <p:cNvSpPr/>
          <p:nvPr userDrawn="1"/>
        </p:nvSpPr>
        <p:spPr>
          <a:xfrm rot="14198311">
            <a:off x="10097814" y="984552"/>
            <a:ext cx="601624" cy="904119"/>
          </a:xfrm>
          <a:prstGeom prst="triangle">
            <a:avLst>
              <a:gd name="adj" fmla="val 24397"/>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riangle 7">
            <a:extLst>
              <a:ext uri="{FF2B5EF4-FFF2-40B4-BE49-F238E27FC236}">
                <a16:creationId xmlns:a16="http://schemas.microsoft.com/office/drawing/2014/main" id="{C7ABB302-2247-E8D3-A3D1-F69D1322FC64}"/>
              </a:ext>
            </a:extLst>
          </p:cNvPr>
          <p:cNvSpPr/>
          <p:nvPr userDrawn="1"/>
        </p:nvSpPr>
        <p:spPr>
          <a:xfrm rot="3333454">
            <a:off x="876707" y="4293343"/>
            <a:ext cx="582414" cy="814956"/>
          </a:xfrm>
          <a:prstGeom prst="triangle">
            <a:avLst>
              <a:gd name="adj" fmla="val 24397"/>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riangle 8">
            <a:extLst>
              <a:ext uri="{FF2B5EF4-FFF2-40B4-BE49-F238E27FC236}">
                <a16:creationId xmlns:a16="http://schemas.microsoft.com/office/drawing/2014/main" id="{2B09C27D-89D9-29C8-C29E-DE1EEE38D915}"/>
              </a:ext>
            </a:extLst>
          </p:cNvPr>
          <p:cNvSpPr/>
          <p:nvPr userDrawn="1"/>
        </p:nvSpPr>
        <p:spPr>
          <a:xfrm rot="9175927">
            <a:off x="1279439" y="1517561"/>
            <a:ext cx="357293" cy="421637"/>
          </a:xfrm>
          <a:prstGeom prst="triangle">
            <a:avLst>
              <a:gd name="adj" fmla="val 10958"/>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26AF4C72-BAB8-3614-2710-5911B62AC855}"/>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9559996" y="2435703"/>
            <a:ext cx="1626836" cy="3450606"/>
          </a:xfrm>
          <a:prstGeom prst="rect">
            <a:avLst/>
          </a:prstGeom>
        </p:spPr>
      </p:pic>
      <p:sp>
        <p:nvSpPr>
          <p:cNvPr id="12" name="Picture Placeholder 2">
            <a:extLst>
              <a:ext uri="{FF2B5EF4-FFF2-40B4-BE49-F238E27FC236}">
                <a16:creationId xmlns:a16="http://schemas.microsoft.com/office/drawing/2014/main" id="{FE54EBDC-1453-4593-3311-77D6AFC77B59}"/>
              </a:ext>
            </a:extLst>
          </p:cNvPr>
          <p:cNvSpPr>
            <a:spLocks noGrp="1"/>
          </p:cNvSpPr>
          <p:nvPr>
            <p:ph type="pic" idx="14" hasCustomPrompt="1"/>
          </p:nvPr>
        </p:nvSpPr>
        <p:spPr>
          <a:xfrm>
            <a:off x="9656299" y="2768608"/>
            <a:ext cx="1437882" cy="2750159"/>
          </a:xfrm>
          <a:solidFill>
            <a:schemeClr val="accent2">
              <a:lumMod val="20000"/>
              <a:lumOff val="80000"/>
            </a:schemeClr>
          </a:solidFill>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Add your product visual here</a:t>
            </a:r>
            <a:endParaRPr lang="en-US"/>
          </a:p>
        </p:txBody>
      </p:sp>
    </p:spTree>
    <p:extLst>
      <p:ext uri="{BB962C8B-B14F-4D97-AF65-F5344CB8AC3E}">
        <p14:creationId xmlns:p14="http://schemas.microsoft.com/office/powerpoint/2010/main" val="323335972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1_ImpactfulStats_8-Boxes-Red">
    <p:bg>
      <p:bgPr>
        <a:solidFill>
          <a:schemeClr val="bg1"/>
        </a:solidFill>
        <a:effectLst/>
      </p:bgPr>
    </p:bg>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7637BA9-BC66-0ACF-96FA-CCA6654C96BA}"/>
              </a:ext>
            </a:extLst>
          </p:cNvPr>
          <p:cNvSpPr>
            <a:spLocks noGrp="1"/>
          </p:cNvSpPr>
          <p:nvPr>
            <p:ph type="dt" sz="half" idx="10"/>
          </p:nvPr>
        </p:nvSpPr>
        <p:spPr/>
        <p:txBody>
          <a:bodyPr/>
          <a:lstStyle/>
          <a:p>
            <a:fld id="{D38656C5-2DDE-454B-A78F-D9D73785D935}" type="datetimeFigureOut">
              <a:rPr lang="en-US" smtClean="0"/>
              <a:t>10/23/24</a:t>
            </a:fld>
            <a:endParaRPr lang="en-US"/>
          </a:p>
        </p:txBody>
      </p:sp>
      <p:sp>
        <p:nvSpPr>
          <p:cNvPr id="3" name="Footer Placeholder 2">
            <a:extLst>
              <a:ext uri="{FF2B5EF4-FFF2-40B4-BE49-F238E27FC236}">
                <a16:creationId xmlns:a16="http://schemas.microsoft.com/office/drawing/2014/main" id="{5ABE6A95-B9E8-F48E-D39B-7325801FE78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CF3F8A8-826C-DCA2-B8EA-F5831EFCBAFD}"/>
              </a:ext>
            </a:extLst>
          </p:cNvPr>
          <p:cNvSpPr>
            <a:spLocks noGrp="1"/>
          </p:cNvSpPr>
          <p:nvPr>
            <p:ph type="sldNum" sz="quarter" idx="12"/>
          </p:nvPr>
        </p:nvSpPr>
        <p:spPr/>
        <p:txBody>
          <a:bodyPr/>
          <a:lstStyle/>
          <a:p>
            <a:fld id="{2BDFC5E2-9F0C-D24D-80A4-CB3D6FA65022}" type="slidenum">
              <a:rPr lang="en-US" smtClean="0"/>
              <a:t>‹#›</a:t>
            </a:fld>
            <a:endParaRPr lang="en-US"/>
          </a:p>
        </p:txBody>
      </p:sp>
      <p:grpSp>
        <p:nvGrpSpPr>
          <p:cNvPr id="19" name="Group 18">
            <a:extLst>
              <a:ext uri="{FF2B5EF4-FFF2-40B4-BE49-F238E27FC236}">
                <a16:creationId xmlns:a16="http://schemas.microsoft.com/office/drawing/2014/main" id="{83D73FF8-6812-B60B-AFBB-B94351862AFE}"/>
              </a:ext>
            </a:extLst>
          </p:cNvPr>
          <p:cNvGrpSpPr/>
          <p:nvPr userDrawn="1"/>
        </p:nvGrpSpPr>
        <p:grpSpPr>
          <a:xfrm>
            <a:off x="0" y="904460"/>
            <a:ext cx="12192000" cy="5266792"/>
            <a:chOff x="0" y="775252"/>
            <a:chExt cx="12192000" cy="5307496"/>
          </a:xfrm>
        </p:grpSpPr>
        <p:grpSp>
          <p:nvGrpSpPr>
            <p:cNvPr id="13" name="Group 12">
              <a:extLst>
                <a:ext uri="{FF2B5EF4-FFF2-40B4-BE49-F238E27FC236}">
                  <a16:creationId xmlns:a16="http://schemas.microsoft.com/office/drawing/2014/main" id="{150F469A-4447-2C90-9500-1A57EBDA159C}"/>
                </a:ext>
              </a:extLst>
            </p:cNvPr>
            <p:cNvGrpSpPr/>
            <p:nvPr userDrawn="1"/>
          </p:nvGrpSpPr>
          <p:grpSpPr>
            <a:xfrm>
              <a:off x="0" y="775252"/>
              <a:ext cx="12192000" cy="2653748"/>
              <a:chOff x="0" y="775252"/>
              <a:chExt cx="12125740" cy="2653748"/>
            </a:xfrm>
          </p:grpSpPr>
          <p:sp>
            <p:nvSpPr>
              <p:cNvPr id="5" name="Rectangle 4">
                <a:extLst>
                  <a:ext uri="{FF2B5EF4-FFF2-40B4-BE49-F238E27FC236}">
                    <a16:creationId xmlns:a16="http://schemas.microsoft.com/office/drawing/2014/main" id="{AD470E10-4479-A813-8937-C7E6ECA7A953}"/>
                  </a:ext>
                </a:extLst>
              </p:cNvPr>
              <p:cNvSpPr/>
              <p:nvPr userDrawn="1"/>
            </p:nvSpPr>
            <p:spPr>
              <a:xfrm>
                <a:off x="0" y="775252"/>
                <a:ext cx="3031435" cy="2653748"/>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D737B80B-3843-93D7-C134-60A5796218AC}"/>
                  </a:ext>
                </a:extLst>
              </p:cNvPr>
              <p:cNvSpPr/>
              <p:nvPr userDrawn="1"/>
            </p:nvSpPr>
            <p:spPr>
              <a:xfrm>
                <a:off x="3031435" y="775252"/>
                <a:ext cx="3031435" cy="2653748"/>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0A7E2224-9A8C-F73F-2300-15B79A573183}"/>
                  </a:ext>
                </a:extLst>
              </p:cNvPr>
              <p:cNvSpPr/>
              <p:nvPr userDrawn="1"/>
            </p:nvSpPr>
            <p:spPr>
              <a:xfrm>
                <a:off x="6062870" y="775252"/>
                <a:ext cx="3031435" cy="2653748"/>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26D0E995-DC6B-C0DD-CD3D-FB70BBEDC09A}"/>
                  </a:ext>
                </a:extLst>
              </p:cNvPr>
              <p:cNvSpPr/>
              <p:nvPr userDrawn="1"/>
            </p:nvSpPr>
            <p:spPr>
              <a:xfrm>
                <a:off x="9094305" y="775252"/>
                <a:ext cx="3031435" cy="2653748"/>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4" name="Group 13">
              <a:extLst>
                <a:ext uri="{FF2B5EF4-FFF2-40B4-BE49-F238E27FC236}">
                  <a16:creationId xmlns:a16="http://schemas.microsoft.com/office/drawing/2014/main" id="{AF52BD8D-10E1-55F8-FBF8-E5CD5D396D7B}"/>
                </a:ext>
              </a:extLst>
            </p:cNvPr>
            <p:cNvGrpSpPr/>
            <p:nvPr userDrawn="1"/>
          </p:nvGrpSpPr>
          <p:grpSpPr>
            <a:xfrm>
              <a:off x="0" y="3429000"/>
              <a:ext cx="12192000" cy="2653748"/>
              <a:chOff x="0" y="775252"/>
              <a:chExt cx="12125740" cy="2653748"/>
            </a:xfrm>
          </p:grpSpPr>
          <p:sp>
            <p:nvSpPr>
              <p:cNvPr id="15" name="Rectangle 14">
                <a:extLst>
                  <a:ext uri="{FF2B5EF4-FFF2-40B4-BE49-F238E27FC236}">
                    <a16:creationId xmlns:a16="http://schemas.microsoft.com/office/drawing/2014/main" id="{3BEB33BE-915A-1A56-6A5C-CB446F52D84E}"/>
                  </a:ext>
                </a:extLst>
              </p:cNvPr>
              <p:cNvSpPr/>
              <p:nvPr userDrawn="1"/>
            </p:nvSpPr>
            <p:spPr>
              <a:xfrm>
                <a:off x="0" y="775252"/>
                <a:ext cx="3031435" cy="2653748"/>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7B84F944-1900-95E6-4212-F332D52356FA}"/>
                  </a:ext>
                </a:extLst>
              </p:cNvPr>
              <p:cNvSpPr/>
              <p:nvPr userDrawn="1"/>
            </p:nvSpPr>
            <p:spPr>
              <a:xfrm>
                <a:off x="3031435" y="775252"/>
                <a:ext cx="3031435" cy="2653748"/>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1A1219CE-C6C0-4D36-A946-230946464344}"/>
                  </a:ext>
                </a:extLst>
              </p:cNvPr>
              <p:cNvSpPr/>
              <p:nvPr userDrawn="1"/>
            </p:nvSpPr>
            <p:spPr>
              <a:xfrm>
                <a:off x="6062870" y="775252"/>
                <a:ext cx="3031435" cy="2653748"/>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4FB19552-597A-B0D9-8394-51197B0B5774}"/>
                  </a:ext>
                </a:extLst>
              </p:cNvPr>
              <p:cNvSpPr/>
              <p:nvPr userDrawn="1"/>
            </p:nvSpPr>
            <p:spPr>
              <a:xfrm>
                <a:off x="9094305" y="775252"/>
                <a:ext cx="3031435" cy="2653748"/>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20" name="Content Placeholder 2">
            <a:extLst>
              <a:ext uri="{FF2B5EF4-FFF2-40B4-BE49-F238E27FC236}">
                <a16:creationId xmlns:a16="http://schemas.microsoft.com/office/drawing/2014/main" id="{12DE39F2-D6C2-A2B7-B3FD-EEC935F37C89}"/>
              </a:ext>
            </a:extLst>
          </p:cNvPr>
          <p:cNvSpPr>
            <a:spLocks noGrp="1"/>
          </p:cNvSpPr>
          <p:nvPr>
            <p:ph sz="half" idx="1"/>
          </p:nvPr>
        </p:nvSpPr>
        <p:spPr>
          <a:xfrm>
            <a:off x="147320" y="1035131"/>
            <a:ext cx="2778760" cy="2393869"/>
          </a:xfrm>
        </p:spPr>
        <p:txBody>
          <a:bodyPr anchor="ctr">
            <a:normAutofit/>
          </a:bodyPr>
          <a:lstStyle>
            <a:lvl1pPr>
              <a:defRPr sz="1800"/>
            </a:lvl1pPr>
            <a:lvl2pPr>
              <a:defRPr sz="16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Content Placeholder 2">
            <a:extLst>
              <a:ext uri="{FF2B5EF4-FFF2-40B4-BE49-F238E27FC236}">
                <a16:creationId xmlns:a16="http://schemas.microsoft.com/office/drawing/2014/main" id="{68AB87BD-9433-C157-958E-503EFE2B9559}"/>
              </a:ext>
            </a:extLst>
          </p:cNvPr>
          <p:cNvSpPr>
            <a:spLocks noGrp="1"/>
          </p:cNvSpPr>
          <p:nvPr>
            <p:ph sz="half" idx="13"/>
          </p:nvPr>
        </p:nvSpPr>
        <p:spPr>
          <a:xfrm>
            <a:off x="3185160" y="1035131"/>
            <a:ext cx="2778760" cy="2393869"/>
          </a:xfrm>
        </p:spPr>
        <p:txBody>
          <a:bodyPr anchor="ctr">
            <a:normAutofit/>
          </a:bodyPr>
          <a:lstStyle>
            <a:lvl1pPr>
              <a:defRPr sz="1800"/>
            </a:lvl1pPr>
            <a:lvl2pPr>
              <a:defRPr sz="16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9" name="Content Placeholder 2">
            <a:extLst>
              <a:ext uri="{FF2B5EF4-FFF2-40B4-BE49-F238E27FC236}">
                <a16:creationId xmlns:a16="http://schemas.microsoft.com/office/drawing/2014/main" id="{D1432F3B-2EB2-3DB9-9439-F9100BFD2A4F}"/>
              </a:ext>
            </a:extLst>
          </p:cNvPr>
          <p:cNvSpPr>
            <a:spLocks noGrp="1"/>
          </p:cNvSpPr>
          <p:nvPr>
            <p:ph sz="half" idx="14"/>
          </p:nvPr>
        </p:nvSpPr>
        <p:spPr>
          <a:xfrm>
            <a:off x="6223000" y="1035131"/>
            <a:ext cx="2778760" cy="2393869"/>
          </a:xfrm>
        </p:spPr>
        <p:txBody>
          <a:bodyPr anchor="ctr">
            <a:normAutofit/>
          </a:bodyPr>
          <a:lstStyle>
            <a:lvl1pPr>
              <a:defRPr sz="1800">
                <a:solidFill>
                  <a:schemeClr val="bg1"/>
                </a:solidFill>
              </a:defRPr>
            </a:lvl1pPr>
            <a:lvl2pPr>
              <a:defRPr sz="1600">
                <a:solidFill>
                  <a:schemeClr val="bg1"/>
                </a:solidFill>
              </a:defRPr>
            </a:lvl2pPr>
            <a:lvl3pPr>
              <a:defRPr sz="1600">
                <a:solidFill>
                  <a:schemeClr val="bg1"/>
                </a:solidFill>
              </a:defRPr>
            </a:lvl3pPr>
            <a:lvl4pPr>
              <a:defRPr sz="1400">
                <a:solidFill>
                  <a:schemeClr val="bg1"/>
                </a:solidFill>
              </a:defRPr>
            </a:lvl4pPr>
            <a:lvl5pPr>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0" name="Content Placeholder 2">
            <a:extLst>
              <a:ext uri="{FF2B5EF4-FFF2-40B4-BE49-F238E27FC236}">
                <a16:creationId xmlns:a16="http://schemas.microsoft.com/office/drawing/2014/main" id="{301A956D-4024-390F-E95C-5E8EA3E268D8}"/>
              </a:ext>
            </a:extLst>
          </p:cNvPr>
          <p:cNvSpPr>
            <a:spLocks noGrp="1"/>
          </p:cNvSpPr>
          <p:nvPr>
            <p:ph sz="half" idx="15"/>
          </p:nvPr>
        </p:nvSpPr>
        <p:spPr>
          <a:xfrm>
            <a:off x="9271000" y="1035131"/>
            <a:ext cx="2778760" cy="2393869"/>
          </a:xfrm>
        </p:spPr>
        <p:txBody>
          <a:bodyPr anchor="ctr">
            <a:normAutofit/>
          </a:bodyPr>
          <a:lstStyle>
            <a:lvl1pPr>
              <a:defRPr sz="1800">
                <a:solidFill>
                  <a:schemeClr val="bg1"/>
                </a:solidFill>
              </a:defRPr>
            </a:lvl1pPr>
            <a:lvl2pPr>
              <a:defRPr sz="1600">
                <a:solidFill>
                  <a:schemeClr val="bg1"/>
                </a:solidFill>
              </a:defRPr>
            </a:lvl2pPr>
            <a:lvl3pPr>
              <a:defRPr sz="1600">
                <a:solidFill>
                  <a:schemeClr val="bg1"/>
                </a:solidFill>
              </a:defRPr>
            </a:lvl3pPr>
            <a:lvl4pPr>
              <a:defRPr sz="1400">
                <a:solidFill>
                  <a:schemeClr val="bg1"/>
                </a:solidFill>
              </a:defRPr>
            </a:lvl4pPr>
            <a:lvl5pPr>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1" name="Content Placeholder 2">
            <a:extLst>
              <a:ext uri="{FF2B5EF4-FFF2-40B4-BE49-F238E27FC236}">
                <a16:creationId xmlns:a16="http://schemas.microsoft.com/office/drawing/2014/main" id="{F9726C51-575F-1A2A-161B-A500BEF5B309}"/>
              </a:ext>
            </a:extLst>
          </p:cNvPr>
          <p:cNvSpPr>
            <a:spLocks noGrp="1"/>
          </p:cNvSpPr>
          <p:nvPr>
            <p:ph sz="half" idx="16"/>
          </p:nvPr>
        </p:nvSpPr>
        <p:spPr>
          <a:xfrm>
            <a:off x="147320" y="3646251"/>
            <a:ext cx="2778760" cy="2393869"/>
          </a:xfrm>
        </p:spPr>
        <p:txBody>
          <a:bodyPr anchor="ctr">
            <a:normAutofit/>
          </a:bodyPr>
          <a:lstStyle>
            <a:lvl1pPr>
              <a:defRPr sz="1800">
                <a:solidFill>
                  <a:schemeClr val="bg1"/>
                </a:solidFill>
              </a:defRPr>
            </a:lvl1pPr>
            <a:lvl2pPr>
              <a:defRPr sz="1600">
                <a:solidFill>
                  <a:schemeClr val="bg1"/>
                </a:solidFill>
              </a:defRPr>
            </a:lvl2pPr>
            <a:lvl3pPr>
              <a:defRPr sz="1600">
                <a:solidFill>
                  <a:schemeClr val="bg1"/>
                </a:solidFill>
              </a:defRPr>
            </a:lvl3pPr>
            <a:lvl4pPr>
              <a:defRPr sz="1400">
                <a:solidFill>
                  <a:schemeClr val="bg1"/>
                </a:solidFill>
              </a:defRPr>
            </a:lvl4pPr>
            <a:lvl5pPr>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2" name="Content Placeholder 2">
            <a:extLst>
              <a:ext uri="{FF2B5EF4-FFF2-40B4-BE49-F238E27FC236}">
                <a16:creationId xmlns:a16="http://schemas.microsoft.com/office/drawing/2014/main" id="{304A60B9-328B-33DB-ABB6-65ADB5CD8AB0}"/>
              </a:ext>
            </a:extLst>
          </p:cNvPr>
          <p:cNvSpPr>
            <a:spLocks noGrp="1"/>
          </p:cNvSpPr>
          <p:nvPr>
            <p:ph sz="half" idx="17"/>
          </p:nvPr>
        </p:nvSpPr>
        <p:spPr>
          <a:xfrm>
            <a:off x="3185160" y="3646251"/>
            <a:ext cx="2778760" cy="2393869"/>
          </a:xfrm>
        </p:spPr>
        <p:txBody>
          <a:bodyPr anchor="ctr">
            <a:normAutofit/>
          </a:bodyPr>
          <a:lstStyle>
            <a:lvl1pPr>
              <a:defRPr sz="1800">
                <a:solidFill>
                  <a:schemeClr val="bg1"/>
                </a:solidFill>
              </a:defRPr>
            </a:lvl1pPr>
            <a:lvl2pPr>
              <a:defRPr sz="1600">
                <a:solidFill>
                  <a:schemeClr val="bg1"/>
                </a:solidFill>
              </a:defRPr>
            </a:lvl2pPr>
            <a:lvl3pPr>
              <a:defRPr sz="1600">
                <a:solidFill>
                  <a:schemeClr val="bg1"/>
                </a:solidFill>
              </a:defRPr>
            </a:lvl3pPr>
            <a:lvl4pPr>
              <a:defRPr sz="1400">
                <a:solidFill>
                  <a:schemeClr val="bg1"/>
                </a:solidFill>
              </a:defRPr>
            </a:lvl4pPr>
            <a:lvl5pPr>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3" name="Content Placeholder 2">
            <a:extLst>
              <a:ext uri="{FF2B5EF4-FFF2-40B4-BE49-F238E27FC236}">
                <a16:creationId xmlns:a16="http://schemas.microsoft.com/office/drawing/2014/main" id="{207FE3BA-AEA5-4484-8461-8AFABC977874}"/>
              </a:ext>
            </a:extLst>
          </p:cNvPr>
          <p:cNvSpPr>
            <a:spLocks noGrp="1"/>
          </p:cNvSpPr>
          <p:nvPr>
            <p:ph sz="half" idx="18"/>
          </p:nvPr>
        </p:nvSpPr>
        <p:spPr>
          <a:xfrm>
            <a:off x="6223000" y="3646251"/>
            <a:ext cx="2778760" cy="2393869"/>
          </a:xfrm>
        </p:spPr>
        <p:txBody>
          <a:bodyPr anchor="ctr">
            <a:normAutofit/>
          </a:bodyPr>
          <a:lstStyle>
            <a:lvl1pPr>
              <a:defRPr sz="1800"/>
            </a:lvl1pPr>
            <a:lvl2pPr>
              <a:defRPr sz="16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4" name="Content Placeholder 2">
            <a:extLst>
              <a:ext uri="{FF2B5EF4-FFF2-40B4-BE49-F238E27FC236}">
                <a16:creationId xmlns:a16="http://schemas.microsoft.com/office/drawing/2014/main" id="{C1F14BAD-2D90-475F-37A5-E390D3FD9985}"/>
              </a:ext>
            </a:extLst>
          </p:cNvPr>
          <p:cNvSpPr>
            <a:spLocks noGrp="1"/>
          </p:cNvSpPr>
          <p:nvPr>
            <p:ph sz="half" idx="19"/>
          </p:nvPr>
        </p:nvSpPr>
        <p:spPr>
          <a:xfrm>
            <a:off x="9271000" y="3646251"/>
            <a:ext cx="2778760" cy="2393869"/>
          </a:xfrm>
        </p:spPr>
        <p:txBody>
          <a:bodyPr anchor="ctr">
            <a:normAutofit/>
          </a:bodyPr>
          <a:lstStyle>
            <a:lvl1pPr>
              <a:defRPr sz="1800"/>
            </a:lvl1pPr>
            <a:lvl2pPr>
              <a:defRPr sz="16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5" name="Title 1">
            <a:extLst>
              <a:ext uri="{FF2B5EF4-FFF2-40B4-BE49-F238E27FC236}">
                <a16:creationId xmlns:a16="http://schemas.microsoft.com/office/drawing/2014/main" id="{48919238-EFA2-A469-4359-2DEECF06175A}"/>
              </a:ext>
            </a:extLst>
          </p:cNvPr>
          <p:cNvSpPr>
            <a:spLocks noGrp="1"/>
          </p:cNvSpPr>
          <p:nvPr>
            <p:ph type="ctrTitle"/>
          </p:nvPr>
        </p:nvSpPr>
        <p:spPr>
          <a:xfrm>
            <a:off x="2850079" y="136526"/>
            <a:ext cx="9144000" cy="647244"/>
          </a:xfrm>
        </p:spPr>
        <p:txBody>
          <a:bodyPr anchor="b">
            <a:noAutofit/>
          </a:bodyPr>
          <a:lstStyle>
            <a:lvl1pPr algn="r">
              <a:defRPr sz="3600"/>
            </a:lvl1pPr>
          </a:lstStyle>
          <a:p>
            <a:r>
              <a:rPr lang="en-US"/>
              <a:t>Click to edit Master title style</a:t>
            </a:r>
          </a:p>
        </p:txBody>
      </p:sp>
    </p:spTree>
    <p:extLst>
      <p:ext uri="{BB962C8B-B14F-4D97-AF65-F5344CB8AC3E}">
        <p14:creationId xmlns:p14="http://schemas.microsoft.com/office/powerpoint/2010/main" val="407034755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2_ImpactfulStats_8-Boxes-Teal">
    <p:bg>
      <p:bgPr>
        <a:solidFill>
          <a:schemeClr val="bg1"/>
        </a:solidFill>
        <a:effectLst/>
      </p:bgPr>
    </p:bg>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7637BA9-BC66-0ACF-96FA-CCA6654C96BA}"/>
              </a:ext>
            </a:extLst>
          </p:cNvPr>
          <p:cNvSpPr>
            <a:spLocks noGrp="1"/>
          </p:cNvSpPr>
          <p:nvPr>
            <p:ph type="dt" sz="half" idx="10"/>
          </p:nvPr>
        </p:nvSpPr>
        <p:spPr/>
        <p:txBody>
          <a:bodyPr/>
          <a:lstStyle/>
          <a:p>
            <a:fld id="{D38656C5-2DDE-454B-A78F-D9D73785D935}" type="datetimeFigureOut">
              <a:rPr lang="en-US" smtClean="0"/>
              <a:t>10/23/24</a:t>
            </a:fld>
            <a:endParaRPr lang="en-US"/>
          </a:p>
        </p:txBody>
      </p:sp>
      <p:sp>
        <p:nvSpPr>
          <p:cNvPr id="3" name="Footer Placeholder 2">
            <a:extLst>
              <a:ext uri="{FF2B5EF4-FFF2-40B4-BE49-F238E27FC236}">
                <a16:creationId xmlns:a16="http://schemas.microsoft.com/office/drawing/2014/main" id="{5ABE6A95-B9E8-F48E-D39B-7325801FE78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CF3F8A8-826C-DCA2-B8EA-F5831EFCBAFD}"/>
              </a:ext>
            </a:extLst>
          </p:cNvPr>
          <p:cNvSpPr>
            <a:spLocks noGrp="1"/>
          </p:cNvSpPr>
          <p:nvPr>
            <p:ph type="sldNum" sz="quarter" idx="12"/>
          </p:nvPr>
        </p:nvSpPr>
        <p:spPr/>
        <p:txBody>
          <a:bodyPr/>
          <a:lstStyle/>
          <a:p>
            <a:fld id="{2BDFC5E2-9F0C-D24D-80A4-CB3D6FA65022}" type="slidenum">
              <a:rPr lang="en-US" smtClean="0"/>
              <a:t>‹#›</a:t>
            </a:fld>
            <a:endParaRPr lang="en-US"/>
          </a:p>
        </p:txBody>
      </p:sp>
      <p:grpSp>
        <p:nvGrpSpPr>
          <p:cNvPr id="19" name="Group 18">
            <a:extLst>
              <a:ext uri="{FF2B5EF4-FFF2-40B4-BE49-F238E27FC236}">
                <a16:creationId xmlns:a16="http://schemas.microsoft.com/office/drawing/2014/main" id="{83D73FF8-6812-B60B-AFBB-B94351862AFE}"/>
              </a:ext>
            </a:extLst>
          </p:cNvPr>
          <p:cNvGrpSpPr/>
          <p:nvPr userDrawn="1"/>
        </p:nvGrpSpPr>
        <p:grpSpPr>
          <a:xfrm>
            <a:off x="0" y="904460"/>
            <a:ext cx="12192000" cy="5266792"/>
            <a:chOff x="0" y="775252"/>
            <a:chExt cx="12192000" cy="5307496"/>
          </a:xfrm>
        </p:grpSpPr>
        <p:grpSp>
          <p:nvGrpSpPr>
            <p:cNvPr id="13" name="Group 12">
              <a:extLst>
                <a:ext uri="{FF2B5EF4-FFF2-40B4-BE49-F238E27FC236}">
                  <a16:creationId xmlns:a16="http://schemas.microsoft.com/office/drawing/2014/main" id="{150F469A-4447-2C90-9500-1A57EBDA159C}"/>
                </a:ext>
              </a:extLst>
            </p:cNvPr>
            <p:cNvGrpSpPr/>
            <p:nvPr userDrawn="1"/>
          </p:nvGrpSpPr>
          <p:grpSpPr>
            <a:xfrm>
              <a:off x="0" y="775252"/>
              <a:ext cx="12192000" cy="2653748"/>
              <a:chOff x="0" y="775252"/>
              <a:chExt cx="12125740" cy="2653748"/>
            </a:xfrm>
          </p:grpSpPr>
          <p:sp>
            <p:nvSpPr>
              <p:cNvPr id="5" name="Rectangle 4">
                <a:extLst>
                  <a:ext uri="{FF2B5EF4-FFF2-40B4-BE49-F238E27FC236}">
                    <a16:creationId xmlns:a16="http://schemas.microsoft.com/office/drawing/2014/main" id="{AD470E10-4479-A813-8937-C7E6ECA7A953}"/>
                  </a:ext>
                </a:extLst>
              </p:cNvPr>
              <p:cNvSpPr/>
              <p:nvPr userDrawn="1"/>
            </p:nvSpPr>
            <p:spPr>
              <a:xfrm>
                <a:off x="0" y="775252"/>
                <a:ext cx="3031435" cy="2653748"/>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D737B80B-3843-93D7-C134-60A5796218AC}"/>
                  </a:ext>
                </a:extLst>
              </p:cNvPr>
              <p:cNvSpPr/>
              <p:nvPr userDrawn="1"/>
            </p:nvSpPr>
            <p:spPr>
              <a:xfrm>
                <a:off x="3031435" y="775252"/>
                <a:ext cx="3031435" cy="2653748"/>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0A7E2224-9A8C-F73F-2300-15B79A573183}"/>
                  </a:ext>
                </a:extLst>
              </p:cNvPr>
              <p:cNvSpPr/>
              <p:nvPr userDrawn="1"/>
            </p:nvSpPr>
            <p:spPr>
              <a:xfrm>
                <a:off x="6062870" y="775252"/>
                <a:ext cx="3031435" cy="2653748"/>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26D0E995-DC6B-C0DD-CD3D-FB70BBEDC09A}"/>
                  </a:ext>
                </a:extLst>
              </p:cNvPr>
              <p:cNvSpPr/>
              <p:nvPr userDrawn="1"/>
            </p:nvSpPr>
            <p:spPr>
              <a:xfrm>
                <a:off x="9094305" y="775252"/>
                <a:ext cx="3031435" cy="2653748"/>
              </a:xfrm>
              <a:prstGeom prst="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4" name="Group 13">
              <a:extLst>
                <a:ext uri="{FF2B5EF4-FFF2-40B4-BE49-F238E27FC236}">
                  <a16:creationId xmlns:a16="http://schemas.microsoft.com/office/drawing/2014/main" id="{AF52BD8D-10E1-55F8-FBF8-E5CD5D396D7B}"/>
                </a:ext>
              </a:extLst>
            </p:cNvPr>
            <p:cNvGrpSpPr/>
            <p:nvPr userDrawn="1"/>
          </p:nvGrpSpPr>
          <p:grpSpPr>
            <a:xfrm>
              <a:off x="0" y="3429000"/>
              <a:ext cx="12192000" cy="2653748"/>
              <a:chOff x="0" y="775252"/>
              <a:chExt cx="12125740" cy="2653748"/>
            </a:xfrm>
          </p:grpSpPr>
          <p:sp>
            <p:nvSpPr>
              <p:cNvPr id="15" name="Rectangle 14">
                <a:extLst>
                  <a:ext uri="{FF2B5EF4-FFF2-40B4-BE49-F238E27FC236}">
                    <a16:creationId xmlns:a16="http://schemas.microsoft.com/office/drawing/2014/main" id="{3BEB33BE-915A-1A56-6A5C-CB446F52D84E}"/>
                  </a:ext>
                </a:extLst>
              </p:cNvPr>
              <p:cNvSpPr/>
              <p:nvPr userDrawn="1"/>
            </p:nvSpPr>
            <p:spPr>
              <a:xfrm>
                <a:off x="0" y="775252"/>
                <a:ext cx="3031435" cy="2653748"/>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7B84F944-1900-95E6-4212-F332D52356FA}"/>
                  </a:ext>
                </a:extLst>
              </p:cNvPr>
              <p:cNvSpPr/>
              <p:nvPr userDrawn="1"/>
            </p:nvSpPr>
            <p:spPr>
              <a:xfrm>
                <a:off x="3031435" y="775252"/>
                <a:ext cx="3031435" cy="2653748"/>
              </a:xfrm>
              <a:prstGeom prst="rect">
                <a:avLst/>
              </a:pr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1A1219CE-C6C0-4D36-A946-230946464344}"/>
                  </a:ext>
                </a:extLst>
              </p:cNvPr>
              <p:cNvSpPr/>
              <p:nvPr userDrawn="1"/>
            </p:nvSpPr>
            <p:spPr>
              <a:xfrm>
                <a:off x="6062870" y="775252"/>
                <a:ext cx="3031435" cy="2653748"/>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4FB19552-597A-B0D9-8394-51197B0B5774}"/>
                  </a:ext>
                </a:extLst>
              </p:cNvPr>
              <p:cNvSpPr/>
              <p:nvPr userDrawn="1"/>
            </p:nvSpPr>
            <p:spPr>
              <a:xfrm>
                <a:off x="9094305" y="775252"/>
                <a:ext cx="3031435" cy="2653748"/>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20" name="Content Placeholder 2">
            <a:extLst>
              <a:ext uri="{FF2B5EF4-FFF2-40B4-BE49-F238E27FC236}">
                <a16:creationId xmlns:a16="http://schemas.microsoft.com/office/drawing/2014/main" id="{12DE39F2-D6C2-A2B7-B3FD-EEC935F37C89}"/>
              </a:ext>
            </a:extLst>
          </p:cNvPr>
          <p:cNvSpPr>
            <a:spLocks noGrp="1"/>
          </p:cNvSpPr>
          <p:nvPr>
            <p:ph sz="half" idx="1"/>
          </p:nvPr>
        </p:nvSpPr>
        <p:spPr>
          <a:xfrm>
            <a:off x="147320" y="1035131"/>
            <a:ext cx="2778760" cy="2393869"/>
          </a:xfrm>
        </p:spPr>
        <p:txBody>
          <a:bodyPr anchor="ctr">
            <a:normAutofit/>
          </a:bodyPr>
          <a:lstStyle>
            <a:lvl1pPr>
              <a:defRPr sz="1800"/>
            </a:lvl1pPr>
            <a:lvl2pPr>
              <a:defRPr sz="16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Content Placeholder 2">
            <a:extLst>
              <a:ext uri="{FF2B5EF4-FFF2-40B4-BE49-F238E27FC236}">
                <a16:creationId xmlns:a16="http://schemas.microsoft.com/office/drawing/2014/main" id="{68AB87BD-9433-C157-958E-503EFE2B9559}"/>
              </a:ext>
            </a:extLst>
          </p:cNvPr>
          <p:cNvSpPr>
            <a:spLocks noGrp="1"/>
          </p:cNvSpPr>
          <p:nvPr>
            <p:ph sz="half" idx="13"/>
          </p:nvPr>
        </p:nvSpPr>
        <p:spPr>
          <a:xfrm>
            <a:off x="3185160" y="1035131"/>
            <a:ext cx="2778760" cy="2393869"/>
          </a:xfrm>
        </p:spPr>
        <p:txBody>
          <a:bodyPr anchor="ctr">
            <a:normAutofit/>
          </a:bodyPr>
          <a:lstStyle>
            <a:lvl1pPr>
              <a:defRPr sz="1800"/>
            </a:lvl1pPr>
            <a:lvl2pPr>
              <a:defRPr sz="16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9" name="Content Placeholder 2">
            <a:extLst>
              <a:ext uri="{FF2B5EF4-FFF2-40B4-BE49-F238E27FC236}">
                <a16:creationId xmlns:a16="http://schemas.microsoft.com/office/drawing/2014/main" id="{D1432F3B-2EB2-3DB9-9439-F9100BFD2A4F}"/>
              </a:ext>
            </a:extLst>
          </p:cNvPr>
          <p:cNvSpPr>
            <a:spLocks noGrp="1"/>
          </p:cNvSpPr>
          <p:nvPr>
            <p:ph sz="half" idx="14"/>
          </p:nvPr>
        </p:nvSpPr>
        <p:spPr>
          <a:xfrm>
            <a:off x="6223000" y="1035131"/>
            <a:ext cx="2778760" cy="2393869"/>
          </a:xfrm>
        </p:spPr>
        <p:txBody>
          <a:bodyPr anchor="ctr">
            <a:normAutofit/>
          </a:bodyPr>
          <a:lstStyle>
            <a:lvl1pPr>
              <a:defRPr sz="1800">
                <a:solidFill>
                  <a:schemeClr val="bg1"/>
                </a:solidFill>
              </a:defRPr>
            </a:lvl1pPr>
            <a:lvl2pPr>
              <a:defRPr sz="1600">
                <a:solidFill>
                  <a:schemeClr val="bg1"/>
                </a:solidFill>
              </a:defRPr>
            </a:lvl2pPr>
            <a:lvl3pPr>
              <a:defRPr sz="1600">
                <a:solidFill>
                  <a:schemeClr val="bg1"/>
                </a:solidFill>
              </a:defRPr>
            </a:lvl3pPr>
            <a:lvl4pPr>
              <a:defRPr sz="1400">
                <a:solidFill>
                  <a:schemeClr val="bg1"/>
                </a:solidFill>
              </a:defRPr>
            </a:lvl4pPr>
            <a:lvl5pPr>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0" name="Content Placeholder 2">
            <a:extLst>
              <a:ext uri="{FF2B5EF4-FFF2-40B4-BE49-F238E27FC236}">
                <a16:creationId xmlns:a16="http://schemas.microsoft.com/office/drawing/2014/main" id="{301A956D-4024-390F-E95C-5E8EA3E268D8}"/>
              </a:ext>
            </a:extLst>
          </p:cNvPr>
          <p:cNvSpPr>
            <a:spLocks noGrp="1"/>
          </p:cNvSpPr>
          <p:nvPr>
            <p:ph sz="half" idx="15"/>
          </p:nvPr>
        </p:nvSpPr>
        <p:spPr>
          <a:xfrm>
            <a:off x="9271000" y="1035131"/>
            <a:ext cx="2778760" cy="2393869"/>
          </a:xfrm>
        </p:spPr>
        <p:txBody>
          <a:bodyPr anchor="ctr">
            <a:normAutofit/>
          </a:bodyPr>
          <a:lstStyle>
            <a:lvl1pPr>
              <a:defRPr sz="1800">
                <a:solidFill>
                  <a:schemeClr val="bg1"/>
                </a:solidFill>
              </a:defRPr>
            </a:lvl1pPr>
            <a:lvl2pPr>
              <a:defRPr sz="1600">
                <a:solidFill>
                  <a:schemeClr val="bg1"/>
                </a:solidFill>
              </a:defRPr>
            </a:lvl2pPr>
            <a:lvl3pPr>
              <a:defRPr sz="1600">
                <a:solidFill>
                  <a:schemeClr val="bg1"/>
                </a:solidFill>
              </a:defRPr>
            </a:lvl3pPr>
            <a:lvl4pPr>
              <a:defRPr sz="1400">
                <a:solidFill>
                  <a:schemeClr val="bg1"/>
                </a:solidFill>
              </a:defRPr>
            </a:lvl4pPr>
            <a:lvl5pPr>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1" name="Content Placeholder 2">
            <a:extLst>
              <a:ext uri="{FF2B5EF4-FFF2-40B4-BE49-F238E27FC236}">
                <a16:creationId xmlns:a16="http://schemas.microsoft.com/office/drawing/2014/main" id="{F9726C51-575F-1A2A-161B-A500BEF5B309}"/>
              </a:ext>
            </a:extLst>
          </p:cNvPr>
          <p:cNvSpPr>
            <a:spLocks noGrp="1"/>
          </p:cNvSpPr>
          <p:nvPr>
            <p:ph sz="half" idx="16"/>
          </p:nvPr>
        </p:nvSpPr>
        <p:spPr>
          <a:xfrm>
            <a:off x="147320" y="3646251"/>
            <a:ext cx="2778760" cy="2393869"/>
          </a:xfrm>
        </p:spPr>
        <p:txBody>
          <a:bodyPr anchor="ctr">
            <a:normAutofit/>
          </a:bodyPr>
          <a:lstStyle>
            <a:lvl1pPr>
              <a:defRPr sz="1800">
                <a:solidFill>
                  <a:schemeClr val="bg1"/>
                </a:solidFill>
              </a:defRPr>
            </a:lvl1pPr>
            <a:lvl2pPr>
              <a:defRPr sz="1600">
                <a:solidFill>
                  <a:schemeClr val="bg1"/>
                </a:solidFill>
              </a:defRPr>
            </a:lvl2pPr>
            <a:lvl3pPr>
              <a:defRPr sz="1600">
                <a:solidFill>
                  <a:schemeClr val="bg1"/>
                </a:solidFill>
              </a:defRPr>
            </a:lvl3pPr>
            <a:lvl4pPr>
              <a:defRPr sz="1400">
                <a:solidFill>
                  <a:schemeClr val="bg1"/>
                </a:solidFill>
              </a:defRPr>
            </a:lvl4pPr>
            <a:lvl5pPr>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2" name="Content Placeholder 2">
            <a:extLst>
              <a:ext uri="{FF2B5EF4-FFF2-40B4-BE49-F238E27FC236}">
                <a16:creationId xmlns:a16="http://schemas.microsoft.com/office/drawing/2014/main" id="{304A60B9-328B-33DB-ABB6-65ADB5CD8AB0}"/>
              </a:ext>
            </a:extLst>
          </p:cNvPr>
          <p:cNvSpPr>
            <a:spLocks noGrp="1"/>
          </p:cNvSpPr>
          <p:nvPr>
            <p:ph sz="half" idx="17"/>
          </p:nvPr>
        </p:nvSpPr>
        <p:spPr>
          <a:xfrm>
            <a:off x="3185160" y="3646251"/>
            <a:ext cx="2778760" cy="2393869"/>
          </a:xfrm>
        </p:spPr>
        <p:txBody>
          <a:bodyPr anchor="ctr">
            <a:normAutofit/>
          </a:bodyPr>
          <a:lstStyle>
            <a:lvl1pPr>
              <a:defRPr sz="1800">
                <a:solidFill>
                  <a:schemeClr val="bg1"/>
                </a:solidFill>
              </a:defRPr>
            </a:lvl1pPr>
            <a:lvl2pPr>
              <a:defRPr sz="1600">
                <a:solidFill>
                  <a:schemeClr val="bg1"/>
                </a:solidFill>
              </a:defRPr>
            </a:lvl2pPr>
            <a:lvl3pPr>
              <a:defRPr sz="1600">
                <a:solidFill>
                  <a:schemeClr val="bg1"/>
                </a:solidFill>
              </a:defRPr>
            </a:lvl3pPr>
            <a:lvl4pPr>
              <a:defRPr sz="1400">
                <a:solidFill>
                  <a:schemeClr val="bg1"/>
                </a:solidFill>
              </a:defRPr>
            </a:lvl4pPr>
            <a:lvl5pPr>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3" name="Content Placeholder 2">
            <a:extLst>
              <a:ext uri="{FF2B5EF4-FFF2-40B4-BE49-F238E27FC236}">
                <a16:creationId xmlns:a16="http://schemas.microsoft.com/office/drawing/2014/main" id="{207FE3BA-AEA5-4484-8461-8AFABC977874}"/>
              </a:ext>
            </a:extLst>
          </p:cNvPr>
          <p:cNvSpPr>
            <a:spLocks noGrp="1"/>
          </p:cNvSpPr>
          <p:nvPr>
            <p:ph sz="half" idx="18"/>
          </p:nvPr>
        </p:nvSpPr>
        <p:spPr>
          <a:xfrm>
            <a:off x="6223000" y="3646251"/>
            <a:ext cx="2778760" cy="2393869"/>
          </a:xfrm>
        </p:spPr>
        <p:txBody>
          <a:bodyPr anchor="ctr">
            <a:normAutofit/>
          </a:bodyPr>
          <a:lstStyle>
            <a:lvl1pPr>
              <a:defRPr sz="1800"/>
            </a:lvl1pPr>
            <a:lvl2pPr>
              <a:defRPr sz="16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4" name="Content Placeholder 2">
            <a:extLst>
              <a:ext uri="{FF2B5EF4-FFF2-40B4-BE49-F238E27FC236}">
                <a16:creationId xmlns:a16="http://schemas.microsoft.com/office/drawing/2014/main" id="{C1F14BAD-2D90-475F-37A5-E390D3FD9985}"/>
              </a:ext>
            </a:extLst>
          </p:cNvPr>
          <p:cNvSpPr>
            <a:spLocks noGrp="1"/>
          </p:cNvSpPr>
          <p:nvPr>
            <p:ph sz="half" idx="19"/>
          </p:nvPr>
        </p:nvSpPr>
        <p:spPr>
          <a:xfrm>
            <a:off x="9271000" y="3646251"/>
            <a:ext cx="2778760" cy="2393869"/>
          </a:xfrm>
        </p:spPr>
        <p:txBody>
          <a:bodyPr anchor="ctr">
            <a:normAutofit/>
          </a:bodyPr>
          <a:lstStyle>
            <a:lvl1pPr>
              <a:defRPr sz="1800"/>
            </a:lvl1pPr>
            <a:lvl2pPr>
              <a:defRPr sz="16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5" name="Title 1">
            <a:extLst>
              <a:ext uri="{FF2B5EF4-FFF2-40B4-BE49-F238E27FC236}">
                <a16:creationId xmlns:a16="http://schemas.microsoft.com/office/drawing/2014/main" id="{48919238-EFA2-A469-4359-2DEECF06175A}"/>
              </a:ext>
            </a:extLst>
          </p:cNvPr>
          <p:cNvSpPr>
            <a:spLocks noGrp="1"/>
          </p:cNvSpPr>
          <p:nvPr>
            <p:ph type="ctrTitle"/>
          </p:nvPr>
        </p:nvSpPr>
        <p:spPr>
          <a:xfrm>
            <a:off x="2850079" y="136526"/>
            <a:ext cx="9144000" cy="647244"/>
          </a:xfrm>
        </p:spPr>
        <p:txBody>
          <a:bodyPr anchor="b">
            <a:noAutofit/>
          </a:bodyPr>
          <a:lstStyle>
            <a:lvl1pPr algn="r">
              <a:defRPr sz="3600"/>
            </a:lvl1pPr>
          </a:lstStyle>
          <a:p>
            <a:r>
              <a:rPr lang="en-US"/>
              <a:t>Click to edit Master title style</a:t>
            </a:r>
          </a:p>
        </p:txBody>
      </p:sp>
    </p:spTree>
    <p:extLst>
      <p:ext uri="{BB962C8B-B14F-4D97-AF65-F5344CB8AC3E}">
        <p14:creationId xmlns:p14="http://schemas.microsoft.com/office/powerpoint/2010/main" val="381841288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2_ImpactfulStats_4-Boxes">
    <p:bg>
      <p:bgPr>
        <a:solidFill>
          <a:schemeClr val="bg1"/>
        </a:solidFill>
        <a:effectLst/>
      </p:bgPr>
    </p:bg>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7637BA9-BC66-0ACF-96FA-CCA6654C96BA}"/>
              </a:ext>
            </a:extLst>
          </p:cNvPr>
          <p:cNvSpPr>
            <a:spLocks noGrp="1"/>
          </p:cNvSpPr>
          <p:nvPr>
            <p:ph type="dt" sz="half" idx="10"/>
          </p:nvPr>
        </p:nvSpPr>
        <p:spPr/>
        <p:txBody>
          <a:bodyPr/>
          <a:lstStyle/>
          <a:p>
            <a:fld id="{D38656C5-2DDE-454B-A78F-D9D73785D935}" type="datetimeFigureOut">
              <a:rPr lang="en-US" smtClean="0"/>
              <a:t>10/23/24</a:t>
            </a:fld>
            <a:endParaRPr lang="en-US"/>
          </a:p>
        </p:txBody>
      </p:sp>
      <p:sp>
        <p:nvSpPr>
          <p:cNvPr id="3" name="Footer Placeholder 2">
            <a:extLst>
              <a:ext uri="{FF2B5EF4-FFF2-40B4-BE49-F238E27FC236}">
                <a16:creationId xmlns:a16="http://schemas.microsoft.com/office/drawing/2014/main" id="{5ABE6A95-B9E8-F48E-D39B-7325801FE78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CF3F8A8-826C-DCA2-B8EA-F5831EFCBAFD}"/>
              </a:ext>
            </a:extLst>
          </p:cNvPr>
          <p:cNvSpPr>
            <a:spLocks noGrp="1"/>
          </p:cNvSpPr>
          <p:nvPr>
            <p:ph type="sldNum" sz="quarter" idx="12"/>
          </p:nvPr>
        </p:nvSpPr>
        <p:spPr/>
        <p:txBody>
          <a:bodyPr/>
          <a:lstStyle/>
          <a:p>
            <a:fld id="{2BDFC5E2-9F0C-D24D-80A4-CB3D6FA65022}" type="slidenum">
              <a:rPr lang="en-US" smtClean="0"/>
              <a:t>‹#›</a:t>
            </a:fld>
            <a:endParaRPr lang="en-US"/>
          </a:p>
        </p:txBody>
      </p:sp>
      <p:grpSp>
        <p:nvGrpSpPr>
          <p:cNvPr id="13" name="Group 12">
            <a:extLst>
              <a:ext uri="{FF2B5EF4-FFF2-40B4-BE49-F238E27FC236}">
                <a16:creationId xmlns:a16="http://schemas.microsoft.com/office/drawing/2014/main" id="{150F469A-4447-2C90-9500-1A57EBDA159C}"/>
              </a:ext>
            </a:extLst>
          </p:cNvPr>
          <p:cNvGrpSpPr/>
          <p:nvPr userDrawn="1"/>
        </p:nvGrpSpPr>
        <p:grpSpPr>
          <a:xfrm>
            <a:off x="0" y="904460"/>
            <a:ext cx="12192000" cy="5266792"/>
            <a:chOff x="0" y="775252"/>
            <a:chExt cx="12125740" cy="5307496"/>
          </a:xfrm>
        </p:grpSpPr>
        <p:sp>
          <p:nvSpPr>
            <p:cNvPr id="5" name="Rectangle 4">
              <a:extLst>
                <a:ext uri="{FF2B5EF4-FFF2-40B4-BE49-F238E27FC236}">
                  <a16:creationId xmlns:a16="http://schemas.microsoft.com/office/drawing/2014/main" id="{AD470E10-4479-A813-8937-C7E6ECA7A953}"/>
                </a:ext>
              </a:extLst>
            </p:cNvPr>
            <p:cNvSpPr/>
            <p:nvPr userDrawn="1"/>
          </p:nvSpPr>
          <p:spPr>
            <a:xfrm>
              <a:off x="0" y="775252"/>
              <a:ext cx="3031435" cy="5307496"/>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D737B80B-3843-93D7-C134-60A5796218AC}"/>
                </a:ext>
              </a:extLst>
            </p:cNvPr>
            <p:cNvSpPr/>
            <p:nvPr userDrawn="1"/>
          </p:nvSpPr>
          <p:spPr>
            <a:xfrm>
              <a:off x="3031435" y="775252"/>
              <a:ext cx="3031435" cy="5307496"/>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0A7E2224-9A8C-F73F-2300-15B79A573183}"/>
                </a:ext>
              </a:extLst>
            </p:cNvPr>
            <p:cNvSpPr/>
            <p:nvPr userDrawn="1"/>
          </p:nvSpPr>
          <p:spPr>
            <a:xfrm>
              <a:off x="6062870" y="775252"/>
              <a:ext cx="3031435" cy="5307496"/>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26D0E995-DC6B-C0DD-CD3D-FB70BBEDC09A}"/>
                </a:ext>
              </a:extLst>
            </p:cNvPr>
            <p:cNvSpPr/>
            <p:nvPr userDrawn="1"/>
          </p:nvSpPr>
          <p:spPr>
            <a:xfrm>
              <a:off x="9094305" y="775252"/>
              <a:ext cx="3031435" cy="5307496"/>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0" name="Content Placeholder 2">
            <a:extLst>
              <a:ext uri="{FF2B5EF4-FFF2-40B4-BE49-F238E27FC236}">
                <a16:creationId xmlns:a16="http://schemas.microsoft.com/office/drawing/2014/main" id="{12DE39F2-D6C2-A2B7-B3FD-EEC935F37C89}"/>
              </a:ext>
            </a:extLst>
          </p:cNvPr>
          <p:cNvSpPr>
            <a:spLocks noGrp="1"/>
          </p:cNvSpPr>
          <p:nvPr userDrawn="1">
            <p:ph sz="half" idx="1"/>
          </p:nvPr>
        </p:nvSpPr>
        <p:spPr>
          <a:xfrm>
            <a:off x="147320" y="1035131"/>
            <a:ext cx="2778760" cy="4999909"/>
          </a:xfrm>
        </p:spPr>
        <p:txBody>
          <a:bodyPr anchor="t">
            <a:noAutofit/>
          </a:bodyPr>
          <a:lstStyle>
            <a:lvl1pPr>
              <a:defRPr sz="1800">
                <a:solidFill>
                  <a:schemeClr val="bg1"/>
                </a:solidFill>
              </a:defRPr>
            </a:lvl1pPr>
            <a:lvl2pPr>
              <a:defRPr sz="1600">
                <a:solidFill>
                  <a:schemeClr val="bg1"/>
                </a:solidFill>
              </a:defRPr>
            </a:lvl2pPr>
            <a:lvl3pPr>
              <a:defRPr sz="1600">
                <a:solidFill>
                  <a:schemeClr val="bg1"/>
                </a:solidFill>
              </a:defRPr>
            </a:lvl3pPr>
            <a:lvl4pPr>
              <a:defRPr sz="1400">
                <a:solidFill>
                  <a:schemeClr val="bg1"/>
                </a:solidFill>
              </a:defRPr>
            </a:lvl4pPr>
            <a:lvl5pPr>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Content Placeholder 2">
            <a:extLst>
              <a:ext uri="{FF2B5EF4-FFF2-40B4-BE49-F238E27FC236}">
                <a16:creationId xmlns:a16="http://schemas.microsoft.com/office/drawing/2014/main" id="{68AB87BD-9433-C157-958E-503EFE2B9559}"/>
              </a:ext>
            </a:extLst>
          </p:cNvPr>
          <p:cNvSpPr>
            <a:spLocks noGrp="1"/>
          </p:cNvSpPr>
          <p:nvPr userDrawn="1">
            <p:ph sz="half" idx="13"/>
          </p:nvPr>
        </p:nvSpPr>
        <p:spPr>
          <a:xfrm>
            <a:off x="3185160" y="1035131"/>
            <a:ext cx="2778760" cy="4999909"/>
          </a:xfrm>
        </p:spPr>
        <p:txBody>
          <a:bodyPr anchor="t">
            <a:noAutofit/>
          </a:bodyPr>
          <a:lstStyle>
            <a:lvl1pPr>
              <a:defRPr sz="1800">
                <a:solidFill>
                  <a:schemeClr val="bg1"/>
                </a:solidFill>
              </a:defRPr>
            </a:lvl1pPr>
            <a:lvl2pPr>
              <a:defRPr sz="1600">
                <a:solidFill>
                  <a:schemeClr val="bg1"/>
                </a:solidFill>
              </a:defRPr>
            </a:lvl2pPr>
            <a:lvl3pPr>
              <a:defRPr sz="1600">
                <a:solidFill>
                  <a:schemeClr val="bg1"/>
                </a:solidFill>
              </a:defRPr>
            </a:lvl3pPr>
            <a:lvl4pPr>
              <a:defRPr sz="1400">
                <a:solidFill>
                  <a:schemeClr val="bg1"/>
                </a:solidFill>
              </a:defRPr>
            </a:lvl4pPr>
            <a:lvl5pPr>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9" name="Content Placeholder 2">
            <a:extLst>
              <a:ext uri="{FF2B5EF4-FFF2-40B4-BE49-F238E27FC236}">
                <a16:creationId xmlns:a16="http://schemas.microsoft.com/office/drawing/2014/main" id="{D1432F3B-2EB2-3DB9-9439-F9100BFD2A4F}"/>
              </a:ext>
            </a:extLst>
          </p:cNvPr>
          <p:cNvSpPr>
            <a:spLocks noGrp="1"/>
          </p:cNvSpPr>
          <p:nvPr userDrawn="1">
            <p:ph sz="half" idx="14"/>
          </p:nvPr>
        </p:nvSpPr>
        <p:spPr>
          <a:xfrm>
            <a:off x="6223000" y="1035131"/>
            <a:ext cx="2778760" cy="4999909"/>
          </a:xfrm>
        </p:spPr>
        <p:txBody>
          <a:bodyPr anchor="t">
            <a:noAutofit/>
          </a:bodyPr>
          <a:lstStyle>
            <a:lvl1pPr>
              <a:defRPr sz="1800">
                <a:solidFill>
                  <a:schemeClr val="bg1"/>
                </a:solidFill>
              </a:defRPr>
            </a:lvl1pPr>
            <a:lvl2pPr>
              <a:defRPr sz="1600">
                <a:solidFill>
                  <a:schemeClr val="bg1"/>
                </a:solidFill>
              </a:defRPr>
            </a:lvl2pPr>
            <a:lvl3pPr>
              <a:defRPr sz="1600">
                <a:solidFill>
                  <a:schemeClr val="bg1"/>
                </a:solidFill>
              </a:defRPr>
            </a:lvl3pPr>
            <a:lvl4pPr>
              <a:defRPr sz="1400">
                <a:solidFill>
                  <a:schemeClr val="bg1"/>
                </a:solidFill>
              </a:defRPr>
            </a:lvl4pPr>
            <a:lvl5pPr>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0" name="Content Placeholder 2">
            <a:extLst>
              <a:ext uri="{FF2B5EF4-FFF2-40B4-BE49-F238E27FC236}">
                <a16:creationId xmlns:a16="http://schemas.microsoft.com/office/drawing/2014/main" id="{301A956D-4024-390F-E95C-5E8EA3E268D8}"/>
              </a:ext>
            </a:extLst>
          </p:cNvPr>
          <p:cNvSpPr>
            <a:spLocks noGrp="1"/>
          </p:cNvSpPr>
          <p:nvPr userDrawn="1">
            <p:ph sz="half" idx="15"/>
          </p:nvPr>
        </p:nvSpPr>
        <p:spPr>
          <a:xfrm>
            <a:off x="9271000" y="1035131"/>
            <a:ext cx="2778760" cy="4999909"/>
          </a:xfrm>
        </p:spPr>
        <p:txBody>
          <a:bodyPr anchor="t">
            <a:noAutofit/>
          </a:bodyPr>
          <a:lstStyle>
            <a:lvl1pPr>
              <a:defRPr sz="1800">
                <a:solidFill>
                  <a:schemeClr val="bg1"/>
                </a:solidFill>
              </a:defRPr>
            </a:lvl1pPr>
            <a:lvl2pPr>
              <a:defRPr sz="1600">
                <a:solidFill>
                  <a:schemeClr val="bg1"/>
                </a:solidFill>
              </a:defRPr>
            </a:lvl2pPr>
            <a:lvl3pPr>
              <a:defRPr sz="1600">
                <a:solidFill>
                  <a:schemeClr val="bg1"/>
                </a:solidFill>
              </a:defRPr>
            </a:lvl3pPr>
            <a:lvl4pPr>
              <a:defRPr sz="1400">
                <a:solidFill>
                  <a:schemeClr val="bg1"/>
                </a:solidFill>
              </a:defRPr>
            </a:lvl4pPr>
            <a:lvl5pPr>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5" name="Title 1">
            <a:extLst>
              <a:ext uri="{FF2B5EF4-FFF2-40B4-BE49-F238E27FC236}">
                <a16:creationId xmlns:a16="http://schemas.microsoft.com/office/drawing/2014/main" id="{48919238-EFA2-A469-4359-2DEECF06175A}"/>
              </a:ext>
            </a:extLst>
          </p:cNvPr>
          <p:cNvSpPr>
            <a:spLocks noGrp="1"/>
          </p:cNvSpPr>
          <p:nvPr userDrawn="1">
            <p:ph type="ctrTitle"/>
          </p:nvPr>
        </p:nvSpPr>
        <p:spPr>
          <a:xfrm>
            <a:off x="2850079" y="136526"/>
            <a:ext cx="9144000" cy="647244"/>
          </a:xfrm>
        </p:spPr>
        <p:txBody>
          <a:bodyPr anchor="b">
            <a:noAutofit/>
          </a:bodyPr>
          <a:lstStyle>
            <a:lvl1pPr algn="r">
              <a:defRPr sz="3600"/>
            </a:lvl1pPr>
          </a:lstStyle>
          <a:p>
            <a:r>
              <a:rPr lang="en-US"/>
              <a:t>Click to edit Master title style</a:t>
            </a:r>
          </a:p>
        </p:txBody>
      </p:sp>
    </p:spTree>
    <p:extLst>
      <p:ext uri="{BB962C8B-B14F-4D97-AF65-F5344CB8AC3E}">
        <p14:creationId xmlns:p14="http://schemas.microsoft.com/office/powerpoint/2010/main" val="9961801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3_ImpactfulStats_4-Boxes">
    <p:bg>
      <p:bgPr>
        <a:solidFill>
          <a:schemeClr val="bg1"/>
        </a:solidFill>
        <a:effectLst/>
      </p:bgPr>
    </p:bg>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7637BA9-BC66-0ACF-96FA-CCA6654C96BA}"/>
              </a:ext>
            </a:extLst>
          </p:cNvPr>
          <p:cNvSpPr>
            <a:spLocks noGrp="1"/>
          </p:cNvSpPr>
          <p:nvPr>
            <p:ph type="dt" sz="half" idx="10"/>
          </p:nvPr>
        </p:nvSpPr>
        <p:spPr/>
        <p:txBody>
          <a:bodyPr/>
          <a:lstStyle/>
          <a:p>
            <a:fld id="{D38656C5-2DDE-454B-A78F-D9D73785D935}" type="datetimeFigureOut">
              <a:rPr lang="en-US" smtClean="0"/>
              <a:t>10/23/24</a:t>
            </a:fld>
            <a:endParaRPr lang="en-US"/>
          </a:p>
        </p:txBody>
      </p:sp>
      <p:sp>
        <p:nvSpPr>
          <p:cNvPr id="3" name="Footer Placeholder 2">
            <a:extLst>
              <a:ext uri="{FF2B5EF4-FFF2-40B4-BE49-F238E27FC236}">
                <a16:creationId xmlns:a16="http://schemas.microsoft.com/office/drawing/2014/main" id="{5ABE6A95-B9E8-F48E-D39B-7325801FE78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CF3F8A8-826C-DCA2-B8EA-F5831EFCBAFD}"/>
              </a:ext>
            </a:extLst>
          </p:cNvPr>
          <p:cNvSpPr>
            <a:spLocks noGrp="1"/>
          </p:cNvSpPr>
          <p:nvPr>
            <p:ph type="sldNum" sz="quarter" idx="12"/>
          </p:nvPr>
        </p:nvSpPr>
        <p:spPr/>
        <p:txBody>
          <a:bodyPr/>
          <a:lstStyle/>
          <a:p>
            <a:fld id="{2BDFC5E2-9F0C-D24D-80A4-CB3D6FA65022}" type="slidenum">
              <a:rPr lang="en-US" smtClean="0"/>
              <a:t>‹#›</a:t>
            </a:fld>
            <a:endParaRPr lang="en-US"/>
          </a:p>
        </p:txBody>
      </p:sp>
      <p:grpSp>
        <p:nvGrpSpPr>
          <p:cNvPr id="13" name="Group 12">
            <a:extLst>
              <a:ext uri="{FF2B5EF4-FFF2-40B4-BE49-F238E27FC236}">
                <a16:creationId xmlns:a16="http://schemas.microsoft.com/office/drawing/2014/main" id="{150F469A-4447-2C90-9500-1A57EBDA159C}"/>
              </a:ext>
            </a:extLst>
          </p:cNvPr>
          <p:cNvGrpSpPr/>
          <p:nvPr userDrawn="1"/>
        </p:nvGrpSpPr>
        <p:grpSpPr>
          <a:xfrm>
            <a:off x="0" y="904460"/>
            <a:ext cx="12192000" cy="5266792"/>
            <a:chOff x="0" y="775252"/>
            <a:chExt cx="12125740" cy="5307496"/>
          </a:xfrm>
        </p:grpSpPr>
        <p:sp>
          <p:nvSpPr>
            <p:cNvPr id="5" name="Rectangle 4">
              <a:extLst>
                <a:ext uri="{FF2B5EF4-FFF2-40B4-BE49-F238E27FC236}">
                  <a16:creationId xmlns:a16="http://schemas.microsoft.com/office/drawing/2014/main" id="{AD470E10-4479-A813-8937-C7E6ECA7A953}"/>
                </a:ext>
              </a:extLst>
            </p:cNvPr>
            <p:cNvSpPr/>
            <p:nvPr userDrawn="1"/>
          </p:nvSpPr>
          <p:spPr>
            <a:xfrm>
              <a:off x="0" y="775252"/>
              <a:ext cx="3031435" cy="5307496"/>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D737B80B-3843-93D7-C134-60A5796218AC}"/>
                </a:ext>
              </a:extLst>
            </p:cNvPr>
            <p:cNvSpPr/>
            <p:nvPr userDrawn="1"/>
          </p:nvSpPr>
          <p:spPr>
            <a:xfrm>
              <a:off x="3031435" y="775252"/>
              <a:ext cx="3031435" cy="5307496"/>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0A7E2224-9A8C-F73F-2300-15B79A573183}"/>
                </a:ext>
              </a:extLst>
            </p:cNvPr>
            <p:cNvSpPr/>
            <p:nvPr userDrawn="1"/>
          </p:nvSpPr>
          <p:spPr>
            <a:xfrm>
              <a:off x="6062870" y="775252"/>
              <a:ext cx="3031435" cy="5307496"/>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26D0E995-DC6B-C0DD-CD3D-FB70BBEDC09A}"/>
                </a:ext>
              </a:extLst>
            </p:cNvPr>
            <p:cNvSpPr/>
            <p:nvPr userDrawn="1"/>
          </p:nvSpPr>
          <p:spPr>
            <a:xfrm>
              <a:off x="9094305" y="775252"/>
              <a:ext cx="3031435" cy="5307496"/>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0" name="Content Placeholder 2">
            <a:extLst>
              <a:ext uri="{FF2B5EF4-FFF2-40B4-BE49-F238E27FC236}">
                <a16:creationId xmlns:a16="http://schemas.microsoft.com/office/drawing/2014/main" id="{12DE39F2-D6C2-A2B7-B3FD-EEC935F37C89}"/>
              </a:ext>
            </a:extLst>
          </p:cNvPr>
          <p:cNvSpPr>
            <a:spLocks noGrp="1"/>
          </p:cNvSpPr>
          <p:nvPr userDrawn="1">
            <p:ph sz="half" idx="1"/>
          </p:nvPr>
        </p:nvSpPr>
        <p:spPr>
          <a:xfrm>
            <a:off x="147320" y="3182146"/>
            <a:ext cx="2778760" cy="2783840"/>
          </a:xfrm>
        </p:spPr>
        <p:txBody>
          <a:bodyPr anchor="t">
            <a:noAutofit/>
          </a:bodyPr>
          <a:lstStyle>
            <a:lvl1pPr>
              <a:defRPr sz="1800">
                <a:solidFill>
                  <a:schemeClr val="bg1"/>
                </a:solidFill>
              </a:defRPr>
            </a:lvl1pPr>
            <a:lvl2pPr>
              <a:defRPr sz="1600">
                <a:solidFill>
                  <a:schemeClr val="bg1"/>
                </a:solidFill>
              </a:defRPr>
            </a:lvl2pPr>
            <a:lvl3pPr>
              <a:defRPr sz="1600">
                <a:solidFill>
                  <a:schemeClr val="bg1"/>
                </a:solidFill>
              </a:defRPr>
            </a:lvl3pPr>
            <a:lvl4pPr>
              <a:defRPr sz="1400">
                <a:solidFill>
                  <a:schemeClr val="bg1"/>
                </a:solidFill>
              </a:defRPr>
            </a:lvl4pPr>
            <a:lvl5pPr>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Content Placeholder 2">
            <a:extLst>
              <a:ext uri="{FF2B5EF4-FFF2-40B4-BE49-F238E27FC236}">
                <a16:creationId xmlns:a16="http://schemas.microsoft.com/office/drawing/2014/main" id="{68AB87BD-9433-C157-958E-503EFE2B9559}"/>
              </a:ext>
            </a:extLst>
          </p:cNvPr>
          <p:cNvSpPr>
            <a:spLocks noGrp="1"/>
          </p:cNvSpPr>
          <p:nvPr userDrawn="1">
            <p:ph sz="half" idx="13"/>
          </p:nvPr>
        </p:nvSpPr>
        <p:spPr>
          <a:xfrm>
            <a:off x="3185160" y="3182146"/>
            <a:ext cx="2778760" cy="2783840"/>
          </a:xfrm>
        </p:spPr>
        <p:txBody>
          <a:bodyPr anchor="t">
            <a:noAutofit/>
          </a:bodyPr>
          <a:lstStyle>
            <a:lvl1pPr>
              <a:defRPr sz="1800">
                <a:solidFill>
                  <a:schemeClr val="bg1"/>
                </a:solidFill>
              </a:defRPr>
            </a:lvl1pPr>
            <a:lvl2pPr>
              <a:defRPr sz="1600">
                <a:solidFill>
                  <a:schemeClr val="bg1"/>
                </a:solidFill>
              </a:defRPr>
            </a:lvl2pPr>
            <a:lvl3pPr>
              <a:defRPr sz="1600">
                <a:solidFill>
                  <a:schemeClr val="bg1"/>
                </a:solidFill>
              </a:defRPr>
            </a:lvl3pPr>
            <a:lvl4pPr>
              <a:defRPr sz="1400">
                <a:solidFill>
                  <a:schemeClr val="bg1"/>
                </a:solidFill>
              </a:defRPr>
            </a:lvl4pPr>
            <a:lvl5pPr>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9" name="Content Placeholder 2">
            <a:extLst>
              <a:ext uri="{FF2B5EF4-FFF2-40B4-BE49-F238E27FC236}">
                <a16:creationId xmlns:a16="http://schemas.microsoft.com/office/drawing/2014/main" id="{D1432F3B-2EB2-3DB9-9439-F9100BFD2A4F}"/>
              </a:ext>
            </a:extLst>
          </p:cNvPr>
          <p:cNvSpPr>
            <a:spLocks noGrp="1"/>
          </p:cNvSpPr>
          <p:nvPr userDrawn="1">
            <p:ph sz="half" idx="14"/>
          </p:nvPr>
        </p:nvSpPr>
        <p:spPr>
          <a:xfrm>
            <a:off x="6223000" y="3182146"/>
            <a:ext cx="2778760" cy="2783840"/>
          </a:xfrm>
        </p:spPr>
        <p:txBody>
          <a:bodyPr anchor="t">
            <a:noAutofit/>
          </a:bodyPr>
          <a:lstStyle>
            <a:lvl1pPr>
              <a:defRPr sz="1800">
                <a:solidFill>
                  <a:schemeClr val="bg1"/>
                </a:solidFill>
              </a:defRPr>
            </a:lvl1pPr>
            <a:lvl2pPr>
              <a:defRPr sz="1600">
                <a:solidFill>
                  <a:schemeClr val="bg1"/>
                </a:solidFill>
              </a:defRPr>
            </a:lvl2pPr>
            <a:lvl3pPr>
              <a:defRPr sz="1600">
                <a:solidFill>
                  <a:schemeClr val="bg1"/>
                </a:solidFill>
              </a:defRPr>
            </a:lvl3pPr>
            <a:lvl4pPr>
              <a:defRPr sz="1400">
                <a:solidFill>
                  <a:schemeClr val="bg1"/>
                </a:solidFill>
              </a:defRPr>
            </a:lvl4pPr>
            <a:lvl5pPr>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0" name="Content Placeholder 2">
            <a:extLst>
              <a:ext uri="{FF2B5EF4-FFF2-40B4-BE49-F238E27FC236}">
                <a16:creationId xmlns:a16="http://schemas.microsoft.com/office/drawing/2014/main" id="{301A956D-4024-390F-E95C-5E8EA3E268D8}"/>
              </a:ext>
            </a:extLst>
          </p:cNvPr>
          <p:cNvSpPr>
            <a:spLocks noGrp="1"/>
          </p:cNvSpPr>
          <p:nvPr userDrawn="1">
            <p:ph sz="half" idx="15"/>
          </p:nvPr>
        </p:nvSpPr>
        <p:spPr>
          <a:xfrm>
            <a:off x="9271000" y="3182146"/>
            <a:ext cx="2778760" cy="2783840"/>
          </a:xfrm>
        </p:spPr>
        <p:txBody>
          <a:bodyPr anchor="t">
            <a:noAutofit/>
          </a:bodyPr>
          <a:lstStyle>
            <a:lvl1pPr>
              <a:defRPr sz="1800">
                <a:solidFill>
                  <a:schemeClr val="bg1"/>
                </a:solidFill>
              </a:defRPr>
            </a:lvl1pPr>
            <a:lvl2pPr>
              <a:defRPr sz="1600">
                <a:solidFill>
                  <a:schemeClr val="bg1"/>
                </a:solidFill>
              </a:defRPr>
            </a:lvl2pPr>
            <a:lvl3pPr>
              <a:defRPr sz="1600">
                <a:solidFill>
                  <a:schemeClr val="bg1"/>
                </a:solidFill>
              </a:defRPr>
            </a:lvl3pPr>
            <a:lvl4pPr>
              <a:defRPr sz="1400">
                <a:solidFill>
                  <a:schemeClr val="bg1"/>
                </a:solidFill>
              </a:defRPr>
            </a:lvl4pPr>
            <a:lvl5pPr>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5" name="Title 1">
            <a:extLst>
              <a:ext uri="{FF2B5EF4-FFF2-40B4-BE49-F238E27FC236}">
                <a16:creationId xmlns:a16="http://schemas.microsoft.com/office/drawing/2014/main" id="{48919238-EFA2-A469-4359-2DEECF06175A}"/>
              </a:ext>
            </a:extLst>
          </p:cNvPr>
          <p:cNvSpPr>
            <a:spLocks noGrp="1"/>
          </p:cNvSpPr>
          <p:nvPr userDrawn="1">
            <p:ph type="ctrTitle"/>
          </p:nvPr>
        </p:nvSpPr>
        <p:spPr>
          <a:xfrm>
            <a:off x="2850079" y="136526"/>
            <a:ext cx="9144000" cy="647244"/>
          </a:xfrm>
        </p:spPr>
        <p:txBody>
          <a:bodyPr anchor="b">
            <a:noAutofit/>
          </a:bodyPr>
          <a:lstStyle>
            <a:lvl1pPr algn="r">
              <a:defRPr sz="3600"/>
            </a:lvl1pPr>
          </a:lstStyle>
          <a:p>
            <a:r>
              <a:rPr lang="en-US"/>
              <a:t>Click to edit Master title style</a:t>
            </a:r>
          </a:p>
        </p:txBody>
      </p:sp>
      <p:sp>
        <p:nvSpPr>
          <p:cNvPr id="10" name="Picture Placeholder 9">
            <a:extLst>
              <a:ext uri="{FF2B5EF4-FFF2-40B4-BE49-F238E27FC236}">
                <a16:creationId xmlns:a16="http://schemas.microsoft.com/office/drawing/2014/main" id="{ABB09B53-2593-4B74-BC35-E8BF263F48B5}"/>
              </a:ext>
            </a:extLst>
          </p:cNvPr>
          <p:cNvSpPr>
            <a:spLocks noGrp="1"/>
          </p:cNvSpPr>
          <p:nvPr>
            <p:ph type="pic" sz="quarter" idx="16"/>
          </p:nvPr>
        </p:nvSpPr>
        <p:spPr>
          <a:xfrm>
            <a:off x="0" y="904875"/>
            <a:ext cx="3048000" cy="2072005"/>
          </a:xfrm>
          <a:solidFill>
            <a:schemeClr val="bg1">
              <a:lumMod val="95000"/>
            </a:schemeClr>
          </a:solidFill>
        </p:spPr>
        <p:txBody>
          <a:bodyPr/>
          <a:lstStyle/>
          <a:p>
            <a:r>
              <a:rPr lang="en-US"/>
              <a:t>Click icon to add picture</a:t>
            </a:r>
          </a:p>
        </p:txBody>
      </p:sp>
      <p:sp>
        <p:nvSpPr>
          <p:cNvPr id="11" name="Picture Placeholder 9">
            <a:extLst>
              <a:ext uri="{FF2B5EF4-FFF2-40B4-BE49-F238E27FC236}">
                <a16:creationId xmlns:a16="http://schemas.microsoft.com/office/drawing/2014/main" id="{26CB5F1B-12DD-F0D1-21CB-3EDA0087CB75}"/>
              </a:ext>
            </a:extLst>
          </p:cNvPr>
          <p:cNvSpPr>
            <a:spLocks noGrp="1"/>
          </p:cNvSpPr>
          <p:nvPr>
            <p:ph type="pic" sz="quarter" idx="17"/>
          </p:nvPr>
        </p:nvSpPr>
        <p:spPr>
          <a:xfrm>
            <a:off x="3048000" y="904875"/>
            <a:ext cx="3048000" cy="2072005"/>
          </a:xfrm>
          <a:solidFill>
            <a:schemeClr val="bg1">
              <a:lumMod val="95000"/>
            </a:schemeClr>
          </a:solidFill>
        </p:spPr>
        <p:txBody>
          <a:bodyPr/>
          <a:lstStyle/>
          <a:p>
            <a:r>
              <a:rPr lang="en-US"/>
              <a:t>Click icon to add picture</a:t>
            </a:r>
          </a:p>
        </p:txBody>
      </p:sp>
      <p:sp>
        <p:nvSpPr>
          <p:cNvPr id="12" name="Picture Placeholder 9">
            <a:extLst>
              <a:ext uri="{FF2B5EF4-FFF2-40B4-BE49-F238E27FC236}">
                <a16:creationId xmlns:a16="http://schemas.microsoft.com/office/drawing/2014/main" id="{A6D4F1BC-0349-09F5-6E4E-877F4FF5B646}"/>
              </a:ext>
            </a:extLst>
          </p:cNvPr>
          <p:cNvSpPr>
            <a:spLocks noGrp="1"/>
          </p:cNvSpPr>
          <p:nvPr>
            <p:ph type="pic" sz="quarter" idx="18"/>
          </p:nvPr>
        </p:nvSpPr>
        <p:spPr>
          <a:xfrm>
            <a:off x="6085840" y="904875"/>
            <a:ext cx="3048000" cy="2072005"/>
          </a:xfrm>
          <a:solidFill>
            <a:schemeClr val="bg1">
              <a:lumMod val="95000"/>
            </a:schemeClr>
          </a:solidFill>
        </p:spPr>
        <p:txBody>
          <a:bodyPr/>
          <a:lstStyle/>
          <a:p>
            <a:r>
              <a:rPr lang="en-US"/>
              <a:t>Click icon to add picture</a:t>
            </a:r>
          </a:p>
        </p:txBody>
      </p:sp>
      <p:sp>
        <p:nvSpPr>
          <p:cNvPr id="14" name="Picture Placeholder 9">
            <a:extLst>
              <a:ext uri="{FF2B5EF4-FFF2-40B4-BE49-F238E27FC236}">
                <a16:creationId xmlns:a16="http://schemas.microsoft.com/office/drawing/2014/main" id="{F1CB139B-ED08-B6D5-9921-18762C7AFAF0}"/>
              </a:ext>
            </a:extLst>
          </p:cNvPr>
          <p:cNvSpPr>
            <a:spLocks noGrp="1"/>
          </p:cNvSpPr>
          <p:nvPr>
            <p:ph type="pic" sz="quarter" idx="19"/>
          </p:nvPr>
        </p:nvSpPr>
        <p:spPr>
          <a:xfrm>
            <a:off x="9133840" y="904875"/>
            <a:ext cx="3048000" cy="2072005"/>
          </a:xfrm>
          <a:solidFill>
            <a:schemeClr val="bg1">
              <a:lumMod val="95000"/>
            </a:schemeClr>
          </a:solidFill>
        </p:spPr>
        <p:txBody>
          <a:bodyPr/>
          <a:lstStyle/>
          <a:p>
            <a:r>
              <a:rPr lang="en-US"/>
              <a:t>Click icon to add picture</a:t>
            </a:r>
          </a:p>
        </p:txBody>
      </p:sp>
    </p:spTree>
    <p:extLst>
      <p:ext uri="{BB962C8B-B14F-4D97-AF65-F5344CB8AC3E}">
        <p14:creationId xmlns:p14="http://schemas.microsoft.com/office/powerpoint/2010/main" val="194905053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4_ImpactfulStats_4-Boxes-2">
    <p:bg>
      <p:bgPr>
        <a:solidFill>
          <a:schemeClr val="bg1"/>
        </a:solidFill>
        <a:effectLst/>
      </p:bgPr>
    </p:bg>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7637BA9-BC66-0ACF-96FA-CCA6654C96BA}"/>
              </a:ext>
            </a:extLst>
          </p:cNvPr>
          <p:cNvSpPr>
            <a:spLocks noGrp="1"/>
          </p:cNvSpPr>
          <p:nvPr>
            <p:ph type="dt" sz="half" idx="10"/>
          </p:nvPr>
        </p:nvSpPr>
        <p:spPr/>
        <p:txBody>
          <a:bodyPr/>
          <a:lstStyle/>
          <a:p>
            <a:fld id="{D38656C5-2DDE-454B-A78F-D9D73785D935}" type="datetimeFigureOut">
              <a:rPr lang="en-US" smtClean="0"/>
              <a:t>10/23/24</a:t>
            </a:fld>
            <a:endParaRPr lang="en-US"/>
          </a:p>
        </p:txBody>
      </p:sp>
      <p:sp>
        <p:nvSpPr>
          <p:cNvPr id="3" name="Footer Placeholder 2">
            <a:extLst>
              <a:ext uri="{FF2B5EF4-FFF2-40B4-BE49-F238E27FC236}">
                <a16:creationId xmlns:a16="http://schemas.microsoft.com/office/drawing/2014/main" id="{5ABE6A95-B9E8-F48E-D39B-7325801FE78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CF3F8A8-826C-DCA2-B8EA-F5831EFCBAFD}"/>
              </a:ext>
            </a:extLst>
          </p:cNvPr>
          <p:cNvSpPr>
            <a:spLocks noGrp="1"/>
          </p:cNvSpPr>
          <p:nvPr>
            <p:ph type="sldNum" sz="quarter" idx="12"/>
          </p:nvPr>
        </p:nvSpPr>
        <p:spPr/>
        <p:txBody>
          <a:bodyPr/>
          <a:lstStyle/>
          <a:p>
            <a:fld id="{2BDFC5E2-9F0C-D24D-80A4-CB3D6FA65022}" type="slidenum">
              <a:rPr lang="en-US" smtClean="0"/>
              <a:t>‹#›</a:t>
            </a:fld>
            <a:endParaRPr lang="en-US"/>
          </a:p>
        </p:txBody>
      </p:sp>
      <p:grpSp>
        <p:nvGrpSpPr>
          <p:cNvPr id="13" name="Group 12">
            <a:extLst>
              <a:ext uri="{FF2B5EF4-FFF2-40B4-BE49-F238E27FC236}">
                <a16:creationId xmlns:a16="http://schemas.microsoft.com/office/drawing/2014/main" id="{150F469A-4447-2C90-9500-1A57EBDA159C}"/>
              </a:ext>
            </a:extLst>
          </p:cNvPr>
          <p:cNvGrpSpPr/>
          <p:nvPr userDrawn="1"/>
        </p:nvGrpSpPr>
        <p:grpSpPr>
          <a:xfrm>
            <a:off x="0" y="904460"/>
            <a:ext cx="12192000" cy="5266792"/>
            <a:chOff x="0" y="775252"/>
            <a:chExt cx="12125740" cy="5307496"/>
          </a:xfrm>
        </p:grpSpPr>
        <p:sp>
          <p:nvSpPr>
            <p:cNvPr id="5" name="Rectangle 4">
              <a:extLst>
                <a:ext uri="{FF2B5EF4-FFF2-40B4-BE49-F238E27FC236}">
                  <a16:creationId xmlns:a16="http://schemas.microsoft.com/office/drawing/2014/main" id="{AD470E10-4479-A813-8937-C7E6ECA7A953}"/>
                </a:ext>
              </a:extLst>
            </p:cNvPr>
            <p:cNvSpPr/>
            <p:nvPr userDrawn="1"/>
          </p:nvSpPr>
          <p:spPr>
            <a:xfrm>
              <a:off x="0" y="775252"/>
              <a:ext cx="3031435" cy="5307496"/>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D737B80B-3843-93D7-C134-60A5796218AC}"/>
                </a:ext>
              </a:extLst>
            </p:cNvPr>
            <p:cNvSpPr/>
            <p:nvPr userDrawn="1"/>
          </p:nvSpPr>
          <p:spPr>
            <a:xfrm>
              <a:off x="3031435" y="775252"/>
              <a:ext cx="3031435" cy="5307496"/>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0A7E2224-9A8C-F73F-2300-15B79A573183}"/>
                </a:ext>
              </a:extLst>
            </p:cNvPr>
            <p:cNvSpPr/>
            <p:nvPr userDrawn="1"/>
          </p:nvSpPr>
          <p:spPr>
            <a:xfrm>
              <a:off x="6062870" y="775252"/>
              <a:ext cx="3031435" cy="5307496"/>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26D0E995-DC6B-C0DD-CD3D-FB70BBEDC09A}"/>
                </a:ext>
              </a:extLst>
            </p:cNvPr>
            <p:cNvSpPr/>
            <p:nvPr userDrawn="1"/>
          </p:nvSpPr>
          <p:spPr>
            <a:xfrm>
              <a:off x="9094305" y="775252"/>
              <a:ext cx="3031435" cy="5307496"/>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0" name="Content Placeholder 2">
            <a:extLst>
              <a:ext uri="{FF2B5EF4-FFF2-40B4-BE49-F238E27FC236}">
                <a16:creationId xmlns:a16="http://schemas.microsoft.com/office/drawing/2014/main" id="{12DE39F2-D6C2-A2B7-B3FD-EEC935F37C89}"/>
              </a:ext>
            </a:extLst>
          </p:cNvPr>
          <p:cNvSpPr>
            <a:spLocks noGrp="1"/>
          </p:cNvSpPr>
          <p:nvPr userDrawn="1">
            <p:ph sz="half" idx="1"/>
          </p:nvPr>
        </p:nvSpPr>
        <p:spPr>
          <a:xfrm>
            <a:off x="147320" y="3429000"/>
            <a:ext cx="2778760" cy="2536986"/>
          </a:xfrm>
        </p:spPr>
        <p:txBody>
          <a:bodyPr anchor="t">
            <a:noAutofit/>
          </a:bodyPr>
          <a:lstStyle>
            <a:lvl1pPr>
              <a:defRPr sz="1800">
                <a:solidFill>
                  <a:schemeClr val="bg1"/>
                </a:solidFill>
              </a:defRPr>
            </a:lvl1pPr>
            <a:lvl2pPr>
              <a:defRPr sz="1600">
                <a:solidFill>
                  <a:schemeClr val="bg1"/>
                </a:solidFill>
              </a:defRPr>
            </a:lvl2pPr>
            <a:lvl3pPr>
              <a:defRPr sz="1600">
                <a:solidFill>
                  <a:schemeClr val="bg1"/>
                </a:solidFill>
              </a:defRPr>
            </a:lvl3pPr>
            <a:lvl4pPr>
              <a:defRPr sz="1400">
                <a:solidFill>
                  <a:schemeClr val="bg1"/>
                </a:solidFill>
              </a:defRPr>
            </a:lvl4pPr>
            <a:lvl5pPr>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Content Placeholder 2">
            <a:extLst>
              <a:ext uri="{FF2B5EF4-FFF2-40B4-BE49-F238E27FC236}">
                <a16:creationId xmlns:a16="http://schemas.microsoft.com/office/drawing/2014/main" id="{68AB87BD-9433-C157-958E-503EFE2B9559}"/>
              </a:ext>
            </a:extLst>
          </p:cNvPr>
          <p:cNvSpPr>
            <a:spLocks noGrp="1"/>
          </p:cNvSpPr>
          <p:nvPr userDrawn="1">
            <p:ph sz="half" idx="13"/>
          </p:nvPr>
        </p:nvSpPr>
        <p:spPr>
          <a:xfrm>
            <a:off x="3185160" y="3429000"/>
            <a:ext cx="2778760" cy="2536986"/>
          </a:xfrm>
        </p:spPr>
        <p:txBody>
          <a:bodyPr anchor="t">
            <a:noAutofit/>
          </a:bodyPr>
          <a:lstStyle>
            <a:lvl1pPr>
              <a:defRPr sz="1800">
                <a:solidFill>
                  <a:schemeClr val="bg1"/>
                </a:solidFill>
              </a:defRPr>
            </a:lvl1pPr>
            <a:lvl2pPr>
              <a:defRPr sz="1600">
                <a:solidFill>
                  <a:schemeClr val="bg1"/>
                </a:solidFill>
              </a:defRPr>
            </a:lvl2pPr>
            <a:lvl3pPr>
              <a:defRPr sz="1600">
                <a:solidFill>
                  <a:schemeClr val="bg1"/>
                </a:solidFill>
              </a:defRPr>
            </a:lvl3pPr>
            <a:lvl4pPr>
              <a:defRPr sz="1400">
                <a:solidFill>
                  <a:schemeClr val="bg1"/>
                </a:solidFill>
              </a:defRPr>
            </a:lvl4pPr>
            <a:lvl5pPr>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9" name="Content Placeholder 2">
            <a:extLst>
              <a:ext uri="{FF2B5EF4-FFF2-40B4-BE49-F238E27FC236}">
                <a16:creationId xmlns:a16="http://schemas.microsoft.com/office/drawing/2014/main" id="{D1432F3B-2EB2-3DB9-9439-F9100BFD2A4F}"/>
              </a:ext>
            </a:extLst>
          </p:cNvPr>
          <p:cNvSpPr>
            <a:spLocks noGrp="1"/>
          </p:cNvSpPr>
          <p:nvPr userDrawn="1">
            <p:ph sz="half" idx="14"/>
          </p:nvPr>
        </p:nvSpPr>
        <p:spPr>
          <a:xfrm>
            <a:off x="6223000" y="3429000"/>
            <a:ext cx="2778760" cy="2536986"/>
          </a:xfrm>
        </p:spPr>
        <p:txBody>
          <a:bodyPr anchor="t">
            <a:noAutofit/>
          </a:bodyPr>
          <a:lstStyle>
            <a:lvl1pPr>
              <a:defRPr sz="1800">
                <a:solidFill>
                  <a:schemeClr val="bg1"/>
                </a:solidFill>
              </a:defRPr>
            </a:lvl1pPr>
            <a:lvl2pPr>
              <a:defRPr sz="1600">
                <a:solidFill>
                  <a:schemeClr val="bg1"/>
                </a:solidFill>
              </a:defRPr>
            </a:lvl2pPr>
            <a:lvl3pPr>
              <a:defRPr sz="1600">
                <a:solidFill>
                  <a:schemeClr val="bg1"/>
                </a:solidFill>
              </a:defRPr>
            </a:lvl3pPr>
            <a:lvl4pPr>
              <a:defRPr sz="1400">
                <a:solidFill>
                  <a:schemeClr val="bg1"/>
                </a:solidFill>
              </a:defRPr>
            </a:lvl4pPr>
            <a:lvl5pPr>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0" name="Content Placeholder 2">
            <a:extLst>
              <a:ext uri="{FF2B5EF4-FFF2-40B4-BE49-F238E27FC236}">
                <a16:creationId xmlns:a16="http://schemas.microsoft.com/office/drawing/2014/main" id="{301A956D-4024-390F-E95C-5E8EA3E268D8}"/>
              </a:ext>
            </a:extLst>
          </p:cNvPr>
          <p:cNvSpPr>
            <a:spLocks noGrp="1"/>
          </p:cNvSpPr>
          <p:nvPr userDrawn="1">
            <p:ph sz="half" idx="15"/>
          </p:nvPr>
        </p:nvSpPr>
        <p:spPr>
          <a:xfrm>
            <a:off x="9271000" y="3429000"/>
            <a:ext cx="2778760" cy="2536986"/>
          </a:xfrm>
        </p:spPr>
        <p:txBody>
          <a:bodyPr anchor="t">
            <a:noAutofit/>
          </a:bodyPr>
          <a:lstStyle>
            <a:lvl1pPr>
              <a:defRPr sz="1800">
                <a:solidFill>
                  <a:schemeClr val="bg1"/>
                </a:solidFill>
              </a:defRPr>
            </a:lvl1pPr>
            <a:lvl2pPr>
              <a:defRPr sz="1600">
                <a:solidFill>
                  <a:schemeClr val="bg1"/>
                </a:solidFill>
              </a:defRPr>
            </a:lvl2pPr>
            <a:lvl3pPr>
              <a:defRPr sz="1600">
                <a:solidFill>
                  <a:schemeClr val="bg1"/>
                </a:solidFill>
              </a:defRPr>
            </a:lvl3pPr>
            <a:lvl4pPr>
              <a:defRPr sz="1400">
                <a:solidFill>
                  <a:schemeClr val="bg1"/>
                </a:solidFill>
              </a:defRPr>
            </a:lvl4pPr>
            <a:lvl5pPr>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5" name="Title 1">
            <a:extLst>
              <a:ext uri="{FF2B5EF4-FFF2-40B4-BE49-F238E27FC236}">
                <a16:creationId xmlns:a16="http://schemas.microsoft.com/office/drawing/2014/main" id="{48919238-EFA2-A469-4359-2DEECF06175A}"/>
              </a:ext>
            </a:extLst>
          </p:cNvPr>
          <p:cNvSpPr>
            <a:spLocks noGrp="1"/>
          </p:cNvSpPr>
          <p:nvPr userDrawn="1">
            <p:ph type="ctrTitle"/>
          </p:nvPr>
        </p:nvSpPr>
        <p:spPr>
          <a:xfrm>
            <a:off x="2850079" y="136526"/>
            <a:ext cx="9144000" cy="647244"/>
          </a:xfrm>
        </p:spPr>
        <p:txBody>
          <a:bodyPr anchor="b">
            <a:noAutofit/>
          </a:bodyPr>
          <a:lstStyle>
            <a:lvl1pPr algn="r">
              <a:defRPr sz="3600"/>
            </a:lvl1pPr>
          </a:lstStyle>
          <a:p>
            <a:r>
              <a:rPr lang="en-US"/>
              <a:t>Click to edit Master title style</a:t>
            </a:r>
          </a:p>
        </p:txBody>
      </p:sp>
      <p:sp>
        <p:nvSpPr>
          <p:cNvPr id="10" name="Picture Placeholder 9">
            <a:extLst>
              <a:ext uri="{FF2B5EF4-FFF2-40B4-BE49-F238E27FC236}">
                <a16:creationId xmlns:a16="http://schemas.microsoft.com/office/drawing/2014/main" id="{ABB09B53-2593-4B74-BC35-E8BF263F48B5}"/>
              </a:ext>
            </a:extLst>
          </p:cNvPr>
          <p:cNvSpPr>
            <a:spLocks noGrp="1"/>
          </p:cNvSpPr>
          <p:nvPr>
            <p:ph type="pic" sz="quarter" idx="16"/>
          </p:nvPr>
        </p:nvSpPr>
        <p:spPr>
          <a:xfrm>
            <a:off x="134620" y="1598134"/>
            <a:ext cx="2778760" cy="1625600"/>
          </a:xfrm>
          <a:solidFill>
            <a:schemeClr val="bg1">
              <a:lumMod val="95000"/>
            </a:schemeClr>
          </a:solidFill>
        </p:spPr>
        <p:txBody>
          <a:bodyPr/>
          <a:lstStyle/>
          <a:p>
            <a:r>
              <a:rPr lang="en-US"/>
              <a:t>Click icon to add picture</a:t>
            </a:r>
          </a:p>
        </p:txBody>
      </p:sp>
      <p:sp>
        <p:nvSpPr>
          <p:cNvPr id="9" name="Picture Placeholder 9">
            <a:extLst>
              <a:ext uri="{FF2B5EF4-FFF2-40B4-BE49-F238E27FC236}">
                <a16:creationId xmlns:a16="http://schemas.microsoft.com/office/drawing/2014/main" id="{FB436E1E-89D1-183D-653E-1A75F93318E3}"/>
              </a:ext>
            </a:extLst>
          </p:cNvPr>
          <p:cNvSpPr>
            <a:spLocks noGrp="1"/>
          </p:cNvSpPr>
          <p:nvPr>
            <p:ph type="pic" sz="quarter" idx="17"/>
          </p:nvPr>
        </p:nvSpPr>
        <p:spPr>
          <a:xfrm>
            <a:off x="3182620" y="1598134"/>
            <a:ext cx="2778760" cy="1625600"/>
          </a:xfrm>
          <a:solidFill>
            <a:schemeClr val="bg1">
              <a:lumMod val="95000"/>
            </a:schemeClr>
          </a:solidFill>
        </p:spPr>
        <p:txBody>
          <a:bodyPr/>
          <a:lstStyle/>
          <a:p>
            <a:r>
              <a:rPr lang="en-US"/>
              <a:t>Click icon to add picture</a:t>
            </a:r>
          </a:p>
        </p:txBody>
      </p:sp>
      <p:sp>
        <p:nvSpPr>
          <p:cNvPr id="15" name="Picture Placeholder 9">
            <a:extLst>
              <a:ext uri="{FF2B5EF4-FFF2-40B4-BE49-F238E27FC236}">
                <a16:creationId xmlns:a16="http://schemas.microsoft.com/office/drawing/2014/main" id="{A0ED7ABC-DB46-DC6F-2A2F-9B5829F2C13B}"/>
              </a:ext>
            </a:extLst>
          </p:cNvPr>
          <p:cNvSpPr>
            <a:spLocks noGrp="1"/>
          </p:cNvSpPr>
          <p:nvPr>
            <p:ph type="pic" sz="quarter" idx="18"/>
          </p:nvPr>
        </p:nvSpPr>
        <p:spPr>
          <a:xfrm>
            <a:off x="6220460" y="1598134"/>
            <a:ext cx="2778760" cy="1625600"/>
          </a:xfrm>
          <a:solidFill>
            <a:schemeClr val="bg1">
              <a:lumMod val="95000"/>
            </a:schemeClr>
          </a:solidFill>
        </p:spPr>
        <p:txBody>
          <a:bodyPr/>
          <a:lstStyle/>
          <a:p>
            <a:r>
              <a:rPr lang="en-US"/>
              <a:t>Click icon to add picture</a:t>
            </a:r>
          </a:p>
        </p:txBody>
      </p:sp>
      <p:sp>
        <p:nvSpPr>
          <p:cNvPr id="16" name="Picture Placeholder 9">
            <a:extLst>
              <a:ext uri="{FF2B5EF4-FFF2-40B4-BE49-F238E27FC236}">
                <a16:creationId xmlns:a16="http://schemas.microsoft.com/office/drawing/2014/main" id="{4CDB548C-1638-BF39-2FDA-FCA24B1092C2}"/>
              </a:ext>
            </a:extLst>
          </p:cNvPr>
          <p:cNvSpPr>
            <a:spLocks noGrp="1"/>
          </p:cNvSpPr>
          <p:nvPr>
            <p:ph type="pic" sz="quarter" idx="19"/>
          </p:nvPr>
        </p:nvSpPr>
        <p:spPr>
          <a:xfrm>
            <a:off x="9288780" y="1598134"/>
            <a:ext cx="2778760" cy="1625600"/>
          </a:xfrm>
          <a:solidFill>
            <a:schemeClr val="bg1">
              <a:lumMod val="95000"/>
            </a:schemeClr>
          </a:solidFill>
        </p:spPr>
        <p:txBody>
          <a:bodyPr/>
          <a:lstStyle/>
          <a:p>
            <a:r>
              <a:rPr lang="en-US"/>
              <a:t>Click icon to add picture</a:t>
            </a:r>
          </a:p>
        </p:txBody>
      </p:sp>
      <p:sp>
        <p:nvSpPr>
          <p:cNvPr id="17" name="Text Placeholder 11">
            <a:extLst>
              <a:ext uri="{FF2B5EF4-FFF2-40B4-BE49-F238E27FC236}">
                <a16:creationId xmlns:a16="http://schemas.microsoft.com/office/drawing/2014/main" id="{4CAE7643-B0E2-13E9-6C1D-2BF748D789AD}"/>
              </a:ext>
            </a:extLst>
          </p:cNvPr>
          <p:cNvSpPr>
            <a:spLocks noGrp="1"/>
          </p:cNvSpPr>
          <p:nvPr>
            <p:ph type="body" sz="quarter" idx="20" hasCustomPrompt="1"/>
          </p:nvPr>
        </p:nvSpPr>
        <p:spPr>
          <a:xfrm>
            <a:off x="124460" y="912947"/>
            <a:ext cx="2796540" cy="685187"/>
          </a:xfrm>
        </p:spPr>
        <p:txBody>
          <a:bodyPr anchor="ctr">
            <a:noAutofit/>
          </a:bodyPr>
          <a:lstStyle>
            <a:lvl1pPr marL="0" indent="0" algn="ctr">
              <a:buNone/>
              <a:defRPr sz="2000" b="1" spc="-150">
                <a:solidFill>
                  <a:schemeClr val="bg1"/>
                </a:solidFill>
              </a:defRPr>
            </a:lvl1pPr>
          </a:lstStyle>
          <a:p>
            <a:pPr lvl="0"/>
            <a:r>
              <a:rPr lang="en-GB"/>
              <a:t>Column header</a:t>
            </a:r>
            <a:endParaRPr lang="en-US"/>
          </a:p>
        </p:txBody>
      </p:sp>
      <p:sp>
        <p:nvSpPr>
          <p:cNvPr id="18" name="Text Placeholder 11">
            <a:extLst>
              <a:ext uri="{FF2B5EF4-FFF2-40B4-BE49-F238E27FC236}">
                <a16:creationId xmlns:a16="http://schemas.microsoft.com/office/drawing/2014/main" id="{207801B2-01E9-F506-72BF-32BC6A5A0CF9}"/>
              </a:ext>
            </a:extLst>
          </p:cNvPr>
          <p:cNvSpPr>
            <a:spLocks noGrp="1"/>
          </p:cNvSpPr>
          <p:nvPr>
            <p:ph type="body" sz="quarter" idx="21" hasCustomPrompt="1"/>
          </p:nvPr>
        </p:nvSpPr>
        <p:spPr>
          <a:xfrm>
            <a:off x="3182620" y="912947"/>
            <a:ext cx="2796540" cy="685187"/>
          </a:xfrm>
        </p:spPr>
        <p:txBody>
          <a:bodyPr anchor="ctr">
            <a:noAutofit/>
          </a:bodyPr>
          <a:lstStyle>
            <a:lvl1pPr marL="0" indent="0" algn="ctr">
              <a:buNone/>
              <a:defRPr sz="2000" b="1" spc="-150">
                <a:solidFill>
                  <a:schemeClr val="bg1"/>
                </a:solidFill>
              </a:defRPr>
            </a:lvl1pPr>
          </a:lstStyle>
          <a:p>
            <a:pPr lvl="0"/>
            <a:r>
              <a:rPr lang="en-GB"/>
              <a:t>Column header</a:t>
            </a:r>
            <a:endParaRPr lang="en-US"/>
          </a:p>
        </p:txBody>
      </p:sp>
      <p:sp>
        <p:nvSpPr>
          <p:cNvPr id="19" name="Text Placeholder 11">
            <a:extLst>
              <a:ext uri="{FF2B5EF4-FFF2-40B4-BE49-F238E27FC236}">
                <a16:creationId xmlns:a16="http://schemas.microsoft.com/office/drawing/2014/main" id="{1BBE7A49-8D9F-3ECF-A08C-3A0392EE801A}"/>
              </a:ext>
            </a:extLst>
          </p:cNvPr>
          <p:cNvSpPr>
            <a:spLocks noGrp="1"/>
          </p:cNvSpPr>
          <p:nvPr>
            <p:ph type="body" sz="quarter" idx="22" hasCustomPrompt="1"/>
          </p:nvPr>
        </p:nvSpPr>
        <p:spPr>
          <a:xfrm>
            <a:off x="6210300" y="912947"/>
            <a:ext cx="2796540" cy="685187"/>
          </a:xfrm>
        </p:spPr>
        <p:txBody>
          <a:bodyPr anchor="ctr">
            <a:noAutofit/>
          </a:bodyPr>
          <a:lstStyle>
            <a:lvl1pPr marL="0" indent="0" algn="ctr">
              <a:buNone/>
              <a:defRPr sz="2000" b="1" spc="-150">
                <a:solidFill>
                  <a:schemeClr val="bg1"/>
                </a:solidFill>
              </a:defRPr>
            </a:lvl1pPr>
          </a:lstStyle>
          <a:p>
            <a:pPr lvl="0"/>
            <a:r>
              <a:rPr lang="en-GB"/>
              <a:t>Column header</a:t>
            </a:r>
            <a:endParaRPr lang="en-US"/>
          </a:p>
        </p:txBody>
      </p:sp>
      <p:sp>
        <p:nvSpPr>
          <p:cNvPr id="21" name="Text Placeholder 11">
            <a:extLst>
              <a:ext uri="{FF2B5EF4-FFF2-40B4-BE49-F238E27FC236}">
                <a16:creationId xmlns:a16="http://schemas.microsoft.com/office/drawing/2014/main" id="{F4C4C9E9-9722-0F39-F006-8681216ED74E}"/>
              </a:ext>
            </a:extLst>
          </p:cNvPr>
          <p:cNvSpPr>
            <a:spLocks noGrp="1"/>
          </p:cNvSpPr>
          <p:nvPr>
            <p:ph type="body" sz="quarter" idx="23" hasCustomPrompt="1"/>
          </p:nvPr>
        </p:nvSpPr>
        <p:spPr>
          <a:xfrm>
            <a:off x="9278620" y="912947"/>
            <a:ext cx="2796540" cy="685187"/>
          </a:xfrm>
        </p:spPr>
        <p:txBody>
          <a:bodyPr anchor="ctr">
            <a:noAutofit/>
          </a:bodyPr>
          <a:lstStyle>
            <a:lvl1pPr marL="0" indent="0" algn="ctr">
              <a:buNone/>
              <a:defRPr sz="2000" b="1" spc="-150">
                <a:solidFill>
                  <a:schemeClr val="bg1"/>
                </a:solidFill>
              </a:defRPr>
            </a:lvl1pPr>
          </a:lstStyle>
          <a:p>
            <a:pPr lvl="0"/>
            <a:r>
              <a:rPr lang="en-GB"/>
              <a:t>Column header</a:t>
            </a:r>
            <a:endParaRPr lang="en-US"/>
          </a:p>
        </p:txBody>
      </p:sp>
    </p:spTree>
    <p:extLst>
      <p:ext uri="{BB962C8B-B14F-4D97-AF65-F5344CB8AC3E}">
        <p14:creationId xmlns:p14="http://schemas.microsoft.com/office/powerpoint/2010/main" val="158937511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5_ImpactfulStats_3-Boxes">
    <p:bg>
      <p:bgPr>
        <a:solidFill>
          <a:schemeClr val="bg1"/>
        </a:solidFill>
        <a:effectLst/>
      </p:bgPr>
    </p:bg>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7637BA9-BC66-0ACF-96FA-CCA6654C96BA}"/>
              </a:ext>
            </a:extLst>
          </p:cNvPr>
          <p:cNvSpPr>
            <a:spLocks noGrp="1"/>
          </p:cNvSpPr>
          <p:nvPr>
            <p:ph type="dt" sz="half" idx="10"/>
          </p:nvPr>
        </p:nvSpPr>
        <p:spPr/>
        <p:txBody>
          <a:bodyPr/>
          <a:lstStyle/>
          <a:p>
            <a:fld id="{D38656C5-2DDE-454B-A78F-D9D73785D935}" type="datetimeFigureOut">
              <a:rPr lang="en-US" smtClean="0"/>
              <a:t>10/23/24</a:t>
            </a:fld>
            <a:endParaRPr lang="en-US"/>
          </a:p>
        </p:txBody>
      </p:sp>
      <p:sp>
        <p:nvSpPr>
          <p:cNvPr id="3" name="Footer Placeholder 2">
            <a:extLst>
              <a:ext uri="{FF2B5EF4-FFF2-40B4-BE49-F238E27FC236}">
                <a16:creationId xmlns:a16="http://schemas.microsoft.com/office/drawing/2014/main" id="{5ABE6A95-B9E8-F48E-D39B-7325801FE78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CF3F8A8-826C-DCA2-B8EA-F5831EFCBAFD}"/>
              </a:ext>
            </a:extLst>
          </p:cNvPr>
          <p:cNvSpPr>
            <a:spLocks noGrp="1"/>
          </p:cNvSpPr>
          <p:nvPr>
            <p:ph type="sldNum" sz="quarter" idx="12"/>
          </p:nvPr>
        </p:nvSpPr>
        <p:spPr/>
        <p:txBody>
          <a:bodyPr/>
          <a:lstStyle/>
          <a:p>
            <a:fld id="{2BDFC5E2-9F0C-D24D-80A4-CB3D6FA65022}" type="slidenum">
              <a:rPr lang="en-US" smtClean="0"/>
              <a:t>‹#›</a:t>
            </a:fld>
            <a:endParaRPr lang="en-US"/>
          </a:p>
        </p:txBody>
      </p:sp>
      <p:grpSp>
        <p:nvGrpSpPr>
          <p:cNvPr id="13" name="Group 12">
            <a:extLst>
              <a:ext uri="{FF2B5EF4-FFF2-40B4-BE49-F238E27FC236}">
                <a16:creationId xmlns:a16="http://schemas.microsoft.com/office/drawing/2014/main" id="{150F469A-4447-2C90-9500-1A57EBDA159C}"/>
              </a:ext>
            </a:extLst>
          </p:cNvPr>
          <p:cNvGrpSpPr/>
          <p:nvPr userDrawn="1"/>
        </p:nvGrpSpPr>
        <p:grpSpPr>
          <a:xfrm>
            <a:off x="0" y="904460"/>
            <a:ext cx="12192000" cy="5266792"/>
            <a:chOff x="0" y="775252"/>
            <a:chExt cx="9094305" cy="5307496"/>
          </a:xfrm>
        </p:grpSpPr>
        <p:sp>
          <p:nvSpPr>
            <p:cNvPr id="5" name="Rectangle 4">
              <a:extLst>
                <a:ext uri="{FF2B5EF4-FFF2-40B4-BE49-F238E27FC236}">
                  <a16:creationId xmlns:a16="http://schemas.microsoft.com/office/drawing/2014/main" id="{AD470E10-4479-A813-8937-C7E6ECA7A953}"/>
                </a:ext>
              </a:extLst>
            </p:cNvPr>
            <p:cNvSpPr/>
            <p:nvPr userDrawn="1"/>
          </p:nvSpPr>
          <p:spPr>
            <a:xfrm>
              <a:off x="0" y="775252"/>
              <a:ext cx="3031435" cy="5307496"/>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D737B80B-3843-93D7-C134-60A5796218AC}"/>
                </a:ext>
              </a:extLst>
            </p:cNvPr>
            <p:cNvSpPr/>
            <p:nvPr userDrawn="1"/>
          </p:nvSpPr>
          <p:spPr>
            <a:xfrm>
              <a:off x="3031435" y="775252"/>
              <a:ext cx="3031435" cy="5307496"/>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0A7E2224-9A8C-F73F-2300-15B79A573183}"/>
                </a:ext>
              </a:extLst>
            </p:cNvPr>
            <p:cNvSpPr/>
            <p:nvPr userDrawn="1"/>
          </p:nvSpPr>
          <p:spPr>
            <a:xfrm>
              <a:off x="6062870" y="775252"/>
              <a:ext cx="3031435" cy="5307496"/>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9" name="Content Placeholder 2">
            <a:extLst>
              <a:ext uri="{FF2B5EF4-FFF2-40B4-BE49-F238E27FC236}">
                <a16:creationId xmlns:a16="http://schemas.microsoft.com/office/drawing/2014/main" id="{D1432F3B-2EB2-3DB9-9439-F9100BFD2A4F}"/>
              </a:ext>
            </a:extLst>
          </p:cNvPr>
          <p:cNvSpPr>
            <a:spLocks noGrp="1"/>
          </p:cNvSpPr>
          <p:nvPr userDrawn="1">
            <p:ph sz="half" idx="14"/>
          </p:nvPr>
        </p:nvSpPr>
        <p:spPr>
          <a:xfrm>
            <a:off x="8275320" y="3634266"/>
            <a:ext cx="3784600" cy="2331719"/>
          </a:xfrm>
        </p:spPr>
        <p:txBody>
          <a:bodyPr anchor="t">
            <a:noAutofit/>
          </a:bodyPr>
          <a:lstStyle>
            <a:lvl1pPr>
              <a:defRPr sz="1800">
                <a:solidFill>
                  <a:schemeClr val="bg1"/>
                </a:solidFill>
              </a:defRPr>
            </a:lvl1pPr>
            <a:lvl2pPr>
              <a:defRPr sz="1600">
                <a:solidFill>
                  <a:schemeClr val="bg1"/>
                </a:solidFill>
              </a:defRPr>
            </a:lvl2pPr>
            <a:lvl3pPr>
              <a:defRPr sz="1600">
                <a:solidFill>
                  <a:schemeClr val="bg1"/>
                </a:solidFill>
              </a:defRPr>
            </a:lvl3pPr>
            <a:lvl4pPr>
              <a:defRPr sz="1400">
                <a:solidFill>
                  <a:schemeClr val="bg1"/>
                </a:solidFill>
              </a:defRPr>
            </a:lvl4pPr>
            <a:lvl5pPr>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5" name="Title 1">
            <a:extLst>
              <a:ext uri="{FF2B5EF4-FFF2-40B4-BE49-F238E27FC236}">
                <a16:creationId xmlns:a16="http://schemas.microsoft.com/office/drawing/2014/main" id="{48919238-EFA2-A469-4359-2DEECF06175A}"/>
              </a:ext>
            </a:extLst>
          </p:cNvPr>
          <p:cNvSpPr>
            <a:spLocks noGrp="1"/>
          </p:cNvSpPr>
          <p:nvPr userDrawn="1">
            <p:ph type="ctrTitle"/>
          </p:nvPr>
        </p:nvSpPr>
        <p:spPr>
          <a:xfrm>
            <a:off x="2850079" y="136526"/>
            <a:ext cx="9144000" cy="647244"/>
          </a:xfrm>
        </p:spPr>
        <p:txBody>
          <a:bodyPr anchor="b">
            <a:noAutofit/>
          </a:bodyPr>
          <a:lstStyle>
            <a:lvl1pPr algn="r">
              <a:defRPr sz="3600"/>
            </a:lvl1pPr>
          </a:lstStyle>
          <a:p>
            <a:r>
              <a:rPr lang="en-US"/>
              <a:t>Click to edit Master title style</a:t>
            </a:r>
          </a:p>
        </p:txBody>
      </p:sp>
      <p:sp>
        <p:nvSpPr>
          <p:cNvPr id="15" name="Picture Placeholder 9">
            <a:extLst>
              <a:ext uri="{FF2B5EF4-FFF2-40B4-BE49-F238E27FC236}">
                <a16:creationId xmlns:a16="http://schemas.microsoft.com/office/drawing/2014/main" id="{A0ED7ABC-DB46-DC6F-2A2F-9B5829F2C13B}"/>
              </a:ext>
            </a:extLst>
          </p:cNvPr>
          <p:cNvSpPr>
            <a:spLocks noGrp="1"/>
          </p:cNvSpPr>
          <p:nvPr>
            <p:ph type="pic" sz="quarter" idx="18"/>
          </p:nvPr>
        </p:nvSpPr>
        <p:spPr>
          <a:xfrm>
            <a:off x="8272780" y="1598134"/>
            <a:ext cx="3784600" cy="1851034"/>
          </a:xfrm>
          <a:solidFill>
            <a:schemeClr val="bg1">
              <a:lumMod val="95000"/>
            </a:schemeClr>
          </a:solidFill>
        </p:spPr>
        <p:txBody>
          <a:bodyPr/>
          <a:lstStyle/>
          <a:p>
            <a:r>
              <a:rPr lang="en-US"/>
              <a:t>Click icon to add picture</a:t>
            </a:r>
          </a:p>
        </p:txBody>
      </p:sp>
      <p:sp>
        <p:nvSpPr>
          <p:cNvPr id="19" name="Text Placeholder 11">
            <a:extLst>
              <a:ext uri="{FF2B5EF4-FFF2-40B4-BE49-F238E27FC236}">
                <a16:creationId xmlns:a16="http://schemas.microsoft.com/office/drawing/2014/main" id="{1BBE7A49-8D9F-3ECF-A08C-3A0392EE801A}"/>
              </a:ext>
            </a:extLst>
          </p:cNvPr>
          <p:cNvSpPr>
            <a:spLocks noGrp="1"/>
          </p:cNvSpPr>
          <p:nvPr>
            <p:ph type="body" sz="quarter" idx="22" hasCustomPrompt="1"/>
          </p:nvPr>
        </p:nvSpPr>
        <p:spPr>
          <a:xfrm>
            <a:off x="8262620" y="912947"/>
            <a:ext cx="3808816" cy="685187"/>
          </a:xfrm>
        </p:spPr>
        <p:txBody>
          <a:bodyPr anchor="ctr">
            <a:noAutofit/>
          </a:bodyPr>
          <a:lstStyle>
            <a:lvl1pPr marL="0" indent="0" algn="ctr">
              <a:buNone/>
              <a:defRPr sz="2000" b="1" spc="-150">
                <a:solidFill>
                  <a:schemeClr val="bg1"/>
                </a:solidFill>
              </a:defRPr>
            </a:lvl1pPr>
          </a:lstStyle>
          <a:p>
            <a:pPr lvl="0"/>
            <a:r>
              <a:rPr lang="en-GB"/>
              <a:t>Column header</a:t>
            </a:r>
            <a:endParaRPr lang="en-US"/>
          </a:p>
        </p:txBody>
      </p:sp>
      <p:sp>
        <p:nvSpPr>
          <p:cNvPr id="11" name="Content Placeholder 2">
            <a:extLst>
              <a:ext uri="{FF2B5EF4-FFF2-40B4-BE49-F238E27FC236}">
                <a16:creationId xmlns:a16="http://schemas.microsoft.com/office/drawing/2014/main" id="{F9C46DE8-44ED-31E3-7B8A-0D2899C38FD4}"/>
              </a:ext>
            </a:extLst>
          </p:cNvPr>
          <p:cNvSpPr>
            <a:spLocks noGrp="1"/>
          </p:cNvSpPr>
          <p:nvPr>
            <p:ph sz="half" idx="23"/>
          </p:nvPr>
        </p:nvSpPr>
        <p:spPr>
          <a:xfrm>
            <a:off x="147320" y="3634266"/>
            <a:ext cx="3784600" cy="2331719"/>
          </a:xfrm>
        </p:spPr>
        <p:txBody>
          <a:bodyPr anchor="t">
            <a:noAutofit/>
          </a:bodyPr>
          <a:lstStyle>
            <a:lvl1pPr>
              <a:defRPr sz="1800">
                <a:solidFill>
                  <a:schemeClr val="bg1"/>
                </a:solidFill>
              </a:defRPr>
            </a:lvl1pPr>
            <a:lvl2pPr>
              <a:defRPr sz="1600">
                <a:solidFill>
                  <a:schemeClr val="bg1"/>
                </a:solidFill>
              </a:defRPr>
            </a:lvl2pPr>
            <a:lvl3pPr>
              <a:defRPr sz="1600">
                <a:solidFill>
                  <a:schemeClr val="bg1"/>
                </a:solidFill>
              </a:defRPr>
            </a:lvl3pPr>
            <a:lvl4pPr>
              <a:defRPr sz="1400">
                <a:solidFill>
                  <a:schemeClr val="bg1"/>
                </a:solidFill>
              </a:defRPr>
            </a:lvl4pPr>
            <a:lvl5pPr>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Picture Placeholder 9">
            <a:extLst>
              <a:ext uri="{FF2B5EF4-FFF2-40B4-BE49-F238E27FC236}">
                <a16:creationId xmlns:a16="http://schemas.microsoft.com/office/drawing/2014/main" id="{EC1C6988-FC39-DD93-C097-9501D3BBF9AF}"/>
              </a:ext>
            </a:extLst>
          </p:cNvPr>
          <p:cNvSpPr>
            <a:spLocks noGrp="1"/>
          </p:cNvSpPr>
          <p:nvPr>
            <p:ph type="pic" sz="quarter" idx="24"/>
          </p:nvPr>
        </p:nvSpPr>
        <p:spPr>
          <a:xfrm>
            <a:off x="144780" y="1598134"/>
            <a:ext cx="3784600" cy="1851034"/>
          </a:xfrm>
          <a:solidFill>
            <a:schemeClr val="bg1">
              <a:lumMod val="95000"/>
            </a:schemeClr>
          </a:solidFill>
        </p:spPr>
        <p:txBody>
          <a:bodyPr/>
          <a:lstStyle/>
          <a:p>
            <a:r>
              <a:rPr lang="en-US"/>
              <a:t>Click icon to add picture</a:t>
            </a:r>
          </a:p>
        </p:txBody>
      </p:sp>
      <p:sp>
        <p:nvSpPr>
          <p:cNvPr id="14" name="Text Placeholder 11">
            <a:extLst>
              <a:ext uri="{FF2B5EF4-FFF2-40B4-BE49-F238E27FC236}">
                <a16:creationId xmlns:a16="http://schemas.microsoft.com/office/drawing/2014/main" id="{5751D5BE-8E92-D009-778D-416F276BC074}"/>
              </a:ext>
            </a:extLst>
          </p:cNvPr>
          <p:cNvSpPr>
            <a:spLocks noGrp="1"/>
          </p:cNvSpPr>
          <p:nvPr>
            <p:ph type="body" sz="quarter" idx="25" hasCustomPrompt="1"/>
          </p:nvPr>
        </p:nvSpPr>
        <p:spPr>
          <a:xfrm>
            <a:off x="134620" y="912947"/>
            <a:ext cx="3808816" cy="685187"/>
          </a:xfrm>
        </p:spPr>
        <p:txBody>
          <a:bodyPr anchor="ctr">
            <a:noAutofit/>
          </a:bodyPr>
          <a:lstStyle>
            <a:lvl1pPr marL="0" indent="0" algn="ctr">
              <a:buNone/>
              <a:defRPr sz="2000" b="1" spc="-150">
                <a:solidFill>
                  <a:schemeClr val="bg1"/>
                </a:solidFill>
              </a:defRPr>
            </a:lvl1pPr>
          </a:lstStyle>
          <a:p>
            <a:pPr lvl="0"/>
            <a:r>
              <a:rPr lang="en-GB"/>
              <a:t>Column header</a:t>
            </a:r>
            <a:endParaRPr lang="en-US"/>
          </a:p>
        </p:txBody>
      </p:sp>
      <p:sp>
        <p:nvSpPr>
          <p:cNvPr id="22" name="Content Placeholder 2">
            <a:extLst>
              <a:ext uri="{FF2B5EF4-FFF2-40B4-BE49-F238E27FC236}">
                <a16:creationId xmlns:a16="http://schemas.microsoft.com/office/drawing/2014/main" id="{54AB3AA7-8E63-D549-513A-C2A626FC1176}"/>
              </a:ext>
            </a:extLst>
          </p:cNvPr>
          <p:cNvSpPr>
            <a:spLocks noGrp="1"/>
          </p:cNvSpPr>
          <p:nvPr>
            <p:ph sz="half" idx="26"/>
          </p:nvPr>
        </p:nvSpPr>
        <p:spPr>
          <a:xfrm>
            <a:off x="4191000" y="3634266"/>
            <a:ext cx="3784600" cy="2331719"/>
          </a:xfrm>
        </p:spPr>
        <p:txBody>
          <a:bodyPr anchor="t">
            <a:noAutofit/>
          </a:bodyPr>
          <a:lstStyle>
            <a:lvl1pPr>
              <a:defRPr sz="1800">
                <a:solidFill>
                  <a:schemeClr val="bg1"/>
                </a:solidFill>
              </a:defRPr>
            </a:lvl1pPr>
            <a:lvl2pPr>
              <a:defRPr sz="1600">
                <a:solidFill>
                  <a:schemeClr val="bg1"/>
                </a:solidFill>
              </a:defRPr>
            </a:lvl2pPr>
            <a:lvl3pPr>
              <a:defRPr sz="1600">
                <a:solidFill>
                  <a:schemeClr val="bg1"/>
                </a:solidFill>
              </a:defRPr>
            </a:lvl3pPr>
            <a:lvl4pPr>
              <a:defRPr sz="1400">
                <a:solidFill>
                  <a:schemeClr val="bg1"/>
                </a:solidFill>
              </a:defRPr>
            </a:lvl4pPr>
            <a:lvl5pPr>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Picture Placeholder 9">
            <a:extLst>
              <a:ext uri="{FF2B5EF4-FFF2-40B4-BE49-F238E27FC236}">
                <a16:creationId xmlns:a16="http://schemas.microsoft.com/office/drawing/2014/main" id="{47F5F42A-680C-1DEE-17BA-339ED455C94D}"/>
              </a:ext>
            </a:extLst>
          </p:cNvPr>
          <p:cNvSpPr>
            <a:spLocks noGrp="1"/>
          </p:cNvSpPr>
          <p:nvPr>
            <p:ph type="pic" sz="quarter" idx="27"/>
          </p:nvPr>
        </p:nvSpPr>
        <p:spPr>
          <a:xfrm>
            <a:off x="4188460" y="1598134"/>
            <a:ext cx="3784600" cy="1851034"/>
          </a:xfrm>
          <a:solidFill>
            <a:schemeClr val="bg1">
              <a:lumMod val="95000"/>
            </a:schemeClr>
          </a:solidFill>
        </p:spPr>
        <p:txBody>
          <a:bodyPr/>
          <a:lstStyle/>
          <a:p>
            <a:r>
              <a:rPr lang="en-US"/>
              <a:t>Click icon to add picture</a:t>
            </a:r>
          </a:p>
        </p:txBody>
      </p:sp>
      <p:sp>
        <p:nvSpPr>
          <p:cNvPr id="24" name="Text Placeholder 11">
            <a:extLst>
              <a:ext uri="{FF2B5EF4-FFF2-40B4-BE49-F238E27FC236}">
                <a16:creationId xmlns:a16="http://schemas.microsoft.com/office/drawing/2014/main" id="{E6041CB1-17EE-7961-736C-CD5A23A26FF1}"/>
              </a:ext>
            </a:extLst>
          </p:cNvPr>
          <p:cNvSpPr>
            <a:spLocks noGrp="1"/>
          </p:cNvSpPr>
          <p:nvPr>
            <p:ph type="body" sz="quarter" idx="28" hasCustomPrompt="1"/>
          </p:nvPr>
        </p:nvSpPr>
        <p:spPr>
          <a:xfrm>
            <a:off x="4178300" y="912947"/>
            <a:ext cx="3808816" cy="685187"/>
          </a:xfrm>
        </p:spPr>
        <p:txBody>
          <a:bodyPr anchor="ctr">
            <a:noAutofit/>
          </a:bodyPr>
          <a:lstStyle>
            <a:lvl1pPr marL="0" indent="0" algn="ctr">
              <a:buNone/>
              <a:defRPr sz="2000" b="1" spc="-150">
                <a:solidFill>
                  <a:schemeClr val="bg1"/>
                </a:solidFill>
              </a:defRPr>
            </a:lvl1pPr>
          </a:lstStyle>
          <a:p>
            <a:pPr lvl="0"/>
            <a:r>
              <a:rPr lang="en-GB"/>
              <a:t>Column header</a:t>
            </a:r>
            <a:endParaRPr lang="en-US"/>
          </a:p>
        </p:txBody>
      </p:sp>
    </p:spTree>
    <p:extLst>
      <p:ext uri="{BB962C8B-B14F-4D97-AF65-F5344CB8AC3E}">
        <p14:creationId xmlns:p14="http://schemas.microsoft.com/office/powerpoint/2010/main" val="60801732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15_Blank">
    <p:bg>
      <p:bgPr>
        <a:solidFill>
          <a:schemeClr val="accent1"/>
        </a:solidFill>
        <a:effectLst/>
      </p:bgPr>
    </p:bg>
    <p:spTree>
      <p:nvGrpSpPr>
        <p:cNvPr id="1" name=""/>
        <p:cNvGrpSpPr/>
        <p:nvPr/>
      </p:nvGrpSpPr>
      <p:grpSpPr>
        <a:xfrm>
          <a:off x="0" y="0"/>
          <a:ext cx="0" cy="0"/>
          <a:chOff x="0" y="0"/>
          <a:chExt cx="0" cy="0"/>
        </a:xfrm>
      </p:grpSpPr>
      <p:pic>
        <p:nvPicPr>
          <p:cNvPr id="5" name="Picture 4" descr="A black background with white letters&#10;&#10;Description automatically generated with low confidence">
            <a:extLst>
              <a:ext uri="{FF2B5EF4-FFF2-40B4-BE49-F238E27FC236}">
                <a16:creationId xmlns:a16="http://schemas.microsoft.com/office/drawing/2014/main" id="{B0A77841-DE52-4DDE-5C78-A139A4738CA6}"/>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31261" y="282194"/>
            <a:ext cx="1477219" cy="345669"/>
          </a:xfrm>
          <a:prstGeom prst="rect">
            <a:avLst/>
          </a:prstGeom>
        </p:spPr>
      </p:pic>
    </p:spTree>
    <p:extLst>
      <p:ext uri="{BB962C8B-B14F-4D97-AF65-F5344CB8AC3E}">
        <p14:creationId xmlns:p14="http://schemas.microsoft.com/office/powerpoint/2010/main" val="96383351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24_RedBackground+Image">
    <p:bg>
      <p:bgPr>
        <a:solidFill>
          <a:schemeClr val="accent1"/>
        </a:solidFill>
        <a:effectLst/>
      </p:bgPr>
    </p:bg>
    <p:spTree>
      <p:nvGrpSpPr>
        <p:cNvPr id="1" name=""/>
        <p:cNvGrpSpPr/>
        <p:nvPr/>
      </p:nvGrpSpPr>
      <p:grpSpPr>
        <a:xfrm>
          <a:off x="0" y="0"/>
          <a:ext cx="0" cy="0"/>
          <a:chOff x="0" y="0"/>
          <a:chExt cx="0" cy="0"/>
        </a:xfrm>
      </p:grpSpPr>
      <p:pic>
        <p:nvPicPr>
          <p:cNvPr id="5" name="Picture 4" descr="A black background with white letters&#10;&#10;Description automatically generated with low confidence">
            <a:extLst>
              <a:ext uri="{FF2B5EF4-FFF2-40B4-BE49-F238E27FC236}">
                <a16:creationId xmlns:a16="http://schemas.microsoft.com/office/drawing/2014/main" id="{B0A77841-DE52-4DDE-5C78-A139A4738CA6}"/>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31261" y="282194"/>
            <a:ext cx="1477219" cy="345669"/>
          </a:xfrm>
          <a:prstGeom prst="rect">
            <a:avLst/>
          </a:prstGeom>
        </p:spPr>
      </p:pic>
      <p:sp>
        <p:nvSpPr>
          <p:cNvPr id="2" name="Picture Placeholder 2">
            <a:extLst>
              <a:ext uri="{FF2B5EF4-FFF2-40B4-BE49-F238E27FC236}">
                <a16:creationId xmlns:a16="http://schemas.microsoft.com/office/drawing/2014/main" id="{AB5E64F5-8131-3BF0-963C-76C19061A989}"/>
              </a:ext>
            </a:extLst>
          </p:cNvPr>
          <p:cNvSpPr>
            <a:spLocks noGrp="1"/>
          </p:cNvSpPr>
          <p:nvPr>
            <p:ph type="pic" idx="1"/>
          </p:nvPr>
        </p:nvSpPr>
        <p:spPr>
          <a:xfrm>
            <a:off x="6096000" y="0"/>
            <a:ext cx="6102993" cy="6857999"/>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Tree>
    <p:extLst>
      <p:ext uri="{BB962C8B-B14F-4D97-AF65-F5344CB8AC3E}">
        <p14:creationId xmlns:p14="http://schemas.microsoft.com/office/powerpoint/2010/main" val="405522814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16_Blank">
    <p:bg>
      <p:bgPr>
        <a:solidFill>
          <a:srgbClr val="F90037"/>
        </a:solidFill>
        <a:effectLst/>
      </p:bgPr>
    </p:bg>
    <p:spTree>
      <p:nvGrpSpPr>
        <p:cNvPr id="1" name=""/>
        <p:cNvGrpSpPr/>
        <p:nvPr/>
      </p:nvGrpSpPr>
      <p:grpSpPr>
        <a:xfrm>
          <a:off x="0" y="0"/>
          <a:ext cx="0" cy="0"/>
          <a:chOff x="0" y="0"/>
          <a:chExt cx="0" cy="0"/>
        </a:xfrm>
      </p:grpSpPr>
      <p:pic>
        <p:nvPicPr>
          <p:cNvPr id="5" name="Picture 4" descr="A black background with white letters&#10;&#10;Description automatically generated with low confidence">
            <a:extLst>
              <a:ext uri="{FF2B5EF4-FFF2-40B4-BE49-F238E27FC236}">
                <a16:creationId xmlns:a16="http://schemas.microsoft.com/office/drawing/2014/main" id="{B0A77841-DE52-4DDE-5C78-A139A4738CA6}"/>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31261" y="282194"/>
            <a:ext cx="1477219" cy="345669"/>
          </a:xfrm>
          <a:prstGeom prst="rect">
            <a:avLst/>
          </a:prstGeom>
        </p:spPr>
      </p:pic>
      <p:sp>
        <p:nvSpPr>
          <p:cNvPr id="2" name="Rectangle 1">
            <a:extLst>
              <a:ext uri="{FF2B5EF4-FFF2-40B4-BE49-F238E27FC236}">
                <a16:creationId xmlns:a16="http://schemas.microsoft.com/office/drawing/2014/main" id="{EBFBA291-61E1-2009-8FEB-E7D024766CAF}"/>
              </a:ext>
            </a:extLst>
          </p:cNvPr>
          <p:cNvSpPr/>
          <p:nvPr userDrawn="1"/>
        </p:nvSpPr>
        <p:spPr>
          <a:xfrm>
            <a:off x="8398981" y="0"/>
            <a:ext cx="3793019" cy="6858000"/>
          </a:xfrm>
          <a:prstGeom prst="rect">
            <a:avLst/>
          </a:prstGeom>
          <a:solidFill>
            <a:srgbClr val="7D001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7408803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17_Blank">
    <p:bg>
      <p:bgPr>
        <a:solidFill>
          <a:srgbClr val="52092C"/>
        </a:solidFill>
        <a:effectLst/>
      </p:bgPr>
    </p:bg>
    <p:spTree>
      <p:nvGrpSpPr>
        <p:cNvPr id="1" name=""/>
        <p:cNvGrpSpPr/>
        <p:nvPr/>
      </p:nvGrpSpPr>
      <p:grpSpPr>
        <a:xfrm>
          <a:off x="0" y="0"/>
          <a:ext cx="0" cy="0"/>
          <a:chOff x="0" y="0"/>
          <a:chExt cx="0" cy="0"/>
        </a:xfrm>
      </p:grpSpPr>
      <p:pic>
        <p:nvPicPr>
          <p:cNvPr id="5" name="Picture 4" descr="A black background with white letters&#10;&#10;Description automatically generated with low confidence">
            <a:extLst>
              <a:ext uri="{FF2B5EF4-FFF2-40B4-BE49-F238E27FC236}">
                <a16:creationId xmlns:a16="http://schemas.microsoft.com/office/drawing/2014/main" id="{B0A77841-DE52-4DDE-5C78-A139A4738CA6}"/>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31261" y="282194"/>
            <a:ext cx="1477219" cy="345669"/>
          </a:xfrm>
          <a:prstGeom prst="rect">
            <a:avLst/>
          </a:prstGeom>
        </p:spPr>
      </p:pic>
      <p:sp>
        <p:nvSpPr>
          <p:cNvPr id="2" name="Rectangle 1">
            <a:extLst>
              <a:ext uri="{FF2B5EF4-FFF2-40B4-BE49-F238E27FC236}">
                <a16:creationId xmlns:a16="http://schemas.microsoft.com/office/drawing/2014/main" id="{EBFBA291-61E1-2009-8FEB-E7D024766CAF}"/>
              </a:ext>
            </a:extLst>
          </p:cNvPr>
          <p:cNvSpPr/>
          <p:nvPr userDrawn="1"/>
        </p:nvSpPr>
        <p:spPr>
          <a:xfrm>
            <a:off x="8398981" y="0"/>
            <a:ext cx="3793019" cy="6858000"/>
          </a:xfrm>
          <a:prstGeom prst="rect">
            <a:avLst/>
          </a:prstGeom>
          <a:solidFill>
            <a:srgbClr val="773E5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2813811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8_Blank">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BFBA291-61E1-2009-8FEB-E7D024766CAF}"/>
              </a:ext>
            </a:extLst>
          </p:cNvPr>
          <p:cNvSpPr/>
          <p:nvPr userDrawn="1"/>
        </p:nvSpPr>
        <p:spPr>
          <a:xfrm>
            <a:off x="8398981" y="0"/>
            <a:ext cx="3793019" cy="6858000"/>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6740957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8_Blank">
    <p:bg>
      <p:bgPr>
        <a:solidFill>
          <a:schemeClr val="accent1"/>
        </a:solidFill>
        <a:effectLst/>
      </p:bgPr>
    </p:bg>
    <p:spTree>
      <p:nvGrpSpPr>
        <p:cNvPr id="1" name=""/>
        <p:cNvGrpSpPr/>
        <p:nvPr/>
      </p:nvGrpSpPr>
      <p:grpSpPr>
        <a:xfrm>
          <a:off x="0" y="0"/>
          <a:ext cx="0" cy="0"/>
          <a:chOff x="0" y="0"/>
          <a:chExt cx="0" cy="0"/>
        </a:xfrm>
      </p:grpSpPr>
      <p:pic>
        <p:nvPicPr>
          <p:cNvPr id="5" name="Picture 4" descr="A black background with white letters&#10;&#10;Description automatically generated with low confidence">
            <a:extLst>
              <a:ext uri="{FF2B5EF4-FFF2-40B4-BE49-F238E27FC236}">
                <a16:creationId xmlns:a16="http://schemas.microsoft.com/office/drawing/2014/main" id="{B0A77841-DE52-4DDE-5C78-A139A4738CA6}"/>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31261" y="282194"/>
            <a:ext cx="1477219" cy="345669"/>
          </a:xfrm>
          <a:prstGeom prst="rect">
            <a:avLst/>
          </a:prstGeom>
        </p:spPr>
      </p:pic>
      <p:sp>
        <p:nvSpPr>
          <p:cNvPr id="2" name="Triangle 1">
            <a:extLst>
              <a:ext uri="{FF2B5EF4-FFF2-40B4-BE49-F238E27FC236}">
                <a16:creationId xmlns:a16="http://schemas.microsoft.com/office/drawing/2014/main" id="{866052E5-DF65-762A-9033-9D5FB67DC09B}"/>
              </a:ext>
            </a:extLst>
          </p:cNvPr>
          <p:cNvSpPr/>
          <p:nvPr userDrawn="1"/>
        </p:nvSpPr>
        <p:spPr>
          <a:xfrm rot="8449417">
            <a:off x="894398" y="1826339"/>
            <a:ext cx="431988" cy="649190"/>
          </a:xfrm>
          <a:prstGeom prst="triangle">
            <a:avLst>
              <a:gd name="adj" fmla="val 24397"/>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riangle 2">
            <a:extLst>
              <a:ext uri="{FF2B5EF4-FFF2-40B4-BE49-F238E27FC236}">
                <a16:creationId xmlns:a16="http://schemas.microsoft.com/office/drawing/2014/main" id="{19BBD7E6-28DA-D22E-BED5-62058D735CBC}"/>
              </a:ext>
            </a:extLst>
          </p:cNvPr>
          <p:cNvSpPr/>
          <p:nvPr userDrawn="1"/>
        </p:nvSpPr>
        <p:spPr>
          <a:xfrm rot="18675952">
            <a:off x="4388638" y="5211820"/>
            <a:ext cx="370137" cy="517923"/>
          </a:xfrm>
          <a:prstGeom prst="triangle">
            <a:avLst>
              <a:gd name="adj" fmla="val 64148"/>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riangle 3">
            <a:extLst>
              <a:ext uri="{FF2B5EF4-FFF2-40B4-BE49-F238E27FC236}">
                <a16:creationId xmlns:a16="http://schemas.microsoft.com/office/drawing/2014/main" id="{C132B3C2-7ACE-A0F1-E282-3E483AF5F34A}"/>
              </a:ext>
            </a:extLst>
          </p:cNvPr>
          <p:cNvSpPr/>
          <p:nvPr userDrawn="1"/>
        </p:nvSpPr>
        <p:spPr>
          <a:xfrm rot="13878819">
            <a:off x="2588315" y="832949"/>
            <a:ext cx="356281" cy="457401"/>
          </a:xfrm>
          <a:prstGeom prst="triangle">
            <a:avLst>
              <a:gd name="adj" fmla="val 24397"/>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riangle 5">
            <a:extLst>
              <a:ext uri="{FF2B5EF4-FFF2-40B4-BE49-F238E27FC236}">
                <a16:creationId xmlns:a16="http://schemas.microsoft.com/office/drawing/2014/main" id="{6B8EA6A9-9B52-088A-54A1-F523654F2745}"/>
              </a:ext>
            </a:extLst>
          </p:cNvPr>
          <p:cNvSpPr/>
          <p:nvPr userDrawn="1"/>
        </p:nvSpPr>
        <p:spPr>
          <a:xfrm rot="1226621">
            <a:off x="2220179" y="4965563"/>
            <a:ext cx="356281" cy="457401"/>
          </a:xfrm>
          <a:prstGeom prst="triangle">
            <a:avLst>
              <a:gd name="adj" fmla="val 24397"/>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riangle 6">
            <a:extLst>
              <a:ext uri="{FF2B5EF4-FFF2-40B4-BE49-F238E27FC236}">
                <a16:creationId xmlns:a16="http://schemas.microsoft.com/office/drawing/2014/main" id="{796D9950-A99B-931B-ADF7-C36BFB88AF09}"/>
              </a:ext>
            </a:extLst>
          </p:cNvPr>
          <p:cNvSpPr/>
          <p:nvPr userDrawn="1"/>
        </p:nvSpPr>
        <p:spPr>
          <a:xfrm rot="12459209">
            <a:off x="8913138" y="806075"/>
            <a:ext cx="370137" cy="517923"/>
          </a:xfrm>
          <a:prstGeom prst="triangle">
            <a:avLst>
              <a:gd name="adj" fmla="val 64148"/>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riangle 7">
            <a:extLst>
              <a:ext uri="{FF2B5EF4-FFF2-40B4-BE49-F238E27FC236}">
                <a16:creationId xmlns:a16="http://schemas.microsoft.com/office/drawing/2014/main" id="{11EDCBF4-171E-202E-362F-194A62FEAF50}"/>
              </a:ext>
            </a:extLst>
          </p:cNvPr>
          <p:cNvSpPr/>
          <p:nvPr userDrawn="1"/>
        </p:nvSpPr>
        <p:spPr>
          <a:xfrm rot="3502816">
            <a:off x="6804054" y="1177335"/>
            <a:ext cx="356281" cy="457401"/>
          </a:xfrm>
          <a:prstGeom prst="triangle">
            <a:avLst>
              <a:gd name="adj" fmla="val 24397"/>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riangle 8">
            <a:extLst>
              <a:ext uri="{FF2B5EF4-FFF2-40B4-BE49-F238E27FC236}">
                <a16:creationId xmlns:a16="http://schemas.microsoft.com/office/drawing/2014/main" id="{E3EB1431-FDF9-73DA-962D-241CE66806BA}"/>
              </a:ext>
            </a:extLst>
          </p:cNvPr>
          <p:cNvSpPr/>
          <p:nvPr userDrawn="1"/>
        </p:nvSpPr>
        <p:spPr>
          <a:xfrm rot="19694039">
            <a:off x="10872565" y="5904790"/>
            <a:ext cx="370137" cy="517923"/>
          </a:xfrm>
          <a:prstGeom prst="triangle">
            <a:avLst>
              <a:gd name="adj" fmla="val 64148"/>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riangle 9">
            <a:extLst>
              <a:ext uri="{FF2B5EF4-FFF2-40B4-BE49-F238E27FC236}">
                <a16:creationId xmlns:a16="http://schemas.microsoft.com/office/drawing/2014/main" id="{DB0A195B-D0D4-3201-B817-25CBE3DBCDE6}"/>
              </a:ext>
            </a:extLst>
          </p:cNvPr>
          <p:cNvSpPr/>
          <p:nvPr userDrawn="1"/>
        </p:nvSpPr>
        <p:spPr>
          <a:xfrm rot="1226621">
            <a:off x="9974765" y="5208692"/>
            <a:ext cx="356281" cy="457401"/>
          </a:xfrm>
          <a:prstGeom prst="triangle">
            <a:avLst>
              <a:gd name="adj" fmla="val 24397"/>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 Placeholder 11">
            <a:extLst>
              <a:ext uri="{FF2B5EF4-FFF2-40B4-BE49-F238E27FC236}">
                <a16:creationId xmlns:a16="http://schemas.microsoft.com/office/drawing/2014/main" id="{5B4DB718-5183-3F4D-3BE2-5249DF73ADB8}"/>
              </a:ext>
            </a:extLst>
          </p:cNvPr>
          <p:cNvSpPr>
            <a:spLocks noGrp="1"/>
          </p:cNvSpPr>
          <p:nvPr>
            <p:ph type="body" sz="quarter" idx="10" hasCustomPrompt="1"/>
          </p:nvPr>
        </p:nvSpPr>
        <p:spPr>
          <a:xfrm>
            <a:off x="494213" y="2436726"/>
            <a:ext cx="11203574" cy="1882267"/>
          </a:xfrm>
        </p:spPr>
        <p:txBody>
          <a:bodyPr anchor="ctr">
            <a:noAutofit/>
          </a:bodyPr>
          <a:lstStyle>
            <a:lvl1pPr marL="0" indent="0" algn="ctr">
              <a:buNone/>
              <a:defRPr sz="7200" b="1" spc="-150">
                <a:solidFill>
                  <a:schemeClr val="bg1"/>
                </a:solidFill>
              </a:defRPr>
            </a:lvl1pPr>
          </a:lstStyle>
          <a:p>
            <a:pPr lvl="0"/>
            <a:r>
              <a:rPr lang="en-GB"/>
              <a:t>Star moment keyword</a:t>
            </a:r>
            <a:endParaRPr lang="en-US"/>
          </a:p>
        </p:txBody>
      </p:sp>
    </p:spTree>
    <p:extLst>
      <p:ext uri="{BB962C8B-B14F-4D97-AF65-F5344CB8AC3E}">
        <p14:creationId xmlns:p14="http://schemas.microsoft.com/office/powerpoint/2010/main" val="136730487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13_Blank">
    <p:bg>
      <p:bgPr>
        <a:solidFill>
          <a:schemeClr val="accent3"/>
        </a:solidFill>
        <a:effectLst/>
      </p:bgPr>
    </p:bg>
    <p:spTree>
      <p:nvGrpSpPr>
        <p:cNvPr id="1" name=""/>
        <p:cNvGrpSpPr/>
        <p:nvPr/>
      </p:nvGrpSpPr>
      <p:grpSpPr>
        <a:xfrm>
          <a:off x="0" y="0"/>
          <a:ext cx="0" cy="0"/>
          <a:chOff x="0" y="0"/>
          <a:chExt cx="0" cy="0"/>
        </a:xfrm>
      </p:grpSpPr>
      <p:pic>
        <p:nvPicPr>
          <p:cNvPr id="5" name="Picture 4" descr="A black background with white letters&#10;&#10;Description automatically generated with low confidence">
            <a:extLst>
              <a:ext uri="{FF2B5EF4-FFF2-40B4-BE49-F238E27FC236}">
                <a16:creationId xmlns:a16="http://schemas.microsoft.com/office/drawing/2014/main" id="{B0A77841-DE52-4DDE-5C78-A139A4738CA6}"/>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31261" y="282194"/>
            <a:ext cx="1477219" cy="345669"/>
          </a:xfrm>
          <a:prstGeom prst="rect">
            <a:avLst/>
          </a:prstGeom>
        </p:spPr>
      </p:pic>
      <p:sp>
        <p:nvSpPr>
          <p:cNvPr id="3" name="Triangle 2">
            <a:extLst>
              <a:ext uri="{FF2B5EF4-FFF2-40B4-BE49-F238E27FC236}">
                <a16:creationId xmlns:a16="http://schemas.microsoft.com/office/drawing/2014/main" id="{E4C20493-A21B-9E12-B8C2-71CE2E7D2319}"/>
              </a:ext>
            </a:extLst>
          </p:cNvPr>
          <p:cNvSpPr/>
          <p:nvPr userDrawn="1"/>
        </p:nvSpPr>
        <p:spPr>
          <a:xfrm rot="8449417">
            <a:off x="894398" y="1826339"/>
            <a:ext cx="431988" cy="649190"/>
          </a:xfrm>
          <a:prstGeom prst="triangle">
            <a:avLst>
              <a:gd name="adj" fmla="val 24397"/>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riangle 3">
            <a:extLst>
              <a:ext uri="{FF2B5EF4-FFF2-40B4-BE49-F238E27FC236}">
                <a16:creationId xmlns:a16="http://schemas.microsoft.com/office/drawing/2014/main" id="{A813973A-7B1F-493B-BE07-437BAB1054CE}"/>
              </a:ext>
            </a:extLst>
          </p:cNvPr>
          <p:cNvSpPr/>
          <p:nvPr userDrawn="1"/>
        </p:nvSpPr>
        <p:spPr>
          <a:xfrm rot="18675952">
            <a:off x="4388638" y="5211820"/>
            <a:ext cx="370137" cy="517923"/>
          </a:xfrm>
          <a:prstGeom prst="triangle">
            <a:avLst>
              <a:gd name="adj" fmla="val 64148"/>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riangle 5">
            <a:extLst>
              <a:ext uri="{FF2B5EF4-FFF2-40B4-BE49-F238E27FC236}">
                <a16:creationId xmlns:a16="http://schemas.microsoft.com/office/drawing/2014/main" id="{35EE404B-6FF5-72FF-3358-90D33CE96DB9}"/>
              </a:ext>
            </a:extLst>
          </p:cNvPr>
          <p:cNvSpPr/>
          <p:nvPr userDrawn="1"/>
        </p:nvSpPr>
        <p:spPr>
          <a:xfrm rot="13878819">
            <a:off x="2588315" y="832949"/>
            <a:ext cx="356281" cy="457401"/>
          </a:xfrm>
          <a:prstGeom prst="triangle">
            <a:avLst>
              <a:gd name="adj" fmla="val 2439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riangle 6">
            <a:extLst>
              <a:ext uri="{FF2B5EF4-FFF2-40B4-BE49-F238E27FC236}">
                <a16:creationId xmlns:a16="http://schemas.microsoft.com/office/drawing/2014/main" id="{ABDCA312-BA2C-3315-1976-58F006D4CFE4}"/>
              </a:ext>
            </a:extLst>
          </p:cNvPr>
          <p:cNvSpPr/>
          <p:nvPr userDrawn="1"/>
        </p:nvSpPr>
        <p:spPr>
          <a:xfrm rot="1226621">
            <a:off x="2220179" y="4965563"/>
            <a:ext cx="356281" cy="457401"/>
          </a:xfrm>
          <a:prstGeom prst="triangle">
            <a:avLst>
              <a:gd name="adj" fmla="val 24397"/>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riangle 7">
            <a:extLst>
              <a:ext uri="{FF2B5EF4-FFF2-40B4-BE49-F238E27FC236}">
                <a16:creationId xmlns:a16="http://schemas.microsoft.com/office/drawing/2014/main" id="{798AD88B-964D-7566-0860-18FD27FD06A8}"/>
              </a:ext>
            </a:extLst>
          </p:cNvPr>
          <p:cNvSpPr/>
          <p:nvPr userDrawn="1"/>
        </p:nvSpPr>
        <p:spPr>
          <a:xfrm rot="12459209">
            <a:off x="8913138" y="806075"/>
            <a:ext cx="370137" cy="517923"/>
          </a:xfrm>
          <a:prstGeom prst="triangle">
            <a:avLst>
              <a:gd name="adj" fmla="val 64148"/>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riangle 8">
            <a:extLst>
              <a:ext uri="{FF2B5EF4-FFF2-40B4-BE49-F238E27FC236}">
                <a16:creationId xmlns:a16="http://schemas.microsoft.com/office/drawing/2014/main" id="{66D81DA9-8E5F-8617-AAC7-1923FD2F950E}"/>
              </a:ext>
            </a:extLst>
          </p:cNvPr>
          <p:cNvSpPr/>
          <p:nvPr userDrawn="1"/>
        </p:nvSpPr>
        <p:spPr>
          <a:xfrm rot="3502816">
            <a:off x="6804054" y="1177335"/>
            <a:ext cx="356281" cy="457401"/>
          </a:xfrm>
          <a:prstGeom prst="triangle">
            <a:avLst>
              <a:gd name="adj" fmla="val 24397"/>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riangle 9">
            <a:extLst>
              <a:ext uri="{FF2B5EF4-FFF2-40B4-BE49-F238E27FC236}">
                <a16:creationId xmlns:a16="http://schemas.microsoft.com/office/drawing/2014/main" id="{B0D3A343-DBBC-B6F8-CD47-C2A141C95837}"/>
              </a:ext>
            </a:extLst>
          </p:cNvPr>
          <p:cNvSpPr/>
          <p:nvPr userDrawn="1"/>
        </p:nvSpPr>
        <p:spPr>
          <a:xfrm rot="19694039">
            <a:off x="10872565" y="5904790"/>
            <a:ext cx="370137" cy="517923"/>
          </a:xfrm>
          <a:prstGeom prst="triangle">
            <a:avLst>
              <a:gd name="adj" fmla="val 64148"/>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riangle 10">
            <a:extLst>
              <a:ext uri="{FF2B5EF4-FFF2-40B4-BE49-F238E27FC236}">
                <a16:creationId xmlns:a16="http://schemas.microsoft.com/office/drawing/2014/main" id="{B9804020-A6C9-42F4-5481-D1410812F8E3}"/>
              </a:ext>
            </a:extLst>
          </p:cNvPr>
          <p:cNvSpPr/>
          <p:nvPr userDrawn="1"/>
        </p:nvSpPr>
        <p:spPr>
          <a:xfrm rot="1226621">
            <a:off x="9974765" y="5208692"/>
            <a:ext cx="356281" cy="457401"/>
          </a:xfrm>
          <a:prstGeom prst="triangle">
            <a:avLst>
              <a:gd name="adj" fmla="val 24397"/>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 Placeholder 11">
            <a:extLst>
              <a:ext uri="{FF2B5EF4-FFF2-40B4-BE49-F238E27FC236}">
                <a16:creationId xmlns:a16="http://schemas.microsoft.com/office/drawing/2014/main" id="{3ECEC72C-3EBA-5EA1-7B67-CE1253E2E6FD}"/>
              </a:ext>
            </a:extLst>
          </p:cNvPr>
          <p:cNvSpPr>
            <a:spLocks noGrp="1"/>
          </p:cNvSpPr>
          <p:nvPr>
            <p:ph type="body" sz="quarter" idx="10" hasCustomPrompt="1"/>
          </p:nvPr>
        </p:nvSpPr>
        <p:spPr>
          <a:xfrm>
            <a:off x="494213" y="2436726"/>
            <a:ext cx="11203574" cy="1882267"/>
          </a:xfrm>
        </p:spPr>
        <p:txBody>
          <a:bodyPr anchor="ctr">
            <a:noAutofit/>
          </a:bodyPr>
          <a:lstStyle>
            <a:lvl1pPr marL="0" indent="0" algn="ctr">
              <a:buNone/>
              <a:defRPr sz="7200" b="1" spc="-150">
                <a:solidFill>
                  <a:schemeClr val="bg1"/>
                </a:solidFill>
              </a:defRPr>
            </a:lvl1pPr>
          </a:lstStyle>
          <a:p>
            <a:pPr lvl="0"/>
            <a:r>
              <a:rPr lang="en-GB"/>
              <a:t>Star moment keyword</a:t>
            </a:r>
            <a:endParaRPr lang="en-US"/>
          </a:p>
        </p:txBody>
      </p:sp>
    </p:spTree>
    <p:extLst>
      <p:ext uri="{BB962C8B-B14F-4D97-AF65-F5344CB8AC3E}">
        <p14:creationId xmlns:p14="http://schemas.microsoft.com/office/powerpoint/2010/main" val="255312594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14_Blank">
    <p:bg>
      <p:bgPr>
        <a:solidFill>
          <a:schemeClr val="accent2"/>
        </a:solidFill>
        <a:effectLst/>
      </p:bgPr>
    </p:bg>
    <p:spTree>
      <p:nvGrpSpPr>
        <p:cNvPr id="1" name=""/>
        <p:cNvGrpSpPr/>
        <p:nvPr/>
      </p:nvGrpSpPr>
      <p:grpSpPr>
        <a:xfrm>
          <a:off x="0" y="0"/>
          <a:ext cx="0" cy="0"/>
          <a:chOff x="0" y="0"/>
          <a:chExt cx="0" cy="0"/>
        </a:xfrm>
      </p:grpSpPr>
      <p:pic>
        <p:nvPicPr>
          <p:cNvPr id="5" name="Picture 4" descr="A black background with white letters&#10;&#10;Description automatically generated with low confidence">
            <a:extLst>
              <a:ext uri="{FF2B5EF4-FFF2-40B4-BE49-F238E27FC236}">
                <a16:creationId xmlns:a16="http://schemas.microsoft.com/office/drawing/2014/main" id="{B0A77841-DE52-4DDE-5C78-A139A4738CA6}"/>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31261" y="282194"/>
            <a:ext cx="1477219" cy="345669"/>
          </a:xfrm>
          <a:prstGeom prst="rect">
            <a:avLst/>
          </a:prstGeom>
        </p:spPr>
      </p:pic>
      <p:sp>
        <p:nvSpPr>
          <p:cNvPr id="2" name="Triangle 1">
            <a:extLst>
              <a:ext uri="{FF2B5EF4-FFF2-40B4-BE49-F238E27FC236}">
                <a16:creationId xmlns:a16="http://schemas.microsoft.com/office/drawing/2014/main" id="{8ED6B5F8-911E-38E8-0B68-664A2350AF26}"/>
              </a:ext>
            </a:extLst>
          </p:cNvPr>
          <p:cNvSpPr/>
          <p:nvPr userDrawn="1"/>
        </p:nvSpPr>
        <p:spPr>
          <a:xfrm rot="8449417">
            <a:off x="894398" y="1826339"/>
            <a:ext cx="431988" cy="649190"/>
          </a:xfrm>
          <a:prstGeom prst="triangle">
            <a:avLst>
              <a:gd name="adj" fmla="val 24397"/>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riangle 2">
            <a:extLst>
              <a:ext uri="{FF2B5EF4-FFF2-40B4-BE49-F238E27FC236}">
                <a16:creationId xmlns:a16="http://schemas.microsoft.com/office/drawing/2014/main" id="{857DA541-C05C-0A6E-970E-AA4671B58860}"/>
              </a:ext>
            </a:extLst>
          </p:cNvPr>
          <p:cNvSpPr/>
          <p:nvPr userDrawn="1"/>
        </p:nvSpPr>
        <p:spPr>
          <a:xfrm rot="18675952">
            <a:off x="4388638" y="5211820"/>
            <a:ext cx="370137" cy="517923"/>
          </a:xfrm>
          <a:prstGeom prst="triangle">
            <a:avLst>
              <a:gd name="adj" fmla="val 64148"/>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riangle 3">
            <a:extLst>
              <a:ext uri="{FF2B5EF4-FFF2-40B4-BE49-F238E27FC236}">
                <a16:creationId xmlns:a16="http://schemas.microsoft.com/office/drawing/2014/main" id="{86B5E5D3-8851-5D76-8604-3F4CAC6D4BE1}"/>
              </a:ext>
            </a:extLst>
          </p:cNvPr>
          <p:cNvSpPr/>
          <p:nvPr userDrawn="1"/>
        </p:nvSpPr>
        <p:spPr>
          <a:xfrm rot="13878819">
            <a:off x="2588315" y="832949"/>
            <a:ext cx="356281" cy="457401"/>
          </a:xfrm>
          <a:prstGeom prst="triangle">
            <a:avLst>
              <a:gd name="adj" fmla="val 24397"/>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riangle 5">
            <a:extLst>
              <a:ext uri="{FF2B5EF4-FFF2-40B4-BE49-F238E27FC236}">
                <a16:creationId xmlns:a16="http://schemas.microsoft.com/office/drawing/2014/main" id="{5BEAA931-A6FE-CFD4-C342-781AA7A6E411}"/>
              </a:ext>
            </a:extLst>
          </p:cNvPr>
          <p:cNvSpPr/>
          <p:nvPr userDrawn="1"/>
        </p:nvSpPr>
        <p:spPr>
          <a:xfrm rot="1226621">
            <a:off x="2220179" y="4965563"/>
            <a:ext cx="356281" cy="457401"/>
          </a:xfrm>
          <a:prstGeom prst="triangle">
            <a:avLst>
              <a:gd name="adj" fmla="val 24397"/>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riangle 6">
            <a:extLst>
              <a:ext uri="{FF2B5EF4-FFF2-40B4-BE49-F238E27FC236}">
                <a16:creationId xmlns:a16="http://schemas.microsoft.com/office/drawing/2014/main" id="{B66B8EAA-CC13-7701-77B8-C9412A64E7AD}"/>
              </a:ext>
            </a:extLst>
          </p:cNvPr>
          <p:cNvSpPr/>
          <p:nvPr userDrawn="1"/>
        </p:nvSpPr>
        <p:spPr>
          <a:xfrm rot="12459209">
            <a:off x="8913138" y="806075"/>
            <a:ext cx="370137" cy="517923"/>
          </a:xfrm>
          <a:prstGeom prst="triangle">
            <a:avLst>
              <a:gd name="adj" fmla="val 64148"/>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riangle 7">
            <a:extLst>
              <a:ext uri="{FF2B5EF4-FFF2-40B4-BE49-F238E27FC236}">
                <a16:creationId xmlns:a16="http://schemas.microsoft.com/office/drawing/2014/main" id="{FA425855-E89F-DAE3-5418-E8800A8FB132}"/>
              </a:ext>
            </a:extLst>
          </p:cNvPr>
          <p:cNvSpPr/>
          <p:nvPr userDrawn="1"/>
        </p:nvSpPr>
        <p:spPr>
          <a:xfrm rot="3502816">
            <a:off x="6804054" y="1177335"/>
            <a:ext cx="356281" cy="457401"/>
          </a:xfrm>
          <a:prstGeom prst="triangle">
            <a:avLst>
              <a:gd name="adj" fmla="val 2439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riangle 8">
            <a:extLst>
              <a:ext uri="{FF2B5EF4-FFF2-40B4-BE49-F238E27FC236}">
                <a16:creationId xmlns:a16="http://schemas.microsoft.com/office/drawing/2014/main" id="{7A0E462F-66B3-12C5-D75B-9D0D7147DB54}"/>
              </a:ext>
            </a:extLst>
          </p:cNvPr>
          <p:cNvSpPr/>
          <p:nvPr userDrawn="1"/>
        </p:nvSpPr>
        <p:spPr>
          <a:xfrm rot="19694039">
            <a:off x="10872565" y="5904790"/>
            <a:ext cx="370137" cy="517923"/>
          </a:xfrm>
          <a:prstGeom prst="triangle">
            <a:avLst>
              <a:gd name="adj" fmla="val 64148"/>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riangle 9">
            <a:extLst>
              <a:ext uri="{FF2B5EF4-FFF2-40B4-BE49-F238E27FC236}">
                <a16:creationId xmlns:a16="http://schemas.microsoft.com/office/drawing/2014/main" id="{DA717E3A-E0AC-CD43-CC33-473505398964}"/>
              </a:ext>
            </a:extLst>
          </p:cNvPr>
          <p:cNvSpPr/>
          <p:nvPr userDrawn="1"/>
        </p:nvSpPr>
        <p:spPr>
          <a:xfrm rot="1226621">
            <a:off x="9974765" y="5208692"/>
            <a:ext cx="356281" cy="457401"/>
          </a:xfrm>
          <a:prstGeom prst="triangle">
            <a:avLst>
              <a:gd name="adj" fmla="val 24397"/>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 Placeholder 11">
            <a:extLst>
              <a:ext uri="{FF2B5EF4-FFF2-40B4-BE49-F238E27FC236}">
                <a16:creationId xmlns:a16="http://schemas.microsoft.com/office/drawing/2014/main" id="{E7CF8572-ADF0-6751-D5E8-A0716A5685DE}"/>
              </a:ext>
            </a:extLst>
          </p:cNvPr>
          <p:cNvSpPr>
            <a:spLocks noGrp="1"/>
          </p:cNvSpPr>
          <p:nvPr>
            <p:ph type="body" sz="quarter" idx="10" hasCustomPrompt="1"/>
          </p:nvPr>
        </p:nvSpPr>
        <p:spPr>
          <a:xfrm>
            <a:off x="494213" y="2436726"/>
            <a:ext cx="11203574" cy="1882267"/>
          </a:xfrm>
        </p:spPr>
        <p:txBody>
          <a:bodyPr anchor="ctr">
            <a:noAutofit/>
          </a:bodyPr>
          <a:lstStyle>
            <a:lvl1pPr marL="0" indent="0" algn="ctr">
              <a:buNone/>
              <a:defRPr sz="7200" b="1" spc="-150">
                <a:solidFill>
                  <a:schemeClr val="bg1"/>
                </a:solidFill>
              </a:defRPr>
            </a:lvl1pPr>
          </a:lstStyle>
          <a:p>
            <a:pPr lvl="0"/>
            <a:r>
              <a:rPr lang="en-GB"/>
              <a:t>Star moment keyword</a:t>
            </a:r>
            <a:endParaRPr lang="en-US"/>
          </a:p>
        </p:txBody>
      </p:sp>
    </p:spTree>
    <p:extLst>
      <p:ext uri="{BB962C8B-B14F-4D97-AF65-F5344CB8AC3E}">
        <p14:creationId xmlns:p14="http://schemas.microsoft.com/office/powerpoint/2010/main" val="207856935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type="blank" preserve="1">
  <p:cSld name="9_Blank">
    <p:bg>
      <p:bgPr>
        <a:solidFill>
          <a:schemeClr val="accent1"/>
        </a:solidFill>
        <a:effectLst/>
      </p:bgPr>
    </p:bg>
    <p:spTree>
      <p:nvGrpSpPr>
        <p:cNvPr id="1" name=""/>
        <p:cNvGrpSpPr/>
        <p:nvPr/>
      </p:nvGrpSpPr>
      <p:grpSpPr>
        <a:xfrm>
          <a:off x="0" y="0"/>
          <a:ext cx="0" cy="0"/>
          <a:chOff x="0" y="0"/>
          <a:chExt cx="0" cy="0"/>
        </a:xfrm>
      </p:grpSpPr>
      <p:pic>
        <p:nvPicPr>
          <p:cNvPr id="5" name="Picture 4" descr="A black background with white letters&#10;&#10;Description automatically generated with low confidence">
            <a:extLst>
              <a:ext uri="{FF2B5EF4-FFF2-40B4-BE49-F238E27FC236}">
                <a16:creationId xmlns:a16="http://schemas.microsoft.com/office/drawing/2014/main" id="{B0A77841-DE52-4DDE-5C78-A139A4738CA6}"/>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31261" y="282194"/>
            <a:ext cx="1477219" cy="345669"/>
          </a:xfrm>
          <a:prstGeom prst="rect">
            <a:avLst/>
          </a:prstGeom>
        </p:spPr>
      </p:pic>
      <p:sp>
        <p:nvSpPr>
          <p:cNvPr id="2" name="Rectangle 1">
            <a:extLst>
              <a:ext uri="{FF2B5EF4-FFF2-40B4-BE49-F238E27FC236}">
                <a16:creationId xmlns:a16="http://schemas.microsoft.com/office/drawing/2014/main" id="{D0D7982B-D983-B36C-BBBA-FB33CC0656AE}"/>
              </a:ext>
            </a:extLst>
          </p:cNvPr>
          <p:cNvSpPr/>
          <p:nvPr userDrawn="1"/>
        </p:nvSpPr>
        <p:spPr>
          <a:xfrm>
            <a:off x="609600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2012302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type="blank" preserve="1">
  <p:cSld name="11_Blank">
    <p:bg>
      <p:bgPr>
        <a:solidFill>
          <a:schemeClr val="accent2"/>
        </a:solidFill>
        <a:effectLst/>
      </p:bgPr>
    </p:bg>
    <p:spTree>
      <p:nvGrpSpPr>
        <p:cNvPr id="1" name=""/>
        <p:cNvGrpSpPr/>
        <p:nvPr/>
      </p:nvGrpSpPr>
      <p:grpSpPr>
        <a:xfrm>
          <a:off x="0" y="0"/>
          <a:ext cx="0" cy="0"/>
          <a:chOff x="0" y="0"/>
          <a:chExt cx="0" cy="0"/>
        </a:xfrm>
      </p:grpSpPr>
      <p:pic>
        <p:nvPicPr>
          <p:cNvPr id="5" name="Picture 4" descr="A black background with white letters&#10;&#10;Description automatically generated with low confidence">
            <a:extLst>
              <a:ext uri="{FF2B5EF4-FFF2-40B4-BE49-F238E27FC236}">
                <a16:creationId xmlns:a16="http://schemas.microsoft.com/office/drawing/2014/main" id="{B0A77841-DE52-4DDE-5C78-A139A4738CA6}"/>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31261" y="282194"/>
            <a:ext cx="1477219" cy="345669"/>
          </a:xfrm>
          <a:prstGeom prst="rect">
            <a:avLst/>
          </a:prstGeom>
        </p:spPr>
      </p:pic>
      <p:sp>
        <p:nvSpPr>
          <p:cNvPr id="2" name="Rectangle 1">
            <a:extLst>
              <a:ext uri="{FF2B5EF4-FFF2-40B4-BE49-F238E27FC236}">
                <a16:creationId xmlns:a16="http://schemas.microsoft.com/office/drawing/2014/main" id="{D0D7982B-D983-B36C-BBBA-FB33CC0656AE}"/>
              </a:ext>
            </a:extLst>
          </p:cNvPr>
          <p:cNvSpPr/>
          <p:nvPr userDrawn="1"/>
        </p:nvSpPr>
        <p:spPr>
          <a:xfrm>
            <a:off x="609600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40090828"/>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type="blank" preserve="1">
  <p:cSld name="24_Blank">
    <p:bg>
      <p:bgPr>
        <a:solidFill>
          <a:schemeClr val="accent3"/>
        </a:solidFill>
        <a:effectLst/>
      </p:bgPr>
    </p:bg>
    <p:spTree>
      <p:nvGrpSpPr>
        <p:cNvPr id="1" name=""/>
        <p:cNvGrpSpPr/>
        <p:nvPr/>
      </p:nvGrpSpPr>
      <p:grpSpPr>
        <a:xfrm>
          <a:off x="0" y="0"/>
          <a:ext cx="0" cy="0"/>
          <a:chOff x="0" y="0"/>
          <a:chExt cx="0" cy="0"/>
        </a:xfrm>
      </p:grpSpPr>
      <p:pic>
        <p:nvPicPr>
          <p:cNvPr id="5" name="Picture 4" descr="A black background with white letters&#10;&#10;Description automatically generated with low confidence">
            <a:extLst>
              <a:ext uri="{FF2B5EF4-FFF2-40B4-BE49-F238E27FC236}">
                <a16:creationId xmlns:a16="http://schemas.microsoft.com/office/drawing/2014/main" id="{B0A77841-DE52-4DDE-5C78-A139A4738CA6}"/>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31261" y="282194"/>
            <a:ext cx="1477219" cy="345669"/>
          </a:xfrm>
          <a:prstGeom prst="rect">
            <a:avLst/>
          </a:prstGeom>
        </p:spPr>
      </p:pic>
      <p:sp>
        <p:nvSpPr>
          <p:cNvPr id="2" name="Rectangle 1">
            <a:extLst>
              <a:ext uri="{FF2B5EF4-FFF2-40B4-BE49-F238E27FC236}">
                <a16:creationId xmlns:a16="http://schemas.microsoft.com/office/drawing/2014/main" id="{D0D7982B-D983-B36C-BBBA-FB33CC0656AE}"/>
              </a:ext>
            </a:extLst>
          </p:cNvPr>
          <p:cNvSpPr/>
          <p:nvPr userDrawn="1"/>
        </p:nvSpPr>
        <p:spPr>
          <a:xfrm>
            <a:off x="609600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38222228"/>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type="blank" preserve="1">
  <p:cSld name="25_Blank">
    <p:bg>
      <p:bgPr>
        <a:solidFill>
          <a:schemeClr val="accent1"/>
        </a:solidFill>
        <a:effectLst/>
      </p:bgPr>
    </p:bg>
    <p:spTree>
      <p:nvGrpSpPr>
        <p:cNvPr id="1" name=""/>
        <p:cNvGrpSpPr/>
        <p:nvPr/>
      </p:nvGrpSpPr>
      <p:grpSpPr>
        <a:xfrm>
          <a:off x="0" y="0"/>
          <a:ext cx="0" cy="0"/>
          <a:chOff x="0" y="0"/>
          <a:chExt cx="0" cy="0"/>
        </a:xfrm>
      </p:grpSpPr>
      <p:pic>
        <p:nvPicPr>
          <p:cNvPr id="5" name="Picture 4" descr="A black background with white letters&#10;&#10;Description automatically generated with low confidence">
            <a:extLst>
              <a:ext uri="{FF2B5EF4-FFF2-40B4-BE49-F238E27FC236}">
                <a16:creationId xmlns:a16="http://schemas.microsoft.com/office/drawing/2014/main" id="{B0A77841-DE52-4DDE-5C78-A139A4738CA6}"/>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31261" y="282194"/>
            <a:ext cx="1477219" cy="345669"/>
          </a:xfrm>
          <a:prstGeom prst="rect">
            <a:avLst/>
          </a:prstGeom>
        </p:spPr>
      </p:pic>
      <p:sp>
        <p:nvSpPr>
          <p:cNvPr id="2" name="Rectangle 1">
            <a:extLst>
              <a:ext uri="{FF2B5EF4-FFF2-40B4-BE49-F238E27FC236}">
                <a16:creationId xmlns:a16="http://schemas.microsoft.com/office/drawing/2014/main" id="{D0D7982B-D983-B36C-BBBA-FB33CC0656AE}"/>
              </a:ext>
            </a:extLst>
          </p:cNvPr>
          <p:cNvSpPr/>
          <p:nvPr userDrawn="1"/>
        </p:nvSpPr>
        <p:spPr>
          <a:xfrm>
            <a:off x="5272001" y="0"/>
            <a:ext cx="6919999"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69211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type="blank" preserve="1">
  <p:cSld name="26_Blank">
    <p:bg>
      <p:bgPr>
        <a:solidFill>
          <a:schemeClr val="accent2"/>
        </a:solidFill>
        <a:effectLst/>
      </p:bgPr>
    </p:bg>
    <p:spTree>
      <p:nvGrpSpPr>
        <p:cNvPr id="1" name=""/>
        <p:cNvGrpSpPr/>
        <p:nvPr/>
      </p:nvGrpSpPr>
      <p:grpSpPr>
        <a:xfrm>
          <a:off x="0" y="0"/>
          <a:ext cx="0" cy="0"/>
          <a:chOff x="0" y="0"/>
          <a:chExt cx="0" cy="0"/>
        </a:xfrm>
      </p:grpSpPr>
      <p:pic>
        <p:nvPicPr>
          <p:cNvPr id="5" name="Picture 4" descr="A black background with white letters&#10;&#10;Description automatically generated with low confidence">
            <a:extLst>
              <a:ext uri="{FF2B5EF4-FFF2-40B4-BE49-F238E27FC236}">
                <a16:creationId xmlns:a16="http://schemas.microsoft.com/office/drawing/2014/main" id="{B0A77841-DE52-4DDE-5C78-A139A4738CA6}"/>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31261" y="282194"/>
            <a:ext cx="1477219" cy="345669"/>
          </a:xfrm>
          <a:prstGeom prst="rect">
            <a:avLst/>
          </a:prstGeom>
        </p:spPr>
      </p:pic>
      <p:sp>
        <p:nvSpPr>
          <p:cNvPr id="2" name="Rectangle 1">
            <a:extLst>
              <a:ext uri="{FF2B5EF4-FFF2-40B4-BE49-F238E27FC236}">
                <a16:creationId xmlns:a16="http://schemas.microsoft.com/office/drawing/2014/main" id="{D0D7982B-D983-B36C-BBBA-FB33CC0656AE}"/>
              </a:ext>
            </a:extLst>
          </p:cNvPr>
          <p:cNvSpPr/>
          <p:nvPr userDrawn="1"/>
        </p:nvSpPr>
        <p:spPr>
          <a:xfrm>
            <a:off x="5272001" y="0"/>
            <a:ext cx="6919999"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1225312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type="blank" preserve="1">
  <p:cSld name="12_Blank">
    <p:bg>
      <p:bgPr>
        <a:solidFill>
          <a:schemeClr val="accent3"/>
        </a:solidFill>
        <a:effectLst/>
      </p:bgPr>
    </p:bg>
    <p:spTree>
      <p:nvGrpSpPr>
        <p:cNvPr id="1" name=""/>
        <p:cNvGrpSpPr/>
        <p:nvPr/>
      </p:nvGrpSpPr>
      <p:grpSpPr>
        <a:xfrm>
          <a:off x="0" y="0"/>
          <a:ext cx="0" cy="0"/>
          <a:chOff x="0" y="0"/>
          <a:chExt cx="0" cy="0"/>
        </a:xfrm>
      </p:grpSpPr>
      <p:pic>
        <p:nvPicPr>
          <p:cNvPr id="5" name="Picture 4" descr="A black background with white letters&#10;&#10;Description automatically generated with low confidence">
            <a:extLst>
              <a:ext uri="{FF2B5EF4-FFF2-40B4-BE49-F238E27FC236}">
                <a16:creationId xmlns:a16="http://schemas.microsoft.com/office/drawing/2014/main" id="{B0A77841-DE52-4DDE-5C78-A139A4738CA6}"/>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31261" y="282194"/>
            <a:ext cx="1477219" cy="345669"/>
          </a:xfrm>
          <a:prstGeom prst="rect">
            <a:avLst/>
          </a:prstGeom>
        </p:spPr>
      </p:pic>
      <p:sp>
        <p:nvSpPr>
          <p:cNvPr id="2" name="Rectangle 1">
            <a:extLst>
              <a:ext uri="{FF2B5EF4-FFF2-40B4-BE49-F238E27FC236}">
                <a16:creationId xmlns:a16="http://schemas.microsoft.com/office/drawing/2014/main" id="{D0D7982B-D983-B36C-BBBA-FB33CC0656AE}"/>
              </a:ext>
            </a:extLst>
          </p:cNvPr>
          <p:cNvSpPr/>
          <p:nvPr userDrawn="1"/>
        </p:nvSpPr>
        <p:spPr>
          <a:xfrm>
            <a:off x="5272001" y="0"/>
            <a:ext cx="6919999"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17902117"/>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type="blank" preserve="1">
  <p:cSld name="23_Blank">
    <p:bg>
      <p:bgPr>
        <a:solidFill>
          <a:srgbClr val="F10034"/>
        </a:solidFill>
        <a:effectLst/>
      </p:bgPr>
    </p:bg>
    <p:spTree>
      <p:nvGrpSpPr>
        <p:cNvPr id="1" name=""/>
        <p:cNvGrpSpPr/>
        <p:nvPr/>
      </p:nvGrpSpPr>
      <p:grpSpPr>
        <a:xfrm>
          <a:off x="0" y="0"/>
          <a:ext cx="0" cy="0"/>
          <a:chOff x="0" y="0"/>
          <a:chExt cx="0" cy="0"/>
        </a:xfrm>
      </p:grpSpPr>
      <p:pic>
        <p:nvPicPr>
          <p:cNvPr id="5" name="Picture 4" descr="A black background with white letters&#10;&#10;Description automatically generated with low confidence">
            <a:extLst>
              <a:ext uri="{FF2B5EF4-FFF2-40B4-BE49-F238E27FC236}">
                <a16:creationId xmlns:a16="http://schemas.microsoft.com/office/drawing/2014/main" id="{B0A77841-DE52-4DDE-5C78-A139A4738CA6}"/>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31261" y="282194"/>
            <a:ext cx="1477219" cy="345669"/>
          </a:xfrm>
          <a:prstGeom prst="rect">
            <a:avLst/>
          </a:prstGeom>
        </p:spPr>
      </p:pic>
      <p:sp>
        <p:nvSpPr>
          <p:cNvPr id="2" name="Rectangle 1">
            <a:extLst>
              <a:ext uri="{FF2B5EF4-FFF2-40B4-BE49-F238E27FC236}">
                <a16:creationId xmlns:a16="http://schemas.microsoft.com/office/drawing/2014/main" id="{D0D7982B-D983-B36C-BBBA-FB33CC0656AE}"/>
              </a:ext>
            </a:extLst>
          </p:cNvPr>
          <p:cNvSpPr/>
          <p:nvPr userDrawn="1"/>
        </p:nvSpPr>
        <p:spPr>
          <a:xfrm>
            <a:off x="7325139" y="0"/>
            <a:ext cx="4866861"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194239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type="blank" preserve="1">
  <p:cSld name="27_Blank">
    <p:bg>
      <p:bgPr>
        <a:solidFill>
          <a:schemeClr val="accent2"/>
        </a:solidFill>
        <a:effectLst/>
      </p:bgPr>
    </p:bg>
    <p:spTree>
      <p:nvGrpSpPr>
        <p:cNvPr id="1" name=""/>
        <p:cNvGrpSpPr/>
        <p:nvPr/>
      </p:nvGrpSpPr>
      <p:grpSpPr>
        <a:xfrm>
          <a:off x="0" y="0"/>
          <a:ext cx="0" cy="0"/>
          <a:chOff x="0" y="0"/>
          <a:chExt cx="0" cy="0"/>
        </a:xfrm>
      </p:grpSpPr>
      <p:pic>
        <p:nvPicPr>
          <p:cNvPr id="5" name="Picture 4" descr="A black background with white letters&#10;&#10;Description automatically generated with low confidence">
            <a:extLst>
              <a:ext uri="{FF2B5EF4-FFF2-40B4-BE49-F238E27FC236}">
                <a16:creationId xmlns:a16="http://schemas.microsoft.com/office/drawing/2014/main" id="{B0A77841-DE52-4DDE-5C78-A139A4738CA6}"/>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31261" y="282194"/>
            <a:ext cx="1477219" cy="345669"/>
          </a:xfrm>
          <a:prstGeom prst="rect">
            <a:avLst/>
          </a:prstGeom>
        </p:spPr>
      </p:pic>
      <p:sp>
        <p:nvSpPr>
          <p:cNvPr id="2" name="Rectangle 1">
            <a:extLst>
              <a:ext uri="{FF2B5EF4-FFF2-40B4-BE49-F238E27FC236}">
                <a16:creationId xmlns:a16="http://schemas.microsoft.com/office/drawing/2014/main" id="{D0D7982B-D983-B36C-BBBA-FB33CC0656AE}"/>
              </a:ext>
            </a:extLst>
          </p:cNvPr>
          <p:cNvSpPr/>
          <p:nvPr userDrawn="1"/>
        </p:nvSpPr>
        <p:spPr>
          <a:xfrm>
            <a:off x="7325139" y="0"/>
            <a:ext cx="4866861"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79996541"/>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type="blank" preserve="1">
  <p:cSld name="28_Blank">
    <p:bg>
      <p:bgPr>
        <a:solidFill>
          <a:schemeClr val="accent3"/>
        </a:solidFill>
        <a:effectLst/>
      </p:bgPr>
    </p:bg>
    <p:spTree>
      <p:nvGrpSpPr>
        <p:cNvPr id="1" name=""/>
        <p:cNvGrpSpPr/>
        <p:nvPr/>
      </p:nvGrpSpPr>
      <p:grpSpPr>
        <a:xfrm>
          <a:off x="0" y="0"/>
          <a:ext cx="0" cy="0"/>
          <a:chOff x="0" y="0"/>
          <a:chExt cx="0" cy="0"/>
        </a:xfrm>
      </p:grpSpPr>
      <p:pic>
        <p:nvPicPr>
          <p:cNvPr id="5" name="Picture 4" descr="A black background with white letters&#10;&#10;Description automatically generated with low confidence">
            <a:extLst>
              <a:ext uri="{FF2B5EF4-FFF2-40B4-BE49-F238E27FC236}">
                <a16:creationId xmlns:a16="http://schemas.microsoft.com/office/drawing/2014/main" id="{B0A77841-DE52-4DDE-5C78-A139A4738CA6}"/>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31261" y="282194"/>
            <a:ext cx="1477219" cy="345669"/>
          </a:xfrm>
          <a:prstGeom prst="rect">
            <a:avLst/>
          </a:prstGeom>
        </p:spPr>
      </p:pic>
      <p:sp>
        <p:nvSpPr>
          <p:cNvPr id="2" name="Rectangle 1">
            <a:extLst>
              <a:ext uri="{FF2B5EF4-FFF2-40B4-BE49-F238E27FC236}">
                <a16:creationId xmlns:a16="http://schemas.microsoft.com/office/drawing/2014/main" id="{D0D7982B-D983-B36C-BBBA-FB33CC0656AE}"/>
              </a:ext>
            </a:extLst>
          </p:cNvPr>
          <p:cNvSpPr/>
          <p:nvPr userDrawn="1"/>
        </p:nvSpPr>
        <p:spPr>
          <a:xfrm>
            <a:off x="7325139" y="0"/>
            <a:ext cx="4866861"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7610643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type="blank" preserve="1">
  <p:cSld name="24_SectionDividerRed">
    <p:bg>
      <p:bgPr>
        <a:solidFill>
          <a:srgbClr val="F10034"/>
        </a:solidFill>
        <a:effectLst/>
      </p:bgPr>
    </p:bg>
    <p:spTree>
      <p:nvGrpSpPr>
        <p:cNvPr id="1" name=""/>
        <p:cNvGrpSpPr/>
        <p:nvPr/>
      </p:nvGrpSpPr>
      <p:grpSpPr>
        <a:xfrm>
          <a:off x="0" y="0"/>
          <a:ext cx="0" cy="0"/>
          <a:chOff x="0" y="0"/>
          <a:chExt cx="0" cy="0"/>
        </a:xfrm>
      </p:grpSpPr>
      <p:pic>
        <p:nvPicPr>
          <p:cNvPr id="5" name="Picture 4" descr="A black background with white letters&#10;&#10;Description automatically generated with low confidence">
            <a:extLst>
              <a:ext uri="{FF2B5EF4-FFF2-40B4-BE49-F238E27FC236}">
                <a16:creationId xmlns:a16="http://schemas.microsoft.com/office/drawing/2014/main" id="{B0A77841-DE52-4DDE-5C78-A139A4738CA6}"/>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31261" y="282194"/>
            <a:ext cx="1477219" cy="345669"/>
          </a:xfrm>
          <a:prstGeom prst="rect">
            <a:avLst/>
          </a:prstGeom>
        </p:spPr>
      </p:pic>
      <p:sp>
        <p:nvSpPr>
          <p:cNvPr id="2" name="Rectangle 1">
            <a:extLst>
              <a:ext uri="{FF2B5EF4-FFF2-40B4-BE49-F238E27FC236}">
                <a16:creationId xmlns:a16="http://schemas.microsoft.com/office/drawing/2014/main" id="{D0D7982B-D983-B36C-BBBA-FB33CC0656AE}"/>
              </a:ext>
            </a:extLst>
          </p:cNvPr>
          <p:cNvSpPr/>
          <p:nvPr userDrawn="1"/>
        </p:nvSpPr>
        <p:spPr>
          <a:xfrm>
            <a:off x="7325139" y="0"/>
            <a:ext cx="4866861" cy="6858000"/>
          </a:xfrm>
          <a:prstGeom prst="rect">
            <a:avLst/>
          </a:prstGeom>
          <a:solidFill>
            <a:srgbClr val="B0002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1D3D7ECA-FE8C-85F9-2CC7-66B6FAC4A71B}"/>
              </a:ext>
            </a:extLst>
          </p:cNvPr>
          <p:cNvSpPr/>
          <p:nvPr userDrawn="1"/>
        </p:nvSpPr>
        <p:spPr>
          <a:xfrm>
            <a:off x="9760450" y="0"/>
            <a:ext cx="2431550" cy="6858000"/>
          </a:xfrm>
          <a:prstGeom prst="rect">
            <a:avLst/>
          </a:prstGeom>
          <a:solidFill>
            <a:srgbClr val="7D001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riangle 3">
            <a:extLst>
              <a:ext uri="{FF2B5EF4-FFF2-40B4-BE49-F238E27FC236}">
                <a16:creationId xmlns:a16="http://schemas.microsoft.com/office/drawing/2014/main" id="{FD79469B-7F34-9AF5-7345-3E8A3DB35BEE}"/>
              </a:ext>
            </a:extLst>
          </p:cNvPr>
          <p:cNvSpPr/>
          <p:nvPr userDrawn="1"/>
        </p:nvSpPr>
        <p:spPr>
          <a:xfrm rot="8449417">
            <a:off x="6630678" y="246322"/>
            <a:ext cx="1698814" cy="2552972"/>
          </a:xfrm>
          <a:prstGeom prst="triangle">
            <a:avLst>
              <a:gd name="adj" fmla="val 24397"/>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riangle 5">
            <a:extLst>
              <a:ext uri="{FF2B5EF4-FFF2-40B4-BE49-F238E27FC236}">
                <a16:creationId xmlns:a16="http://schemas.microsoft.com/office/drawing/2014/main" id="{DF91EA68-FADB-ECDF-A900-795EABFF05F1}"/>
              </a:ext>
            </a:extLst>
          </p:cNvPr>
          <p:cNvSpPr/>
          <p:nvPr userDrawn="1"/>
        </p:nvSpPr>
        <p:spPr>
          <a:xfrm rot="1887928">
            <a:off x="6411759" y="4348877"/>
            <a:ext cx="1611109" cy="2254383"/>
          </a:xfrm>
          <a:prstGeom prst="triangle">
            <a:avLst>
              <a:gd name="adj" fmla="val 64148"/>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riangle 6">
            <a:extLst>
              <a:ext uri="{FF2B5EF4-FFF2-40B4-BE49-F238E27FC236}">
                <a16:creationId xmlns:a16="http://schemas.microsoft.com/office/drawing/2014/main" id="{976990BA-DE12-FBC7-1EC7-7152D8AEABDA}"/>
              </a:ext>
            </a:extLst>
          </p:cNvPr>
          <p:cNvSpPr/>
          <p:nvPr userDrawn="1"/>
        </p:nvSpPr>
        <p:spPr>
          <a:xfrm rot="14611962">
            <a:off x="8600512" y="2418876"/>
            <a:ext cx="1219979" cy="1833380"/>
          </a:xfrm>
          <a:prstGeom prst="triangle">
            <a:avLst>
              <a:gd name="adj" fmla="val 24397"/>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riangle 7">
            <a:extLst>
              <a:ext uri="{FF2B5EF4-FFF2-40B4-BE49-F238E27FC236}">
                <a16:creationId xmlns:a16="http://schemas.microsoft.com/office/drawing/2014/main" id="{4B755F9B-323F-A0C0-3496-1DF10CF29289}"/>
              </a:ext>
            </a:extLst>
          </p:cNvPr>
          <p:cNvSpPr/>
          <p:nvPr userDrawn="1"/>
        </p:nvSpPr>
        <p:spPr>
          <a:xfrm rot="16200000">
            <a:off x="11468931" y="4328903"/>
            <a:ext cx="765297" cy="687847"/>
          </a:xfrm>
          <a:prstGeom prst="triangle">
            <a:avLst>
              <a:gd name="adj" fmla="val 75004"/>
            </a:avLst>
          </a:prstGeom>
          <a:solidFill>
            <a:srgbClr val="FE00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01435146"/>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type="blank" preserve="1">
  <p:cSld name="25_SectionDividerTeal">
    <p:bg>
      <p:bgPr>
        <a:solidFill>
          <a:srgbClr val="00BCB4"/>
        </a:solidFill>
        <a:effectLst/>
      </p:bgPr>
    </p:bg>
    <p:spTree>
      <p:nvGrpSpPr>
        <p:cNvPr id="1" name=""/>
        <p:cNvGrpSpPr/>
        <p:nvPr/>
      </p:nvGrpSpPr>
      <p:grpSpPr>
        <a:xfrm>
          <a:off x="0" y="0"/>
          <a:ext cx="0" cy="0"/>
          <a:chOff x="0" y="0"/>
          <a:chExt cx="0" cy="0"/>
        </a:xfrm>
      </p:grpSpPr>
      <p:pic>
        <p:nvPicPr>
          <p:cNvPr id="5" name="Picture 4" descr="A black background with white letters&#10;&#10;Description automatically generated with low confidence">
            <a:extLst>
              <a:ext uri="{FF2B5EF4-FFF2-40B4-BE49-F238E27FC236}">
                <a16:creationId xmlns:a16="http://schemas.microsoft.com/office/drawing/2014/main" id="{B0A77841-DE52-4DDE-5C78-A139A4738CA6}"/>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31261" y="282194"/>
            <a:ext cx="1477219" cy="345669"/>
          </a:xfrm>
          <a:prstGeom prst="rect">
            <a:avLst/>
          </a:prstGeom>
        </p:spPr>
      </p:pic>
      <p:sp>
        <p:nvSpPr>
          <p:cNvPr id="2" name="Rectangle 1">
            <a:extLst>
              <a:ext uri="{FF2B5EF4-FFF2-40B4-BE49-F238E27FC236}">
                <a16:creationId xmlns:a16="http://schemas.microsoft.com/office/drawing/2014/main" id="{D0D7982B-D983-B36C-BBBA-FB33CC0656AE}"/>
              </a:ext>
            </a:extLst>
          </p:cNvPr>
          <p:cNvSpPr/>
          <p:nvPr userDrawn="1"/>
        </p:nvSpPr>
        <p:spPr>
          <a:xfrm>
            <a:off x="7325139" y="0"/>
            <a:ext cx="4866861" cy="6858000"/>
          </a:xfrm>
          <a:prstGeom prst="rect">
            <a:avLst/>
          </a:prstGeom>
          <a:solidFill>
            <a:srgbClr val="0B837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1D3D7ECA-FE8C-85F9-2CC7-66B6FAC4A71B}"/>
              </a:ext>
            </a:extLst>
          </p:cNvPr>
          <p:cNvSpPr/>
          <p:nvPr userDrawn="1"/>
        </p:nvSpPr>
        <p:spPr>
          <a:xfrm>
            <a:off x="9760450" y="0"/>
            <a:ext cx="2431550" cy="6858000"/>
          </a:xfrm>
          <a:prstGeom prst="rect">
            <a:avLst/>
          </a:prstGeom>
          <a:solidFill>
            <a:srgbClr val="0D5D5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riangle 3">
            <a:extLst>
              <a:ext uri="{FF2B5EF4-FFF2-40B4-BE49-F238E27FC236}">
                <a16:creationId xmlns:a16="http://schemas.microsoft.com/office/drawing/2014/main" id="{FD79469B-7F34-9AF5-7345-3E8A3DB35BEE}"/>
              </a:ext>
            </a:extLst>
          </p:cNvPr>
          <p:cNvSpPr/>
          <p:nvPr userDrawn="1"/>
        </p:nvSpPr>
        <p:spPr>
          <a:xfrm rot="8449417">
            <a:off x="6630678" y="246322"/>
            <a:ext cx="1698814" cy="2552972"/>
          </a:xfrm>
          <a:prstGeom prst="triangle">
            <a:avLst>
              <a:gd name="adj" fmla="val 24397"/>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riangle 5">
            <a:extLst>
              <a:ext uri="{FF2B5EF4-FFF2-40B4-BE49-F238E27FC236}">
                <a16:creationId xmlns:a16="http://schemas.microsoft.com/office/drawing/2014/main" id="{DF91EA68-FADB-ECDF-A900-795EABFF05F1}"/>
              </a:ext>
            </a:extLst>
          </p:cNvPr>
          <p:cNvSpPr/>
          <p:nvPr userDrawn="1"/>
        </p:nvSpPr>
        <p:spPr>
          <a:xfrm rot="1887928">
            <a:off x="6411759" y="4348877"/>
            <a:ext cx="1611109" cy="2254383"/>
          </a:xfrm>
          <a:prstGeom prst="triangle">
            <a:avLst>
              <a:gd name="adj" fmla="val 64148"/>
            </a:avLst>
          </a:prstGeom>
          <a:solidFill>
            <a:srgbClr val="0D5D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riangle 6">
            <a:extLst>
              <a:ext uri="{FF2B5EF4-FFF2-40B4-BE49-F238E27FC236}">
                <a16:creationId xmlns:a16="http://schemas.microsoft.com/office/drawing/2014/main" id="{976990BA-DE12-FBC7-1EC7-7152D8AEABDA}"/>
              </a:ext>
            </a:extLst>
          </p:cNvPr>
          <p:cNvSpPr/>
          <p:nvPr userDrawn="1"/>
        </p:nvSpPr>
        <p:spPr>
          <a:xfrm rot="14611962">
            <a:off x="8600512" y="2418876"/>
            <a:ext cx="1219979" cy="1833380"/>
          </a:xfrm>
          <a:prstGeom prst="triangle">
            <a:avLst>
              <a:gd name="adj" fmla="val 24397"/>
            </a:avLst>
          </a:prstGeom>
          <a:solidFill>
            <a:srgbClr val="FF849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riangle 7">
            <a:extLst>
              <a:ext uri="{FF2B5EF4-FFF2-40B4-BE49-F238E27FC236}">
                <a16:creationId xmlns:a16="http://schemas.microsoft.com/office/drawing/2014/main" id="{4B755F9B-323F-A0C0-3496-1DF10CF29289}"/>
              </a:ext>
            </a:extLst>
          </p:cNvPr>
          <p:cNvSpPr/>
          <p:nvPr userDrawn="1"/>
        </p:nvSpPr>
        <p:spPr>
          <a:xfrm rot="16200000">
            <a:off x="11468931" y="4328903"/>
            <a:ext cx="765297" cy="687847"/>
          </a:xfrm>
          <a:prstGeom prst="triangle">
            <a:avLst>
              <a:gd name="adj" fmla="val 75004"/>
            </a:avLst>
          </a:prstGeom>
          <a:solidFill>
            <a:srgbClr val="FE00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58225945"/>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type="blank" preserve="1">
  <p:cSld name="26_SectionDividerPurple">
    <p:bg>
      <p:bgPr>
        <a:solidFill>
          <a:schemeClr val="accent3"/>
        </a:solidFill>
        <a:effectLst/>
      </p:bgPr>
    </p:bg>
    <p:spTree>
      <p:nvGrpSpPr>
        <p:cNvPr id="1" name=""/>
        <p:cNvGrpSpPr/>
        <p:nvPr/>
      </p:nvGrpSpPr>
      <p:grpSpPr>
        <a:xfrm>
          <a:off x="0" y="0"/>
          <a:ext cx="0" cy="0"/>
          <a:chOff x="0" y="0"/>
          <a:chExt cx="0" cy="0"/>
        </a:xfrm>
      </p:grpSpPr>
      <p:pic>
        <p:nvPicPr>
          <p:cNvPr id="5" name="Picture 4" descr="A black background with white letters&#10;&#10;Description automatically generated with low confidence">
            <a:extLst>
              <a:ext uri="{FF2B5EF4-FFF2-40B4-BE49-F238E27FC236}">
                <a16:creationId xmlns:a16="http://schemas.microsoft.com/office/drawing/2014/main" id="{B0A77841-DE52-4DDE-5C78-A139A4738CA6}"/>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31261" y="282194"/>
            <a:ext cx="1477219" cy="345669"/>
          </a:xfrm>
          <a:prstGeom prst="rect">
            <a:avLst/>
          </a:prstGeom>
        </p:spPr>
      </p:pic>
      <p:sp>
        <p:nvSpPr>
          <p:cNvPr id="2" name="Rectangle 1">
            <a:extLst>
              <a:ext uri="{FF2B5EF4-FFF2-40B4-BE49-F238E27FC236}">
                <a16:creationId xmlns:a16="http://schemas.microsoft.com/office/drawing/2014/main" id="{D0D7982B-D983-B36C-BBBA-FB33CC0656AE}"/>
              </a:ext>
            </a:extLst>
          </p:cNvPr>
          <p:cNvSpPr/>
          <p:nvPr userDrawn="1"/>
        </p:nvSpPr>
        <p:spPr>
          <a:xfrm>
            <a:off x="7325139" y="0"/>
            <a:ext cx="4866861" cy="6858000"/>
          </a:xfrm>
          <a:prstGeom prst="rect">
            <a:avLst/>
          </a:prstGeom>
          <a:solidFill>
            <a:srgbClr val="773E5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1D3D7ECA-FE8C-85F9-2CC7-66B6FAC4A71B}"/>
              </a:ext>
            </a:extLst>
          </p:cNvPr>
          <p:cNvSpPr/>
          <p:nvPr userDrawn="1"/>
        </p:nvSpPr>
        <p:spPr>
          <a:xfrm>
            <a:off x="9760450" y="0"/>
            <a:ext cx="2431550" cy="6858000"/>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riangle 3">
            <a:extLst>
              <a:ext uri="{FF2B5EF4-FFF2-40B4-BE49-F238E27FC236}">
                <a16:creationId xmlns:a16="http://schemas.microsoft.com/office/drawing/2014/main" id="{FD79469B-7F34-9AF5-7345-3E8A3DB35BEE}"/>
              </a:ext>
            </a:extLst>
          </p:cNvPr>
          <p:cNvSpPr/>
          <p:nvPr userDrawn="1"/>
        </p:nvSpPr>
        <p:spPr>
          <a:xfrm rot="8449417">
            <a:off x="6630678" y="246322"/>
            <a:ext cx="1698814" cy="2552972"/>
          </a:xfrm>
          <a:prstGeom prst="triangle">
            <a:avLst>
              <a:gd name="adj" fmla="val 24397"/>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riangle 5">
            <a:extLst>
              <a:ext uri="{FF2B5EF4-FFF2-40B4-BE49-F238E27FC236}">
                <a16:creationId xmlns:a16="http://schemas.microsoft.com/office/drawing/2014/main" id="{DF91EA68-FADB-ECDF-A900-795EABFF05F1}"/>
              </a:ext>
            </a:extLst>
          </p:cNvPr>
          <p:cNvSpPr/>
          <p:nvPr userDrawn="1"/>
        </p:nvSpPr>
        <p:spPr>
          <a:xfrm rot="1887928">
            <a:off x="6411759" y="4348877"/>
            <a:ext cx="1611109" cy="2254383"/>
          </a:xfrm>
          <a:prstGeom prst="triangle">
            <a:avLst>
              <a:gd name="adj" fmla="val 64148"/>
            </a:avLst>
          </a:prstGeom>
          <a:solidFill>
            <a:srgbClr val="0D5D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riangle 6">
            <a:extLst>
              <a:ext uri="{FF2B5EF4-FFF2-40B4-BE49-F238E27FC236}">
                <a16:creationId xmlns:a16="http://schemas.microsoft.com/office/drawing/2014/main" id="{976990BA-DE12-FBC7-1EC7-7152D8AEABDA}"/>
              </a:ext>
            </a:extLst>
          </p:cNvPr>
          <p:cNvSpPr/>
          <p:nvPr userDrawn="1"/>
        </p:nvSpPr>
        <p:spPr>
          <a:xfrm rot="14611962">
            <a:off x="8600512" y="2418876"/>
            <a:ext cx="1219979" cy="1833380"/>
          </a:xfrm>
          <a:prstGeom prst="triangle">
            <a:avLst>
              <a:gd name="adj" fmla="val 24397"/>
            </a:avLst>
          </a:prstGeom>
          <a:solidFill>
            <a:srgbClr val="FF849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riangle 7">
            <a:extLst>
              <a:ext uri="{FF2B5EF4-FFF2-40B4-BE49-F238E27FC236}">
                <a16:creationId xmlns:a16="http://schemas.microsoft.com/office/drawing/2014/main" id="{4B755F9B-323F-A0C0-3496-1DF10CF29289}"/>
              </a:ext>
            </a:extLst>
          </p:cNvPr>
          <p:cNvSpPr/>
          <p:nvPr userDrawn="1"/>
        </p:nvSpPr>
        <p:spPr>
          <a:xfrm rot="16200000">
            <a:off x="11468931" y="4328903"/>
            <a:ext cx="765297" cy="687847"/>
          </a:xfrm>
          <a:prstGeom prst="triangle">
            <a:avLst>
              <a:gd name="adj" fmla="val 75004"/>
            </a:avLst>
          </a:prstGeom>
          <a:solidFill>
            <a:srgbClr val="FE00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0615245"/>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FullImage">
    <p:spTree>
      <p:nvGrpSpPr>
        <p:cNvPr id="1" name=""/>
        <p:cNvGrpSpPr/>
        <p:nvPr/>
      </p:nvGrpSpPr>
      <p:grpSpPr>
        <a:xfrm>
          <a:off x="0" y="0"/>
          <a:ext cx="0" cy="0"/>
          <a:chOff x="0" y="0"/>
          <a:chExt cx="0" cy="0"/>
        </a:xfrm>
      </p:grpSpPr>
      <p:sp>
        <p:nvSpPr>
          <p:cNvPr id="6" name="Picture Placeholder 2">
            <a:extLst>
              <a:ext uri="{FF2B5EF4-FFF2-40B4-BE49-F238E27FC236}">
                <a16:creationId xmlns:a16="http://schemas.microsoft.com/office/drawing/2014/main" id="{14CF04FD-EE3B-1E0B-8946-835B46445878}"/>
              </a:ext>
            </a:extLst>
          </p:cNvPr>
          <p:cNvSpPr>
            <a:spLocks noGrp="1"/>
          </p:cNvSpPr>
          <p:nvPr>
            <p:ph type="pic" idx="1"/>
          </p:nvPr>
        </p:nvSpPr>
        <p:spPr>
          <a:xfrm>
            <a:off x="0" y="0"/>
            <a:ext cx="12198993" cy="6857999"/>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Tree>
    <p:extLst>
      <p:ext uri="{BB962C8B-B14F-4D97-AF65-F5344CB8AC3E}">
        <p14:creationId xmlns:p14="http://schemas.microsoft.com/office/powerpoint/2010/main" val="1329695803"/>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type="blank" preserve="1">
  <p:cSld name="10_Blank">
    <p:bg>
      <p:bgPr>
        <a:solidFill>
          <a:schemeClr val="accent1"/>
        </a:solidFill>
        <a:effectLst/>
      </p:bgPr>
    </p:bg>
    <p:spTree>
      <p:nvGrpSpPr>
        <p:cNvPr id="1" name=""/>
        <p:cNvGrpSpPr/>
        <p:nvPr/>
      </p:nvGrpSpPr>
      <p:grpSpPr>
        <a:xfrm>
          <a:off x="0" y="0"/>
          <a:ext cx="0" cy="0"/>
          <a:chOff x="0" y="0"/>
          <a:chExt cx="0" cy="0"/>
        </a:xfrm>
      </p:grpSpPr>
      <p:pic>
        <p:nvPicPr>
          <p:cNvPr id="5" name="Picture 4" descr="A black background with white letters&#10;&#10;Description automatically generated with low confidence">
            <a:extLst>
              <a:ext uri="{FF2B5EF4-FFF2-40B4-BE49-F238E27FC236}">
                <a16:creationId xmlns:a16="http://schemas.microsoft.com/office/drawing/2014/main" id="{B0A77841-DE52-4DDE-5C78-A139A4738CA6}"/>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31261" y="282194"/>
            <a:ext cx="1477219" cy="345669"/>
          </a:xfrm>
          <a:prstGeom prst="rect">
            <a:avLst/>
          </a:prstGeom>
        </p:spPr>
      </p:pic>
      <p:sp>
        <p:nvSpPr>
          <p:cNvPr id="2" name="Rectangle 1">
            <a:extLst>
              <a:ext uri="{FF2B5EF4-FFF2-40B4-BE49-F238E27FC236}">
                <a16:creationId xmlns:a16="http://schemas.microsoft.com/office/drawing/2014/main" id="{D0D7982B-D983-B36C-BBBA-FB33CC0656AE}"/>
              </a:ext>
            </a:extLst>
          </p:cNvPr>
          <p:cNvSpPr/>
          <p:nvPr userDrawn="1"/>
        </p:nvSpPr>
        <p:spPr>
          <a:xfrm>
            <a:off x="2196548" y="0"/>
            <a:ext cx="9995452"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76030461"/>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type="blank" preserve="1">
  <p:cSld name="29_Blank">
    <p:bg>
      <p:bgPr>
        <a:solidFill>
          <a:schemeClr val="accent2"/>
        </a:solidFill>
        <a:effectLst/>
      </p:bgPr>
    </p:bg>
    <p:spTree>
      <p:nvGrpSpPr>
        <p:cNvPr id="1" name=""/>
        <p:cNvGrpSpPr/>
        <p:nvPr/>
      </p:nvGrpSpPr>
      <p:grpSpPr>
        <a:xfrm>
          <a:off x="0" y="0"/>
          <a:ext cx="0" cy="0"/>
          <a:chOff x="0" y="0"/>
          <a:chExt cx="0" cy="0"/>
        </a:xfrm>
      </p:grpSpPr>
      <p:pic>
        <p:nvPicPr>
          <p:cNvPr id="5" name="Picture 4" descr="A black background with white letters&#10;&#10;Description automatically generated with low confidence">
            <a:extLst>
              <a:ext uri="{FF2B5EF4-FFF2-40B4-BE49-F238E27FC236}">
                <a16:creationId xmlns:a16="http://schemas.microsoft.com/office/drawing/2014/main" id="{B0A77841-DE52-4DDE-5C78-A139A4738CA6}"/>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31261" y="282194"/>
            <a:ext cx="1477219" cy="345669"/>
          </a:xfrm>
          <a:prstGeom prst="rect">
            <a:avLst/>
          </a:prstGeom>
        </p:spPr>
      </p:pic>
      <p:sp>
        <p:nvSpPr>
          <p:cNvPr id="2" name="Rectangle 1">
            <a:extLst>
              <a:ext uri="{FF2B5EF4-FFF2-40B4-BE49-F238E27FC236}">
                <a16:creationId xmlns:a16="http://schemas.microsoft.com/office/drawing/2014/main" id="{D0D7982B-D983-B36C-BBBA-FB33CC0656AE}"/>
              </a:ext>
            </a:extLst>
          </p:cNvPr>
          <p:cNvSpPr/>
          <p:nvPr userDrawn="1"/>
        </p:nvSpPr>
        <p:spPr>
          <a:xfrm>
            <a:off x="2196548" y="0"/>
            <a:ext cx="9995452"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45869269"/>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type="blank" preserve="1">
  <p:cSld name="30_Blank">
    <p:bg>
      <p:bgPr>
        <a:solidFill>
          <a:schemeClr val="accent3"/>
        </a:solidFill>
        <a:effectLst/>
      </p:bgPr>
    </p:bg>
    <p:spTree>
      <p:nvGrpSpPr>
        <p:cNvPr id="1" name=""/>
        <p:cNvGrpSpPr/>
        <p:nvPr/>
      </p:nvGrpSpPr>
      <p:grpSpPr>
        <a:xfrm>
          <a:off x="0" y="0"/>
          <a:ext cx="0" cy="0"/>
          <a:chOff x="0" y="0"/>
          <a:chExt cx="0" cy="0"/>
        </a:xfrm>
      </p:grpSpPr>
      <p:pic>
        <p:nvPicPr>
          <p:cNvPr id="5" name="Picture 4" descr="A black background with white letters&#10;&#10;Description automatically generated with low confidence">
            <a:extLst>
              <a:ext uri="{FF2B5EF4-FFF2-40B4-BE49-F238E27FC236}">
                <a16:creationId xmlns:a16="http://schemas.microsoft.com/office/drawing/2014/main" id="{B0A77841-DE52-4DDE-5C78-A139A4738CA6}"/>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31261" y="282194"/>
            <a:ext cx="1477219" cy="345669"/>
          </a:xfrm>
          <a:prstGeom prst="rect">
            <a:avLst/>
          </a:prstGeom>
        </p:spPr>
      </p:pic>
      <p:sp>
        <p:nvSpPr>
          <p:cNvPr id="2" name="Rectangle 1">
            <a:extLst>
              <a:ext uri="{FF2B5EF4-FFF2-40B4-BE49-F238E27FC236}">
                <a16:creationId xmlns:a16="http://schemas.microsoft.com/office/drawing/2014/main" id="{D0D7982B-D983-B36C-BBBA-FB33CC0656AE}"/>
              </a:ext>
            </a:extLst>
          </p:cNvPr>
          <p:cNvSpPr/>
          <p:nvPr userDrawn="1"/>
        </p:nvSpPr>
        <p:spPr>
          <a:xfrm>
            <a:off x="2196548" y="0"/>
            <a:ext cx="9995452"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51793308"/>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blank" preserve="1">
  <p:cSld name="19_Blank">
    <p:bg>
      <p:bgPr>
        <a:solidFill>
          <a:schemeClr val="accent1"/>
        </a:solidFill>
        <a:effectLst/>
      </p:bgPr>
    </p:bg>
    <p:spTree>
      <p:nvGrpSpPr>
        <p:cNvPr id="1" name=""/>
        <p:cNvGrpSpPr/>
        <p:nvPr/>
      </p:nvGrpSpPr>
      <p:grpSpPr>
        <a:xfrm>
          <a:off x="0" y="0"/>
          <a:ext cx="0" cy="0"/>
          <a:chOff x="0" y="0"/>
          <a:chExt cx="0" cy="0"/>
        </a:xfrm>
      </p:grpSpPr>
      <p:sp>
        <p:nvSpPr>
          <p:cNvPr id="3" name="Rounded Rectangle 2">
            <a:extLst>
              <a:ext uri="{FF2B5EF4-FFF2-40B4-BE49-F238E27FC236}">
                <a16:creationId xmlns:a16="http://schemas.microsoft.com/office/drawing/2014/main" id="{75410DCF-0904-92C4-A0F3-C2E6BB95D7BA}"/>
              </a:ext>
            </a:extLst>
          </p:cNvPr>
          <p:cNvSpPr/>
          <p:nvPr userDrawn="1"/>
        </p:nvSpPr>
        <p:spPr>
          <a:xfrm>
            <a:off x="298151" y="303143"/>
            <a:ext cx="11598987" cy="6256683"/>
          </a:xfrm>
          <a:prstGeom prst="roundRect">
            <a:avLst>
              <a:gd name="adj" fmla="val 3153"/>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14206955"/>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type="blank" preserve="1">
  <p:cSld name="20_Blank">
    <p:bg>
      <p:bgPr>
        <a:solidFill>
          <a:schemeClr val="bg1"/>
        </a:solidFill>
        <a:effectLst/>
      </p:bgPr>
    </p:bg>
    <p:spTree>
      <p:nvGrpSpPr>
        <p:cNvPr id="1" name=""/>
        <p:cNvGrpSpPr/>
        <p:nvPr/>
      </p:nvGrpSpPr>
      <p:grpSpPr>
        <a:xfrm>
          <a:off x="0" y="0"/>
          <a:ext cx="0" cy="0"/>
          <a:chOff x="0" y="0"/>
          <a:chExt cx="0" cy="0"/>
        </a:xfrm>
      </p:grpSpPr>
      <p:sp>
        <p:nvSpPr>
          <p:cNvPr id="3" name="Rounded Rectangle 2">
            <a:extLst>
              <a:ext uri="{FF2B5EF4-FFF2-40B4-BE49-F238E27FC236}">
                <a16:creationId xmlns:a16="http://schemas.microsoft.com/office/drawing/2014/main" id="{75410DCF-0904-92C4-A0F3-C2E6BB95D7BA}"/>
              </a:ext>
            </a:extLst>
          </p:cNvPr>
          <p:cNvSpPr/>
          <p:nvPr userDrawn="1"/>
        </p:nvSpPr>
        <p:spPr>
          <a:xfrm>
            <a:off x="298151" y="303143"/>
            <a:ext cx="11598987" cy="6256683"/>
          </a:xfrm>
          <a:prstGeom prst="roundRect">
            <a:avLst>
              <a:gd name="adj" fmla="val 3153"/>
            </a:avLst>
          </a:prstGeom>
          <a:solidFill>
            <a:srgbClr val="FFE6E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56992281"/>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type="blank" preserve="1">
  <p:cSld name="21_Blank">
    <p:bg>
      <p:bgPr>
        <a:solidFill>
          <a:schemeClr val="bg1"/>
        </a:solidFill>
        <a:effectLst/>
      </p:bgPr>
    </p:bg>
    <p:spTree>
      <p:nvGrpSpPr>
        <p:cNvPr id="1" name=""/>
        <p:cNvGrpSpPr/>
        <p:nvPr/>
      </p:nvGrpSpPr>
      <p:grpSpPr>
        <a:xfrm>
          <a:off x="0" y="0"/>
          <a:ext cx="0" cy="0"/>
          <a:chOff x="0" y="0"/>
          <a:chExt cx="0" cy="0"/>
        </a:xfrm>
      </p:grpSpPr>
      <p:sp>
        <p:nvSpPr>
          <p:cNvPr id="3" name="Rounded Rectangle 2">
            <a:extLst>
              <a:ext uri="{FF2B5EF4-FFF2-40B4-BE49-F238E27FC236}">
                <a16:creationId xmlns:a16="http://schemas.microsoft.com/office/drawing/2014/main" id="{75410DCF-0904-92C4-A0F3-C2E6BB95D7BA}"/>
              </a:ext>
            </a:extLst>
          </p:cNvPr>
          <p:cNvSpPr/>
          <p:nvPr userDrawn="1"/>
        </p:nvSpPr>
        <p:spPr>
          <a:xfrm>
            <a:off x="298151" y="303143"/>
            <a:ext cx="11598987" cy="6256683"/>
          </a:xfrm>
          <a:prstGeom prst="roundRect">
            <a:avLst>
              <a:gd name="adj" fmla="val 3153"/>
            </a:avLst>
          </a:prstGeom>
          <a:solidFill>
            <a:srgbClr val="ECF9F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67149911"/>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type="blank" preserve="1">
  <p:cSld name="22_Blank">
    <p:bg>
      <p:bgPr>
        <a:solidFill>
          <a:schemeClr val="bg1"/>
        </a:solidFill>
        <a:effectLst/>
      </p:bgPr>
    </p:bg>
    <p:spTree>
      <p:nvGrpSpPr>
        <p:cNvPr id="1" name=""/>
        <p:cNvGrpSpPr/>
        <p:nvPr/>
      </p:nvGrpSpPr>
      <p:grpSpPr>
        <a:xfrm>
          <a:off x="0" y="0"/>
          <a:ext cx="0" cy="0"/>
          <a:chOff x="0" y="0"/>
          <a:chExt cx="0" cy="0"/>
        </a:xfrm>
      </p:grpSpPr>
      <p:sp>
        <p:nvSpPr>
          <p:cNvPr id="3" name="Rounded Rectangle 2">
            <a:extLst>
              <a:ext uri="{FF2B5EF4-FFF2-40B4-BE49-F238E27FC236}">
                <a16:creationId xmlns:a16="http://schemas.microsoft.com/office/drawing/2014/main" id="{75410DCF-0904-92C4-A0F3-C2E6BB95D7BA}"/>
              </a:ext>
            </a:extLst>
          </p:cNvPr>
          <p:cNvSpPr/>
          <p:nvPr userDrawn="1"/>
        </p:nvSpPr>
        <p:spPr>
          <a:xfrm>
            <a:off x="298151" y="303143"/>
            <a:ext cx="11598987" cy="6256683"/>
          </a:xfrm>
          <a:prstGeom prst="roundRect">
            <a:avLst>
              <a:gd name="adj" fmla="val 3153"/>
            </a:avLst>
          </a:prstGeom>
          <a:solidFill>
            <a:srgbClr val="EFE7E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09018433"/>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ProblemSolutionOutcome">
    <p:bg>
      <p:bgPr>
        <a:solidFill>
          <a:schemeClr val="bg1"/>
        </a:solidFill>
        <a:effectLst/>
      </p:bgPr>
    </p:bg>
    <p:spTree>
      <p:nvGrpSpPr>
        <p:cNvPr id="1" name=""/>
        <p:cNvGrpSpPr/>
        <p:nvPr/>
      </p:nvGrpSpPr>
      <p:grpSpPr>
        <a:xfrm>
          <a:off x="0" y="0"/>
          <a:ext cx="0" cy="0"/>
          <a:chOff x="0" y="0"/>
          <a:chExt cx="0" cy="0"/>
        </a:xfrm>
      </p:grpSpPr>
      <p:sp>
        <p:nvSpPr>
          <p:cNvPr id="52" name="Rounded Rectangle 51">
            <a:extLst>
              <a:ext uri="{FF2B5EF4-FFF2-40B4-BE49-F238E27FC236}">
                <a16:creationId xmlns:a16="http://schemas.microsoft.com/office/drawing/2014/main" id="{EF2EEA1C-1035-7D57-C310-D0DA159B2F52}"/>
              </a:ext>
            </a:extLst>
          </p:cNvPr>
          <p:cNvSpPr/>
          <p:nvPr userDrawn="1"/>
        </p:nvSpPr>
        <p:spPr>
          <a:xfrm>
            <a:off x="1" y="0"/>
            <a:ext cx="12192000" cy="6857999"/>
          </a:xfrm>
          <a:prstGeom prst="roundRect">
            <a:avLst>
              <a:gd name="adj" fmla="val 0"/>
            </a:avLst>
          </a:prstGeom>
          <a:solidFill>
            <a:srgbClr val="D8F2F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descr="Logo, company name&#10;&#10;Description automatically generated">
            <a:extLst>
              <a:ext uri="{FF2B5EF4-FFF2-40B4-BE49-F238E27FC236}">
                <a16:creationId xmlns:a16="http://schemas.microsoft.com/office/drawing/2014/main" id="{48F18216-0FC1-C40F-2134-BCAA5907D18C}"/>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24052" y="283907"/>
            <a:ext cx="1486870" cy="344954"/>
          </a:xfrm>
          <a:prstGeom prst="rect">
            <a:avLst/>
          </a:prstGeom>
        </p:spPr>
      </p:pic>
      <p:sp>
        <p:nvSpPr>
          <p:cNvPr id="26" name="Triangle 25">
            <a:extLst>
              <a:ext uri="{FF2B5EF4-FFF2-40B4-BE49-F238E27FC236}">
                <a16:creationId xmlns:a16="http://schemas.microsoft.com/office/drawing/2014/main" id="{3024373E-6BC7-254F-5E34-AA2247203837}"/>
              </a:ext>
            </a:extLst>
          </p:cNvPr>
          <p:cNvSpPr/>
          <p:nvPr userDrawn="1"/>
        </p:nvSpPr>
        <p:spPr>
          <a:xfrm rot="18675952">
            <a:off x="10364440" y="6256028"/>
            <a:ext cx="513617" cy="718691"/>
          </a:xfrm>
          <a:prstGeom prst="triangle">
            <a:avLst>
              <a:gd name="adj" fmla="val 64148"/>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riangle 26">
            <a:extLst>
              <a:ext uri="{FF2B5EF4-FFF2-40B4-BE49-F238E27FC236}">
                <a16:creationId xmlns:a16="http://schemas.microsoft.com/office/drawing/2014/main" id="{BCF6B014-19ED-4A86-DA61-361AD8039E92}"/>
              </a:ext>
            </a:extLst>
          </p:cNvPr>
          <p:cNvSpPr/>
          <p:nvPr userDrawn="1"/>
        </p:nvSpPr>
        <p:spPr>
          <a:xfrm rot="13878819">
            <a:off x="11237857" y="-276754"/>
            <a:ext cx="435455" cy="559046"/>
          </a:xfrm>
          <a:prstGeom prst="triangle">
            <a:avLst>
              <a:gd name="adj" fmla="val 2439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riangle 27">
            <a:extLst>
              <a:ext uri="{FF2B5EF4-FFF2-40B4-BE49-F238E27FC236}">
                <a16:creationId xmlns:a16="http://schemas.microsoft.com/office/drawing/2014/main" id="{4FFF1C6C-C2FF-4017-FC6B-84E0C8849807}"/>
              </a:ext>
            </a:extLst>
          </p:cNvPr>
          <p:cNvSpPr/>
          <p:nvPr userDrawn="1"/>
        </p:nvSpPr>
        <p:spPr>
          <a:xfrm rot="3502816">
            <a:off x="-52431" y="3751806"/>
            <a:ext cx="356281" cy="457401"/>
          </a:xfrm>
          <a:prstGeom prst="triangle">
            <a:avLst>
              <a:gd name="adj" fmla="val 24397"/>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ounded Rectangle 28">
            <a:extLst>
              <a:ext uri="{FF2B5EF4-FFF2-40B4-BE49-F238E27FC236}">
                <a16:creationId xmlns:a16="http://schemas.microsoft.com/office/drawing/2014/main" id="{79F3FA20-EE25-F772-5D3E-B6007CC3B819}"/>
              </a:ext>
            </a:extLst>
          </p:cNvPr>
          <p:cNvSpPr/>
          <p:nvPr userDrawn="1"/>
        </p:nvSpPr>
        <p:spPr>
          <a:xfrm>
            <a:off x="1077295" y="1228783"/>
            <a:ext cx="3229200" cy="4747873"/>
          </a:xfrm>
          <a:prstGeom prst="roundRect">
            <a:avLst>
              <a:gd name="adj" fmla="val 11687"/>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ounded Rectangle 29">
            <a:extLst>
              <a:ext uri="{FF2B5EF4-FFF2-40B4-BE49-F238E27FC236}">
                <a16:creationId xmlns:a16="http://schemas.microsoft.com/office/drawing/2014/main" id="{5C40E7CC-CE40-D544-A3B4-B1E32CB81DBC}"/>
              </a:ext>
            </a:extLst>
          </p:cNvPr>
          <p:cNvSpPr/>
          <p:nvPr userDrawn="1"/>
        </p:nvSpPr>
        <p:spPr>
          <a:xfrm>
            <a:off x="7885505" y="1228783"/>
            <a:ext cx="3229200" cy="4747873"/>
          </a:xfrm>
          <a:prstGeom prst="roundRect">
            <a:avLst>
              <a:gd name="adj" fmla="val 11687"/>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ounded Rectangle 30">
            <a:extLst>
              <a:ext uri="{FF2B5EF4-FFF2-40B4-BE49-F238E27FC236}">
                <a16:creationId xmlns:a16="http://schemas.microsoft.com/office/drawing/2014/main" id="{2AC3CA29-6CC0-B41A-B9BF-303331E47B75}"/>
              </a:ext>
            </a:extLst>
          </p:cNvPr>
          <p:cNvSpPr/>
          <p:nvPr userDrawn="1"/>
        </p:nvSpPr>
        <p:spPr>
          <a:xfrm>
            <a:off x="4478695" y="1228783"/>
            <a:ext cx="3229200" cy="4747873"/>
          </a:xfrm>
          <a:prstGeom prst="roundRect">
            <a:avLst>
              <a:gd name="adj" fmla="val 11687"/>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TextBox 31">
            <a:extLst>
              <a:ext uri="{FF2B5EF4-FFF2-40B4-BE49-F238E27FC236}">
                <a16:creationId xmlns:a16="http://schemas.microsoft.com/office/drawing/2014/main" id="{53AE70B4-1921-24B9-18CE-AFE439399318}"/>
              </a:ext>
            </a:extLst>
          </p:cNvPr>
          <p:cNvSpPr txBox="1"/>
          <p:nvPr userDrawn="1"/>
        </p:nvSpPr>
        <p:spPr>
          <a:xfrm>
            <a:off x="1315203" y="2124976"/>
            <a:ext cx="2753383" cy="369332"/>
          </a:xfrm>
          <a:prstGeom prst="rect">
            <a:avLst/>
          </a:prstGeom>
          <a:noFill/>
          <a:ln>
            <a:noFill/>
          </a:ln>
        </p:spPr>
        <p:txBody>
          <a:bodyPr wrap="square" lIns="0" rtlCol="0">
            <a:spAutoFit/>
          </a:bodyPr>
          <a:lstStyle/>
          <a:p>
            <a:r>
              <a:rPr lang="en-US" b="1" kern="0" spc="-100">
                <a:solidFill>
                  <a:schemeClr val="bg1"/>
                </a:solidFill>
                <a:latin typeface="Open Sans" panose="020B0606030504020204" pitchFamily="34" charset="0"/>
                <a:ea typeface="Open Sans" panose="020B0606030504020204" pitchFamily="34" charset="0"/>
                <a:cs typeface="Open Sans" panose="020B0606030504020204" pitchFamily="34" charset="0"/>
              </a:rPr>
              <a:t>Problem:</a:t>
            </a:r>
          </a:p>
        </p:txBody>
      </p:sp>
      <p:sp>
        <p:nvSpPr>
          <p:cNvPr id="33" name="TextBox 32">
            <a:extLst>
              <a:ext uri="{FF2B5EF4-FFF2-40B4-BE49-F238E27FC236}">
                <a16:creationId xmlns:a16="http://schemas.microsoft.com/office/drawing/2014/main" id="{E2D28FD6-ADF6-CB62-E77C-577BC3498519}"/>
              </a:ext>
            </a:extLst>
          </p:cNvPr>
          <p:cNvSpPr txBox="1"/>
          <p:nvPr userDrawn="1"/>
        </p:nvSpPr>
        <p:spPr>
          <a:xfrm>
            <a:off x="4705819" y="2124976"/>
            <a:ext cx="2774951" cy="369332"/>
          </a:xfrm>
          <a:prstGeom prst="rect">
            <a:avLst/>
          </a:prstGeom>
          <a:noFill/>
          <a:ln>
            <a:noFill/>
          </a:ln>
        </p:spPr>
        <p:txBody>
          <a:bodyPr wrap="square" lIns="0" rtlCol="0">
            <a:spAutoFit/>
          </a:bodyPr>
          <a:lstStyle/>
          <a:p>
            <a:r>
              <a:rPr lang="en-US" b="1" kern="0" spc="-100">
                <a:solidFill>
                  <a:schemeClr val="bg1"/>
                </a:solidFill>
                <a:latin typeface="Open Sans" panose="020B0606030504020204" pitchFamily="34" charset="0"/>
                <a:ea typeface="Open Sans" panose="020B0606030504020204" pitchFamily="34" charset="0"/>
                <a:cs typeface="Open Sans" panose="020B0606030504020204" pitchFamily="34" charset="0"/>
              </a:rPr>
              <a:t>Solution:</a:t>
            </a:r>
          </a:p>
        </p:txBody>
      </p:sp>
      <p:sp>
        <p:nvSpPr>
          <p:cNvPr id="34" name="TextBox 33">
            <a:extLst>
              <a:ext uri="{FF2B5EF4-FFF2-40B4-BE49-F238E27FC236}">
                <a16:creationId xmlns:a16="http://schemas.microsoft.com/office/drawing/2014/main" id="{E3EC8585-5788-19DB-660D-5CC681A97A92}"/>
              </a:ext>
            </a:extLst>
          </p:cNvPr>
          <p:cNvSpPr txBox="1"/>
          <p:nvPr userDrawn="1"/>
        </p:nvSpPr>
        <p:spPr>
          <a:xfrm>
            <a:off x="8101658" y="2124976"/>
            <a:ext cx="2796893" cy="369332"/>
          </a:xfrm>
          <a:prstGeom prst="rect">
            <a:avLst/>
          </a:prstGeom>
          <a:noFill/>
          <a:ln>
            <a:noFill/>
          </a:ln>
        </p:spPr>
        <p:txBody>
          <a:bodyPr wrap="square" lIns="0" rtlCol="0">
            <a:spAutoFit/>
          </a:bodyPr>
          <a:lstStyle/>
          <a:p>
            <a:r>
              <a:rPr lang="en-US" b="1" kern="0" spc="-100">
                <a:solidFill>
                  <a:schemeClr val="bg1"/>
                </a:solidFill>
                <a:latin typeface="Open Sans" panose="020B0606030504020204" pitchFamily="34" charset="0"/>
                <a:ea typeface="Open Sans" panose="020B0606030504020204" pitchFamily="34" charset="0"/>
                <a:cs typeface="Open Sans" panose="020B0606030504020204" pitchFamily="34" charset="0"/>
              </a:rPr>
              <a:t>Outcome:</a:t>
            </a:r>
          </a:p>
        </p:txBody>
      </p:sp>
      <p:pic>
        <p:nvPicPr>
          <p:cNvPr id="35" name="Graphic 34" descr="Question Mark with solid fill">
            <a:extLst>
              <a:ext uri="{FF2B5EF4-FFF2-40B4-BE49-F238E27FC236}">
                <a16:creationId xmlns:a16="http://schemas.microsoft.com/office/drawing/2014/main" id="{F5D45269-B32C-1AFE-8950-D784C80EACE2}"/>
              </a:ext>
            </a:extLst>
          </p:cNvPr>
          <p:cNvPicPr>
            <a:picLocks noChangeAspect="1"/>
          </p:cNvPicPr>
          <p:nvPr userDrawn="1"/>
        </p:nvPicPr>
        <p:blipFill>
          <a:blip r:embed="rId3">
            <a:extLst>
              <a:ext uri="{96DAC541-7B7A-43D3-8B79-37D633B846F1}">
                <asvg:svgBlip xmlns:asvg="http://schemas.microsoft.com/office/drawing/2016/SVG/main" r:embed="rId4"/>
              </a:ext>
            </a:extLst>
          </a:blip>
          <a:srcRect/>
          <a:stretch/>
        </p:blipFill>
        <p:spPr>
          <a:xfrm>
            <a:off x="1315203" y="1404976"/>
            <a:ext cx="630000" cy="630000"/>
          </a:xfrm>
          <a:prstGeom prst="rect">
            <a:avLst/>
          </a:prstGeom>
        </p:spPr>
      </p:pic>
      <p:pic>
        <p:nvPicPr>
          <p:cNvPr id="36" name="Graphic 35" descr="Lights On with solid fill">
            <a:extLst>
              <a:ext uri="{FF2B5EF4-FFF2-40B4-BE49-F238E27FC236}">
                <a16:creationId xmlns:a16="http://schemas.microsoft.com/office/drawing/2014/main" id="{AF38617A-3827-6F48-E556-E0B7FBCA4AE3}"/>
              </a:ext>
            </a:extLst>
          </p:cNvPr>
          <p:cNvPicPr>
            <a:picLocks noChangeAspect="1"/>
          </p:cNvPicPr>
          <p:nvPr userDrawn="1"/>
        </p:nvPicPr>
        <p:blipFill>
          <a:blip r:embed="rId5">
            <a:extLst>
              <a:ext uri="{96DAC541-7B7A-43D3-8B79-37D633B846F1}">
                <asvg:svgBlip xmlns:asvg="http://schemas.microsoft.com/office/drawing/2016/SVG/main" r:embed="rId6"/>
              </a:ext>
            </a:extLst>
          </a:blip>
          <a:srcRect/>
          <a:stretch/>
        </p:blipFill>
        <p:spPr>
          <a:xfrm>
            <a:off x="4705819" y="1404976"/>
            <a:ext cx="630000" cy="630000"/>
          </a:xfrm>
          <a:prstGeom prst="rect">
            <a:avLst/>
          </a:prstGeom>
        </p:spPr>
      </p:pic>
      <p:pic>
        <p:nvPicPr>
          <p:cNvPr id="37" name="Graphic 36" descr="Badge Tick with solid fill">
            <a:extLst>
              <a:ext uri="{FF2B5EF4-FFF2-40B4-BE49-F238E27FC236}">
                <a16:creationId xmlns:a16="http://schemas.microsoft.com/office/drawing/2014/main" id="{95131F33-0E2A-4052-5A44-2AC948229BDC}"/>
              </a:ext>
            </a:extLst>
          </p:cNvPr>
          <p:cNvPicPr>
            <a:picLocks noChangeAspect="1"/>
          </p:cNvPicPr>
          <p:nvPr userDrawn="1"/>
        </p:nvPicPr>
        <p:blipFill>
          <a:blip r:embed="rId7">
            <a:extLst>
              <a:ext uri="{96DAC541-7B7A-43D3-8B79-37D633B846F1}">
                <asvg:svgBlip xmlns:asvg="http://schemas.microsoft.com/office/drawing/2016/SVG/main" r:embed="rId8"/>
              </a:ext>
            </a:extLst>
          </a:blip>
          <a:srcRect/>
          <a:stretch/>
        </p:blipFill>
        <p:spPr>
          <a:xfrm>
            <a:off x="8101658" y="1404976"/>
            <a:ext cx="630000" cy="630000"/>
          </a:xfrm>
          <a:prstGeom prst="rect">
            <a:avLst/>
          </a:prstGeom>
        </p:spPr>
      </p:pic>
      <p:sp>
        <p:nvSpPr>
          <p:cNvPr id="38" name="Triangle 37">
            <a:extLst>
              <a:ext uri="{FF2B5EF4-FFF2-40B4-BE49-F238E27FC236}">
                <a16:creationId xmlns:a16="http://schemas.microsoft.com/office/drawing/2014/main" id="{66D68A09-0EE3-D64C-6F7F-59A9C0E34B06}"/>
              </a:ext>
            </a:extLst>
          </p:cNvPr>
          <p:cNvSpPr>
            <a:spLocks noChangeAspect="1"/>
          </p:cNvSpPr>
          <p:nvPr userDrawn="1"/>
        </p:nvSpPr>
        <p:spPr>
          <a:xfrm rot="5400000">
            <a:off x="3682603" y="1539976"/>
            <a:ext cx="417532" cy="360000"/>
          </a:xfrm>
          <a:prstGeom prst="triangl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Triangle 38">
            <a:extLst>
              <a:ext uri="{FF2B5EF4-FFF2-40B4-BE49-F238E27FC236}">
                <a16:creationId xmlns:a16="http://schemas.microsoft.com/office/drawing/2014/main" id="{069D3361-14AE-249A-4D62-23CDB90459A9}"/>
              </a:ext>
            </a:extLst>
          </p:cNvPr>
          <p:cNvSpPr>
            <a:spLocks noChangeAspect="1"/>
          </p:cNvSpPr>
          <p:nvPr userDrawn="1"/>
        </p:nvSpPr>
        <p:spPr>
          <a:xfrm rot="5400000">
            <a:off x="7092004" y="1539976"/>
            <a:ext cx="417532" cy="360000"/>
          </a:xfrm>
          <a:prstGeom prst="triangl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Triangle 39">
            <a:extLst>
              <a:ext uri="{FF2B5EF4-FFF2-40B4-BE49-F238E27FC236}">
                <a16:creationId xmlns:a16="http://schemas.microsoft.com/office/drawing/2014/main" id="{3B35AB65-D6EE-A5C3-BF1E-B23C6D482372}"/>
              </a:ext>
            </a:extLst>
          </p:cNvPr>
          <p:cNvSpPr>
            <a:spLocks noChangeAspect="1"/>
          </p:cNvSpPr>
          <p:nvPr userDrawn="1"/>
        </p:nvSpPr>
        <p:spPr>
          <a:xfrm rot="5400000">
            <a:off x="3322603" y="1539976"/>
            <a:ext cx="417532" cy="360000"/>
          </a:xfrm>
          <a:prstGeom prst="triangle">
            <a:avLst/>
          </a:prstGeom>
          <a:solidFill>
            <a:schemeClr val="accent3">
              <a:alpha val="67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Triangle 40">
            <a:extLst>
              <a:ext uri="{FF2B5EF4-FFF2-40B4-BE49-F238E27FC236}">
                <a16:creationId xmlns:a16="http://schemas.microsoft.com/office/drawing/2014/main" id="{234A3977-A176-DCE2-A233-88E15299962D}"/>
              </a:ext>
            </a:extLst>
          </p:cNvPr>
          <p:cNvSpPr>
            <a:spLocks noChangeAspect="1"/>
          </p:cNvSpPr>
          <p:nvPr userDrawn="1"/>
        </p:nvSpPr>
        <p:spPr>
          <a:xfrm rot="5400000">
            <a:off x="2962602" y="1539976"/>
            <a:ext cx="417532" cy="360000"/>
          </a:xfrm>
          <a:prstGeom prst="triangle">
            <a:avLst/>
          </a:prstGeom>
          <a:solidFill>
            <a:schemeClr val="accent3">
              <a:alpha val="34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Triangle 41">
            <a:extLst>
              <a:ext uri="{FF2B5EF4-FFF2-40B4-BE49-F238E27FC236}">
                <a16:creationId xmlns:a16="http://schemas.microsoft.com/office/drawing/2014/main" id="{7BE63883-5A43-974A-D4EB-25F256E3033E}"/>
              </a:ext>
            </a:extLst>
          </p:cNvPr>
          <p:cNvSpPr>
            <a:spLocks noChangeAspect="1"/>
          </p:cNvSpPr>
          <p:nvPr userDrawn="1"/>
        </p:nvSpPr>
        <p:spPr>
          <a:xfrm rot="5400000">
            <a:off x="6732004" y="1539976"/>
            <a:ext cx="417532" cy="360000"/>
          </a:xfrm>
          <a:prstGeom prst="triangle">
            <a:avLst/>
          </a:prstGeom>
          <a:solidFill>
            <a:schemeClr val="accent5">
              <a:alpha val="67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Triangle 42">
            <a:extLst>
              <a:ext uri="{FF2B5EF4-FFF2-40B4-BE49-F238E27FC236}">
                <a16:creationId xmlns:a16="http://schemas.microsoft.com/office/drawing/2014/main" id="{64063F1E-BD01-730A-DA77-3BDD874E7692}"/>
              </a:ext>
            </a:extLst>
          </p:cNvPr>
          <p:cNvSpPr>
            <a:spLocks noChangeAspect="1"/>
          </p:cNvSpPr>
          <p:nvPr userDrawn="1"/>
        </p:nvSpPr>
        <p:spPr>
          <a:xfrm rot="5400000">
            <a:off x="6372004" y="1539976"/>
            <a:ext cx="417532" cy="360000"/>
          </a:xfrm>
          <a:prstGeom prst="triangle">
            <a:avLst/>
          </a:prstGeom>
          <a:solidFill>
            <a:schemeClr val="accent5">
              <a:alpha val="34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Text Placeholder 2">
            <a:extLst>
              <a:ext uri="{FF2B5EF4-FFF2-40B4-BE49-F238E27FC236}">
                <a16:creationId xmlns:a16="http://schemas.microsoft.com/office/drawing/2014/main" id="{265CA7EA-92F2-41C0-EA81-CB6568D7CB0C}"/>
              </a:ext>
            </a:extLst>
          </p:cNvPr>
          <p:cNvSpPr>
            <a:spLocks noGrp="1"/>
          </p:cNvSpPr>
          <p:nvPr>
            <p:ph idx="17"/>
          </p:nvPr>
        </p:nvSpPr>
        <p:spPr>
          <a:xfrm>
            <a:off x="1079999" y="2582996"/>
            <a:ext cx="3221086" cy="3238684"/>
          </a:xfrm>
          <a:prstGeom prst="rect">
            <a:avLst/>
          </a:prstGeom>
        </p:spPr>
        <p:txBody>
          <a:bodyPr vert="horz" lIns="91440" tIns="45720" rIns="91440" bIns="45720" rtlCol="0">
            <a:noAutofit/>
          </a:bodyPr>
          <a:lstStyle>
            <a:lvl1pPr>
              <a:defRPr sz="1600">
                <a:solidFill>
                  <a:schemeClr val="bg1"/>
                </a:solidFill>
              </a:defRPr>
            </a:lvl1pPr>
            <a:lvl2pPr>
              <a:defRPr sz="1400">
                <a:solidFill>
                  <a:schemeClr val="bg1"/>
                </a:solidFill>
              </a:defRPr>
            </a:lvl2pPr>
            <a:lvl3pPr>
              <a:defRPr sz="1400">
                <a:solidFill>
                  <a:schemeClr val="bg1"/>
                </a:solidFill>
              </a:defRPr>
            </a:lvl3pPr>
            <a:lvl4pPr>
              <a:defRPr sz="1200">
                <a:solidFill>
                  <a:schemeClr val="bg1"/>
                </a:solidFill>
              </a:defRPr>
            </a:lvl4pPr>
            <a:lvl5pPr>
              <a:defRPr sz="12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0" name="Text Placeholder 2">
            <a:extLst>
              <a:ext uri="{FF2B5EF4-FFF2-40B4-BE49-F238E27FC236}">
                <a16:creationId xmlns:a16="http://schemas.microsoft.com/office/drawing/2014/main" id="{2DACD682-25FF-12DA-3471-A13D1B2B5A52}"/>
              </a:ext>
            </a:extLst>
          </p:cNvPr>
          <p:cNvSpPr>
            <a:spLocks noGrp="1"/>
          </p:cNvSpPr>
          <p:nvPr>
            <p:ph idx="18"/>
          </p:nvPr>
        </p:nvSpPr>
        <p:spPr>
          <a:xfrm>
            <a:off x="4493759" y="2582996"/>
            <a:ext cx="3214136" cy="3238684"/>
          </a:xfrm>
          <a:prstGeom prst="rect">
            <a:avLst/>
          </a:prstGeom>
        </p:spPr>
        <p:txBody>
          <a:bodyPr vert="horz" lIns="91440" tIns="45720" rIns="91440" bIns="45720" rtlCol="0">
            <a:noAutofit/>
          </a:bodyPr>
          <a:lstStyle>
            <a:lvl1pPr>
              <a:defRPr sz="1600">
                <a:solidFill>
                  <a:schemeClr val="bg1"/>
                </a:solidFill>
              </a:defRPr>
            </a:lvl1pPr>
            <a:lvl2pPr>
              <a:defRPr sz="1400">
                <a:solidFill>
                  <a:schemeClr val="bg1"/>
                </a:solidFill>
              </a:defRPr>
            </a:lvl2pPr>
            <a:lvl3pPr>
              <a:defRPr sz="1400">
                <a:solidFill>
                  <a:schemeClr val="bg1"/>
                </a:solidFill>
              </a:defRPr>
            </a:lvl3pPr>
            <a:lvl4pPr>
              <a:defRPr sz="1200">
                <a:solidFill>
                  <a:schemeClr val="bg1"/>
                </a:solidFill>
              </a:defRPr>
            </a:lvl4pPr>
            <a:lvl5pPr>
              <a:defRPr sz="12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1" name="Text Placeholder 2">
            <a:extLst>
              <a:ext uri="{FF2B5EF4-FFF2-40B4-BE49-F238E27FC236}">
                <a16:creationId xmlns:a16="http://schemas.microsoft.com/office/drawing/2014/main" id="{A81CF6D3-0487-4E7A-85D3-8131F520170A}"/>
              </a:ext>
            </a:extLst>
          </p:cNvPr>
          <p:cNvSpPr>
            <a:spLocks noGrp="1"/>
          </p:cNvSpPr>
          <p:nvPr>
            <p:ph idx="19"/>
          </p:nvPr>
        </p:nvSpPr>
        <p:spPr>
          <a:xfrm>
            <a:off x="7877039" y="2582996"/>
            <a:ext cx="3223790" cy="3238684"/>
          </a:xfrm>
          <a:prstGeom prst="rect">
            <a:avLst/>
          </a:prstGeom>
        </p:spPr>
        <p:txBody>
          <a:bodyPr vert="horz" lIns="91440" tIns="45720" rIns="91440" bIns="45720" rtlCol="0">
            <a:noAutofit/>
          </a:bodyPr>
          <a:lstStyle>
            <a:lvl1pPr>
              <a:defRPr sz="1600">
                <a:solidFill>
                  <a:schemeClr val="bg1"/>
                </a:solidFill>
              </a:defRPr>
            </a:lvl1pPr>
            <a:lvl2pPr>
              <a:defRPr sz="1400">
                <a:solidFill>
                  <a:schemeClr val="bg1"/>
                </a:solidFill>
              </a:defRPr>
            </a:lvl2pPr>
            <a:lvl3pPr>
              <a:defRPr sz="1400">
                <a:solidFill>
                  <a:schemeClr val="bg1"/>
                </a:solidFill>
              </a:defRPr>
            </a:lvl3pPr>
            <a:lvl4pPr>
              <a:defRPr sz="1200">
                <a:solidFill>
                  <a:schemeClr val="bg1"/>
                </a:solidFill>
              </a:defRPr>
            </a:lvl4pPr>
            <a:lvl5pPr>
              <a:defRPr sz="12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02052010"/>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32_Blank">
    <p:bg>
      <p:bgPr>
        <a:solidFill>
          <a:schemeClr val="bg1"/>
        </a:solidFill>
        <a:effectLst/>
      </p:bgPr>
    </p:bg>
    <p:spTree>
      <p:nvGrpSpPr>
        <p:cNvPr id="1" name=""/>
        <p:cNvGrpSpPr/>
        <p:nvPr/>
      </p:nvGrpSpPr>
      <p:grpSpPr>
        <a:xfrm>
          <a:off x="0" y="0"/>
          <a:ext cx="0" cy="0"/>
          <a:chOff x="0" y="0"/>
          <a:chExt cx="0" cy="0"/>
        </a:xfrm>
      </p:grpSpPr>
      <p:sp>
        <p:nvSpPr>
          <p:cNvPr id="3" name="Rounded Rectangle 2">
            <a:extLst>
              <a:ext uri="{FF2B5EF4-FFF2-40B4-BE49-F238E27FC236}">
                <a16:creationId xmlns:a16="http://schemas.microsoft.com/office/drawing/2014/main" id="{75410DCF-0904-92C4-A0F3-C2E6BB95D7BA}"/>
              </a:ext>
            </a:extLst>
          </p:cNvPr>
          <p:cNvSpPr/>
          <p:nvPr userDrawn="1"/>
        </p:nvSpPr>
        <p:spPr>
          <a:xfrm>
            <a:off x="1" y="0"/>
            <a:ext cx="12192000" cy="6857999"/>
          </a:xfrm>
          <a:prstGeom prst="roundRect">
            <a:avLst>
              <a:gd name="adj" fmla="val 0"/>
            </a:avLst>
          </a:prstGeom>
          <a:solidFill>
            <a:srgbClr val="D8F2F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descr="Logo, company name&#10;&#10;Description automatically generated">
            <a:extLst>
              <a:ext uri="{FF2B5EF4-FFF2-40B4-BE49-F238E27FC236}">
                <a16:creationId xmlns:a16="http://schemas.microsoft.com/office/drawing/2014/main" id="{48F18216-0FC1-C40F-2134-BCAA5907D18C}"/>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24052" y="283907"/>
            <a:ext cx="1486870" cy="344954"/>
          </a:xfrm>
          <a:prstGeom prst="rect">
            <a:avLst/>
          </a:prstGeom>
        </p:spPr>
      </p:pic>
      <p:sp>
        <p:nvSpPr>
          <p:cNvPr id="4" name="TextBox 3">
            <a:extLst>
              <a:ext uri="{FF2B5EF4-FFF2-40B4-BE49-F238E27FC236}">
                <a16:creationId xmlns:a16="http://schemas.microsoft.com/office/drawing/2014/main" id="{72AC8E92-B6C1-595C-86A9-3142486178CB}"/>
              </a:ext>
            </a:extLst>
          </p:cNvPr>
          <p:cNvSpPr txBox="1"/>
          <p:nvPr userDrawn="1"/>
        </p:nvSpPr>
        <p:spPr>
          <a:xfrm>
            <a:off x="4320000" y="900000"/>
            <a:ext cx="3564000" cy="360000"/>
          </a:xfrm>
          <a:prstGeom prst="rect">
            <a:avLst/>
          </a:prstGeom>
          <a:solidFill>
            <a:schemeClr val="accent2"/>
          </a:solidFill>
        </p:spPr>
        <p:txBody>
          <a:bodyPr wrap="none" lIns="450000" rtlCol="0" anchor="ctr">
            <a:noAutofit/>
          </a:bodyPr>
          <a:lstStyle/>
          <a:p>
            <a:r>
              <a:rPr lang="en-US" sz="1600" b="1" spc="-100">
                <a:solidFill>
                  <a:schemeClr val="bg1"/>
                </a:solidFill>
                <a:latin typeface="Open Sans" panose="020B0606030504020204" pitchFamily="34" charset="0"/>
                <a:ea typeface="Open Sans" panose="020B0606030504020204" pitchFamily="34" charset="0"/>
                <a:cs typeface="Open Sans" panose="020B0606030504020204" pitchFamily="34" charset="0"/>
              </a:rPr>
              <a:t>The Challenge</a:t>
            </a:r>
          </a:p>
        </p:txBody>
      </p:sp>
      <p:sp>
        <p:nvSpPr>
          <p:cNvPr id="5" name="TextBox 4">
            <a:extLst>
              <a:ext uri="{FF2B5EF4-FFF2-40B4-BE49-F238E27FC236}">
                <a16:creationId xmlns:a16="http://schemas.microsoft.com/office/drawing/2014/main" id="{CF661B61-DA8E-FAA5-8C2F-310BBDEADFBB}"/>
              </a:ext>
            </a:extLst>
          </p:cNvPr>
          <p:cNvSpPr txBox="1"/>
          <p:nvPr userDrawn="1"/>
        </p:nvSpPr>
        <p:spPr>
          <a:xfrm>
            <a:off x="7920000" y="900000"/>
            <a:ext cx="3600000" cy="360000"/>
          </a:xfrm>
          <a:prstGeom prst="rect">
            <a:avLst/>
          </a:prstGeom>
          <a:solidFill>
            <a:schemeClr val="accent3"/>
          </a:solidFill>
        </p:spPr>
        <p:txBody>
          <a:bodyPr wrap="none" lIns="450000" rtlCol="0" anchor="ctr">
            <a:noAutofit/>
          </a:bodyPr>
          <a:lstStyle/>
          <a:p>
            <a:r>
              <a:rPr lang="en-US" sz="1600" b="1" spc="-100">
                <a:solidFill>
                  <a:schemeClr val="bg1"/>
                </a:solidFill>
                <a:latin typeface="Open Sans" panose="020B0606030504020204" pitchFamily="34" charset="0"/>
                <a:ea typeface="Open Sans" panose="020B0606030504020204" pitchFamily="34" charset="0"/>
                <a:cs typeface="Open Sans" panose="020B0606030504020204" pitchFamily="34" charset="0"/>
              </a:rPr>
              <a:t>The Outcomes</a:t>
            </a:r>
          </a:p>
        </p:txBody>
      </p:sp>
      <p:sp>
        <p:nvSpPr>
          <p:cNvPr id="6" name="TextBox 5">
            <a:extLst>
              <a:ext uri="{FF2B5EF4-FFF2-40B4-BE49-F238E27FC236}">
                <a16:creationId xmlns:a16="http://schemas.microsoft.com/office/drawing/2014/main" id="{D958CEBE-8B71-3AEF-3E98-20EE1C97742E}"/>
              </a:ext>
            </a:extLst>
          </p:cNvPr>
          <p:cNvSpPr txBox="1"/>
          <p:nvPr userDrawn="1"/>
        </p:nvSpPr>
        <p:spPr>
          <a:xfrm>
            <a:off x="4320000" y="1295999"/>
            <a:ext cx="3564000" cy="2340000"/>
          </a:xfrm>
          <a:prstGeom prst="rect">
            <a:avLst/>
          </a:prstGeom>
          <a:solidFill>
            <a:schemeClr val="bg1"/>
          </a:solidFill>
        </p:spPr>
        <p:txBody>
          <a:bodyPr wrap="square" lIns="180000" tIns="180000" rIns="180000" bIns="180000" rtlCol="0">
            <a:noAutofit/>
          </a:bodyPr>
          <a:lstStyle/>
          <a:p>
            <a:pPr marL="0" indent="0">
              <a:buClr>
                <a:schemeClr val="accent1"/>
              </a:buClr>
              <a:buFont typeface="Arial" panose="020B0604020202020204" pitchFamily="34" charset="0"/>
              <a:buNone/>
            </a:pPr>
            <a:endParaRPr lang="en-US" sz="1100">
              <a:latin typeface="Open Sans" panose="020B0606030504020204" pitchFamily="34" charset="0"/>
              <a:ea typeface="Open Sans" panose="020B0606030504020204" pitchFamily="34" charset="0"/>
              <a:cs typeface="Open Sans" panose="020B0606030504020204" pitchFamily="34" charset="0"/>
            </a:endParaRPr>
          </a:p>
        </p:txBody>
      </p:sp>
      <p:sp>
        <p:nvSpPr>
          <p:cNvPr id="7" name="TextBox 6">
            <a:extLst>
              <a:ext uri="{FF2B5EF4-FFF2-40B4-BE49-F238E27FC236}">
                <a16:creationId xmlns:a16="http://schemas.microsoft.com/office/drawing/2014/main" id="{3552EFB1-01C7-B64E-7494-D29FD34CDD3D}"/>
              </a:ext>
            </a:extLst>
          </p:cNvPr>
          <p:cNvSpPr txBox="1"/>
          <p:nvPr userDrawn="1"/>
        </p:nvSpPr>
        <p:spPr>
          <a:xfrm>
            <a:off x="7920000" y="1295999"/>
            <a:ext cx="3600000" cy="5033681"/>
          </a:xfrm>
          <a:prstGeom prst="rect">
            <a:avLst/>
          </a:prstGeom>
          <a:solidFill>
            <a:schemeClr val="bg1"/>
          </a:solidFill>
        </p:spPr>
        <p:txBody>
          <a:bodyPr wrap="square" lIns="180000" tIns="180000" rIns="180000" bIns="180000" rtlCol="0">
            <a:noAutofit/>
          </a:bodyPr>
          <a:lstStyle/>
          <a:p>
            <a:pPr marL="171450" indent="-171450">
              <a:buClr>
                <a:schemeClr val="accent1"/>
              </a:buClr>
              <a:buFont typeface="Arial" panose="020B0604020202020204" pitchFamily="34" charset="0"/>
              <a:buChar char="•"/>
            </a:pPr>
            <a:endParaRPr lang="en-US" sz="1100">
              <a:latin typeface="Open Sans" panose="020B0606030504020204" pitchFamily="34" charset="0"/>
              <a:ea typeface="Open Sans" panose="020B0606030504020204" pitchFamily="34" charset="0"/>
              <a:cs typeface="Open Sans" panose="020B0606030504020204" pitchFamily="34" charset="0"/>
            </a:endParaRPr>
          </a:p>
        </p:txBody>
      </p:sp>
      <p:sp>
        <p:nvSpPr>
          <p:cNvPr id="8" name="TextBox 7">
            <a:extLst>
              <a:ext uri="{FF2B5EF4-FFF2-40B4-BE49-F238E27FC236}">
                <a16:creationId xmlns:a16="http://schemas.microsoft.com/office/drawing/2014/main" id="{FB00B3E2-55C9-18A4-C737-838297670B6B}"/>
              </a:ext>
            </a:extLst>
          </p:cNvPr>
          <p:cNvSpPr txBox="1"/>
          <p:nvPr userDrawn="1"/>
        </p:nvSpPr>
        <p:spPr>
          <a:xfrm>
            <a:off x="4320000" y="3671996"/>
            <a:ext cx="3564000" cy="360000"/>
          </a:xfrm>
          <a:prstGeom prst="rect">
            <a:avLst/>
          </a:prstGeom>
          <a:solidFill>
            <a:srgbClr val="FF849E"/>
          </a:solidFill>
        </p:spPr>
        <p:txBody>
          <a:bodyPr wrap="none" lIns="450000" rtlCol="0" anchor="ctr">
            <a:noAutofit/>
          </a:bodyPr>
          <a:lstStyle/>
          <a:p>
            <a:r>
              <a:rPr lang="en-US" sz="1600" b="1" spc="-100">
                <a:solidFill>
                  <a:schemeClr val="bg1"/>
                </a:solidFill>
                <a:latin typeface="Open Sans" panose="020B0606030504020204" pitchFamily="34" charset="0"/>
                <a:ea typeface="Open Sans" panose="020B0606030504020204" pitchFamily="34" charset="0"/>
                <a:cs typeface="Open Sans" panose="020B0606030504020204" pitchFamily="34" charset="0"/>
              </a:rPr>
              <a:t>The Solution</a:t>
            </a:r>
          </a:p>
        </p:txBody>
      </p:sp>
      <p:sp>
        <p:nvSpPr>
          <p:cNvPr id="9" name="TextBox 8">
            <a:extLst>
              <a:ext uri="{FF2B5EF4-FFF2-40B4-BE49-F238E27FC236}">
                <a16:creationId xmlns:a16="http://schemas.microsoft.com/office/drawing/2014/main" id="{D975FAA1-9B41-39CC-16B7-8654513DA3EF}"/>
              </a:ext>
            </a:extLst>
          </p:cNvPr>
          <p:cNvSpPr txBox="1"/>
          <p:nvPr userDrawn="1"/>
        </p:nvSpPr>
        <p:spPr>
          <a:xfrm>
            <a:off x="720000" y="900000"/>
            <a:ext cx="3564000" cy="900000"/>
          </a:xfrm>
          <a:prstGeom prst="rect">
            <a:avLst/>
          </a:prstGeom>
          <a:solidFill>
            <a:schemeClr val="accent1"/>
          </a:solidFill>
        </p:spPr>
        <p:txBody>
          <a:bodyPr wrap="square" lIns="864000" tIns="180000" rIns="180000" bIns="180000" rtlCol="0" anchor="ctr">
            <a:noAutofit/>
          </a:bodyPr>
          <a:lstStyle/>
          <a:p>
            <a:endParaRPr lang="en-US" sz="1400" b="1" spc="-10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0" name="TextBox 9">
            <a:extLst>
              <a:ext uri="{FF2B5EF4-FFF2-40B4-BE49-F238E27FC236}">
                <a16:creationId xmlns:a16="http://schemas.microsoft.com/office/drawing/2014/main" id="{83571BDB-7ADE-82D8-EFBA-1F923F38BCD1}"/>
              </a:ext>
            </a:extLst>
          </p:cNvPr>
          <p:cNvSpPr txBox="1"/>
          <p:nvPr userDrawn="1"/>
        </p:nvSpPr>
        <p:spPr>
          <a:xfrm>
            <a:off x="720000" y="3132000"/>
            <a:ext cx="3564000" cy="3197680"/>
          </a:xfrm>
          <a:prstGeom prst="rect">
            <a:avLst/>
          </a:prstGeom>
          <a:solidFill>
            <a:schemeClr val="bg1"/>
          </a:solidFill>
        </p:spPr>
        <p:txBody>
          <a:bodyPr wrap="square" lIns="180000" tIns="180000" rIns="180000" bIns="180000" rtlCol="0">
            <a:noAutofit/>
          </a:bodyPr>
          <a:lstStyle/>
          <a:p>
            <a:endParaRPr lang="en-US" sz="1100" b="1" spc="-50">
              <a:solidFill>
                <a:schemeClr val="accent3"/>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1" name="Rectangle 10">
            <a:extLst>
              <a:ext uri="{FF2B5EF4-FFF2-40B4-BE49-F238E27FC236}">
                <a16:creationId xmlns:a16="http://schemas.microsoft.com/office/drawing/2014/main" id="{0F5844B2-4601-B559-AD1A-9F8DFBFE55EC}"/>
              </a:ext>
            </a:extLst>
          </p:cNvPr>
          <p:cNvSpPr/>
          <p:nvPr userDrawn="1"/>
        </p:nvSpPr>
        <p:spPr>
          <a:xfrm>
            <a:off x="720000" y="1836001"/>
            <a:ext cx="3564000" cy="1260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66671A11-5997-23D6-8F64-152F0ED43B57}"/>
              </a:ext>
            </a:extLst>
          </p:cNvPr>
          <p:cNvPicPr>
            <a:picLocks noChangeAspect="1"/>
          </p:cNvPicPr>
          <p:nvPr userDrawn="1"/>
        </p:nvPicPr>
        <p:blipFill>
          <a:blip r:embed="rId3"/>
          <a:stretch>
            <a:fillRect/>
          </a:stretch>
        </p:blipFill>
        <p:spPr>
          <a:xfrm>
            <a:off x="990000" y="1167128"/>
            <a:ext cx="322105" cy="360000"/>
          </a:xfrm>
          <a:prstGeom prst="rect">
            <a:avLst/>
          </a:prstGeom>
        </p:spPr>
      </p:pic>
      <p:pic>
        <p:nvPicPr>
          <p:cNvPr id="13" name="Picture 12">
            <a:extLst>
              <a:ext uri="{FF2B5EF4-FFF2-40B4-BE49-F238E27FC236}">
                <a16:creationId xmlns:a16="http://schemas.microsoft.com/office/drawing/2014/main" id="{3D5B1D74-C6B3-0F3A-5643-E9F07CB0B60F}"/>
              </a:ext>
            </a:extLst>
          </p:cNvPr>
          <p:cNvPicPr>
            <a:picLocks noChangeAspect="1"/>
          </p:cNvPicPr>
          <p:nvPr userDrawn="1"/>
        </p:nvPicPr>
        <p:blipFill>
          <a:blip r:embed="rId4"/>
          <a:stretch>
            <a:fillRect/>
          </a:stretch>
        </p:blipFill>
        <p:spPr>
          <a:xfrm>
            <a:off x="4458544" y="3732513"/>
            <a:ext cx="159158" cy="216000"/>
          </a:xfrm>
          <a:prstGeom prst="rect">
            <a:avLst/>
          </a:prstGeom>
        </p:spPr>
      </p:pic>
      <p:pic>
        <p:nvPicPr>
          <p:cNvPr id="14" name="Picture 13">
            <a:extLst>
              <a:ext uri="{FF2B5EF4-FFF2-40B4-BE49-F238E27FC236}">
                <a16:creationId xmlns:a16="http://schemas.microsoft.com/office/drawing/2014/main" id="{D88D1A9B-704F-8B74-8077-1301A2A436F4}"/>
              </a:ext>
            </a:extLst>
          </p:cNvPr>
          <p:cNvPicPr>
            <a:picLocks noChangeAspect="1"/>
          </p:cNvPicPr>
          <p:nvPr userDrawn="1"/>
        </p:nvPicPr>
        <p:blipFill>
          <a:blip r:embed="rId5"/>
          <a:stretch>
            <a:fillRect/>
          </a:stretch>
        </p:blipFill>
        <p:spPr>
          <a:xfrm>
            <a:off x="4428000" y="984855"/>
            <a:ext cx="216000" cy="195429"/>
          </a:xfrm>
          <a:prstGeom prst="rect">
            <a:avLst/>
          </a:prstGeom>
        </p:spPr>
      </p:pic>
      <p:pic>
        <p:nvPicPr>
          <p:cNvPr id="15" name="Picture 14">
            <a:extLst>
              <a:ext uri="{FF2B5EF4-FFF2-40B4-BE49-F238E27FC236}">
                <a16:creationId xmlns:a16="http://schemas.microsoft.com/office/drawing/2014/main" id="{5DAEC0C4-8FB9-B448-0763-2BAD917FC2B9}"/>
              </a:ext>
            </a:extLst>
          </p:cNvPr>
          <p:cNvPicPr>
            <a:picLocks noChangeAspect="1"/>
          </p:cNvPicPr>
          <p:nvPr userDrawn="1"/>
        </p:nvPicPr>
        <p:blipFill>
          <a:blip r:embed="rId6"/>
          <a:stretch>
            <a:fillRect/>
          </a:stretch>
        </p:blipFill>
        <p:spPr>
          <a:xfrm>
            <a:off x="8028000" y="972000"/>
            <a:ext cx="227368" cy="216000"/>
          </a:xfrm>
          <a:prstGeom prst="rect">
            <a:avLst/>
          </a:prstGeom>
        </p:spPr>
      </p:pic>
      <p:sp>
        <p:nvSpPr>
          <p:cNvPr id="16" name="TextBox 15">
            <a:extLst>
              <a:ext uri="{FF2B5EF4-FFF2-40B4-BE49-F238E27FC236}">
                <a16:creationId xmlns:a16="http://schemas.microsoft.com/office/drawing/2014/main" id="{5A112477-C157-712C-A414-7F051CA3220F}"/>
              </a:ext>
            </a:extLst>
          </p:cNvPr>
          <p:cNvSpPr txBox="1"/>
          <p:nvPr userDrawn="1"/>
        </p:nvSpPr>
        <p:spPr>
          <a:xfrm>
            <a:off x="4320000" y="4067997"/>
            <a:ext cx="3564000" cy="2261683"/>
          </a:xfrm>
          <a:prstGeom prst="rect">
            <a:avLst/>
          </a:prstGeom>
          <a:solidFill>
            <a:schemeClr val="bg1"/>
          </a:solidFill>
        </p:spPr>
        <p:txBody>
          <a:bodyPr wrap="square" lIns="180000" tIns="180000" rIns="180000" bIns="180000" rtlCol="0">
            <a:noAutofit/>
          </a:bodyPr>
          <a:lstStyle/>
          <a:p>
            <a:pPr marL="0" indent="0">
              <a:buClr>
                <a:schemeClr val="accent1"/>
              </a:buClr>
              <a:buFont typeface="Arial" panose="020B0604020202020204" pitchFamily="34" charset="0"/>
              <a:buNone/>
            </a:pPr>
            <a:endParaRPr lang="en-US" sz="1100">
              <a:latin typeface="Open Sans" panose="020B0606030504020204" pitchFamily="34" charset="0"/>
              <a:ea typeface="Open Sans" panose="020B0606030504020204" pitchFamily="34" charset="0"/>
              <a:cs typeface="Open Sans" panose="020B0606030504020204" pitchFamily="34" charset="0"/>
            </a:endParaRPr>
          </a:p>
        </p:txBody>
      </p:sp>
      <p:sp>
        <p:nvSpPr>
          <p:cNvPr id="17" name="Picture Placeholder 2">
            <a:extLst>
              <a:ext uri="{FF2B5EF4-FFF2-40B4-BE49-F238E27FC236}">
                <a16:creationId xmlns:a16="http://schemas.microsoft.com/office/drawing/2014/main" id="{48F1199C-819E-657B-99B7-9B6463C255DE}"/>
              </a:ext>
            </a:extLst>
          </p:cNvPr>
          <p:cNvSpPr>
            <a:spLocks noGrp="1"/>
          </p:cNvSpPr>
          <p:nvPr>
            <p:ph type="pic" idx="1" hasCustomPrompt="1"/>
          </p:nvPr>
        </p:nvSpPr>
        <p:spPr>
          <a:xfrm>
            <a:off x="719999" y="1824319"/>
            <a:ext cx="3564001" cy="1260000"/>
          </a:xfrm>
        </p:spPr>
        <p:txBody>
          <a:bodyPr>
            <a:normAutofit/>
          </a:bodyPr>
          <a:lstStyle>
            <a:lvl1pPr marL="0" indent="0">
              <a:buNone/>
              <a:defRPr sz="1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Add customer logo here</a:t>
            </a:r>
            <a:endParaRPr lang="en-US"/>
          </a:p>
        </p:txBody>
      </p:sp>
      <p:sp>
        <p:nvSpPr>
          <p:cNvPr id="18" name="Title 1">
            <a:extLst>
              <a:ext uri="{FF2B5EF4-FFF2-40B4-BE49-F238E27FC236}">
                <a16:creationId xmlns:a16="http://schemas.microsoft.com/office/drawing/2014/main" id="{32F4B724-86EF-FD62-48CE-551D17709EB4}"/>
              </a:ext>
            </a:extLst>
          </p:cNvPr>
          <p:cNvSpPr>
            <a:spLocks noGrp="1"/>
          </p:cNvSpPr>
          <p:nvPr>
            <p:ph type="ctrTitle" hasCustomPrompt="1"/>
          </p:nvPr>
        </p:nvSpPr>
        <p:spPr>
          <a:xfrm>
            <a:off x="1524000" y="1021233"/>
            <a:ext cx="2641600" cy="647244"/>
          </a:xfrm>
        </p:spPr>
        <p:txBody>
          <a:bodyPr anchor="ctr">
            <a:noAutofit/>
          </a:bodyPr>
          <a:lstStyle>
            <a:lvl1pPr algn="l">
              <a:defRPr sz="1200" spc="0">
                <a:solidFill>
                  <a:schemeClr val="bg1"/>
                </a:solidFill>
              </a:defRPr>
            </a:lvl1pPr>
          </a:lstStyle>
          <a:p>
            <a:r>
              <a:rPr lang="en-GB"/>
              <a:t>Insert case study title here over multiple lines</a:t>
            </a:r>
            <a:endParaRPr lang="en-US"/>
          </a:p>
        </p:txBody>
      </p:sp>
      <p:sp>
        <p:nvSpPr>
          <p:cNvPr id="19" name="Text Placeholder 15">
            <a:extLst>
              <a:ext uri="{FF2B5EF4-FFF2-40B4-BE49-F238E27FC236}">
                <a16:creationId xmlns:a16="http://schemas.microsoft.com/office/drawing/2014/main" id="{BF071945-48E7-8789-C1A5-FC01FD9897FD}"/>
              </a:ext>
            </a:extLst>
          </p:cNvPr>
          <p:cNvSpPr>
            <a:spLocks noGrp="1"/>
          </p:cNvSpPr>
          <p:nvPr>
            <p:ph type="body" sz="quarter" idx="15" hasCustomPrompt="1"/>
          </p:nvPr>
        </p:nvSpPr>
        <p:spPr>
          <a:xfrm>
            <a:off x="719999" y="5679037"/>
            <a:ext cx="3445601" cy="315203"/>
          </a:xfrm>
        </p:spPr>
        <p:txBody>
          <a:bodyPr>
            <a:normAutofit/>
          </a:bodyPr>
          <a:lstStyle>
            <a:lvl1pPr marL="0" indent="0">
              <a:buNone/>
              <a:defRPr sz="1400" b="1" spc="0">
                <a:solidFill>
                  <a:schemeClr val="accent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GB"/>
              <a:t>Insert name of customer</a:t>
            </a:r>
            <a:endParaRPr lang="en-US"/>
          </a:p>
        </p:txBody>
      </p:sp>
      <p:sp>
        <p:nvSpPr>
          <p:cNvPr id="20" name="Text Placeholder 15">
            <a:extLst>
              <a:ext uri="{FF2B5EF4-FFF2-40B4-BE49-F238E27FC236}">
                <a16:creationId xmlns:a16="http://schemas.microsoft.com/office/drawing/2014/main" id="{8020056D-BE83-A416-5EC2-1586B963BD9D}"/>
              </a:ext>
            </a:extLst>
          </p:cNvPr>
          <p:cNvSpPr>
            <a:spLocks noGrp="1"/>
          </p:cNvSpPr>
          <p:nvPr>
            <p:ph type="body" sz="quarter" idx="16" hasCustomPrompt="1"/>
          </p:nvPr>
        </p:nvSpPr>
        <p:spPr>
          <a:xfrm>
            <a:off x="719999" y="5993997"/>
            <a:ext cx="3445601" cy="315203"/>
          </a:xfrm>
        </p:spPr>
        <p:txBody>
          <a:bodyPr>
            <a:normAutofit/>
          </a:bodyPr>
          <a:lstStyle>
            <a:lvl1pPr marL="0" indent="0">
              <a:buNone/>
              <a:defRPr sz="1200" b="0" spc="0">
                <a:solidFill>
                  <a:schemeClr val="accent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GB"/>
              <a:t>Insert job title here</a:t>
            </a:r>
            <a:endParaRPr lang="en-US"/>
          </a:p>
        </p:txBody>
      </p:sp>
      <p:sp>
        <p:nvSpPr>
          <p:cNvPr id="21" name="Text Placeholder 2">
            <a:extLst>
              <a:ext uri="{FF2B5EF4-FFF2-40B4-BE49-F238E27FC236}">
                <a16:creationId xmlns:a16="http://schemas.microsoft.com/office/drawing/2014/main" id="{30F0B4FF-DFC8-93BD-AFA6-6C9463D3AEB8}"/>
              </a:ext>
            </a:extLst>
          </p:cNvPr>
          <p:cNvSpPr>
            <a:spLocks noGrp="1"/>
          </p:cNvSpPr>
          <p:nvPr>
            <p:ph idx="17"/>
          </p:nvPr>
        </p:nvSpPr>
        <p:spPr>
          <a:xfrm>
            <a:off x="719998" y="3291839"/>
            <a:ext cx="3445601" cy="2173839"/>
          </a:xfrm>
          <a:prstGeom prst="rect">
            <a:avLst/>
          </a:prstGeom>
        </p:spPr>
        <p:txBody>
          <a:bodyPr vert="horz" lIns="91440" tIns="45720" rIns="91440" bIns="45720" rtlCol="0">
            <a:noAutofit/>
          </a:bodyPr>
          <a:lstStyle>
            <a:lvl1pPr>
              <a:defRPr sz="1600"/>
            </a:lvl1pPr>
            <a:lvl2pPr>
              <a:defRPr sz="14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2" name="Text Placeholder 2">
            <a:extLst>
              <a:ext uri="{FF2B5EF4-FFF2-40B4-BE49-F238E27FC236}">
                <a16:creationId xmlns:a16="http://schemas.microsoft.com/office/drawing/2014/main" id="{19EB5F92-9E54-02F3-CC6B-2AF860C8C45A}"/>
              </a:ext>
            </a:extLst>
          </p:cNvPr>
          <p:cNvSpPr>
            <a:spLocks noGrp="1"/>
          </p:cNvSpPr>
          <p:nvPr>
            <p:ph idx="18"/>
          </p:nvPr>
        </p:nvSpPr>
        <p:spPr>
          <a:xfrm>
            <a:off x="4316638" y="1391919"/>
            <a:ext cx="3445601" cy="2173839"/>
          </a:xfrm>
          <a:prstGeom prst="rect">
            <a:avLst/>
          </a:prstGeom>
        </p:spPr>
        <p:txBody>
          <a:bodyPr vert="horz" lIns="91440" tIns="45720" rIns="91440" bIns="45720" rtlCol="0">
            <a:noAutofit/>
          </a:bodyPr>
          <a:lstStyle>
            <a:lvl1pPr>
              <a:defRPr sz="1600"/>
            </a:lvl1pPr>
            <a:lvl2pPr>
              <a:defRPr sz="14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ext Placeholder 2">
            <a:extLst>
              <a:ext uri="{FF2B5EF4-FFF2-40B4-BE49-F238E27FC236}">
                <a16:creationId xmlns:a16="http://schemas.microsoft.com/office/drawing/2014/main" id="{6904CF2B-8EF2-A507-8437-3C2E6392F8BB}"/>
              </a:ext>
            </a:extLst>
          </p:cNvPr>
          <p:cNvSpPr>
            <a:spLocks noGrp="1"/>
          </p:cNvSpPr>
          <p:nvPr>
            <p:ph idx="19"/>
          </p:nvPr>
        </p:nvSpPr>
        <p:spPr>
          <a:xfrm>
            <a:off x="7923438" y="1391919"/>
            <a:ext cx="3445601" cy="4937761"/>
          </a:xfrm>
          <a:prstGeom prst="rect">
            <a:avLst/>
          </a:prstGeom>
        </p:spPr>
        <p:txBody>
          <a:bodyPr vert="horz" lIns="91440" tIns="45720" rIns="91440" bIns="45720" rtlCol="0">
            <a:noAutofit/>
          </a:bodyPr>
          <a:lstStyle>
            <a:lvl1pPr>
              <a:defRPr sz="1600"/>
            </a:lvl1pPr>
            <a:lvl2pPr>
              <a:defRPr sz="14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2">
            <a:extLst>
              <a:ext uri="{FF2B5EF4-FFF2-40B4-BE49-F238E27FC236}">
                <a16:creationId xmlns:a16="http://schemas.microsoft.com/office/drawing/2014/main" id="{970EDB4B-33B3-F110-F241-CB2944BDC2A3}"/>
              </a:ext>
            </a:extLst>
          </p:cNvPr>
          <p:cNvSpPr>
            <a:spLocks noGrp="1"/>
          </p:cNvSpPr>
          <p:nvPr>
            <p:ph idx="20"/>
          </p:nvPr>
        </p:nvSpPr>
        <p:spPr>
          <a:xfrm>
            <a:off x="4316638" y="4155439"/>
            <a:ext cx="3445601" cy="2173839"/>
          </a:xfrm>
          <a:prstGeom prst="rect">
            <a:avLst/>
          </a:prstGeom>
        </p:spPr>
        <p:txBody>
          <a:bodyPr vert="horz" lIns="91440" tIns="45720" rIns="91440" bIns="45720" rtlCol="0">
            <a:noAutofit/>
          </a:bodyPr>
          <a:lstStyle>
            <a:lvl1pPr>
              <a:defRPr sz="1600"/>
            </a:lvl1pPr>
            <a:lvl2pPr>
              <a:defRPr sz="14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Triangle 25">
            <a:extLst>
              <a:ext uri="{FF2B5EF4-FFF2-40B4-BE49-F238E27FC236}">
                <a16:creationId xmlns:a16="http://schemas.microsoft.com/office/drawing/2014/main" id="{3024373E-6BC7-254F-5E34-AA2247203837}"/>
              </a:ext>
            </a:extLst>
          </p:cNvPr>
          <p:cNvSpPr/>
          <p:nvPr userDrawn="1"/>
        </p:nvSpPr>
        <p:spPr>
          <a:xfrm rot="18675952">
            <a:off x="10464318" y="6476545"/>
            <a:ext cx="370137" cy="517923"/>
          </a:xfrm>
          <a:prstGeom prst="triangle">
            <a:avLst>
              <a:gd name="adj" fmla="val 64148"/>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riangle 26">
            <a:extLst>
              <a:ext uri="{FF2B5EF4-FFF2-40B4-BE49-F238E27FC236}">
                <a16:creationId xmlns:a16="http://schemas.microsoft.com/office/drawing/2014/main" id="{BCF6B014-19ED-4A86-DA61-361AD8039E92}"/>
              </a:ext>
            </a:extLst>
          </p:cNvPr>
          <p:cNvSpPr/>
          <p:nvPr userDrawn="1"/>
        </p:nvSpPr>
        <p:spPr>
          <a:xfrm rot="13878819">
            <a:off x="11237857" y="-276754"/>
            <a:ext cx="435455" cy="559046"/>
          </a:xfrm>
          <a:prstGeom prst="triangle">
            <a:avLst>
              <a:gd name="adj" fmla="val 2439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riangle 27">
            <a:extLst>
              <a:ext uri="{FF2B5EF4-FFF2-40B4-BE49-F238E27FC236}">
                <a16:creationId xmlns:a16="http://schemas.microsoft.com/office/drawing/2014/main" id="{4FFF1C6C-C2FF-4017-FC6B-84E0C8849807}"/>
              </a:ext>
            </a:extLst>
          </p:cNvPr>
          <p:cNvSpPr/>
          <p:nvPr userDrawn="1"/>
        </p:nvSpPr>
        <p:spPr>
          <a:xfrm rot="3502816">
            <a:off x="-52431" y="3751806"/>
            <a:ext cx="356281" cy="457401"/>
          </a:xfrm>
          <a:prstGeom prst="triangle">
            <a:avLst>
              <a:gd name="adj" fmla="val 24397"/>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18258581"/>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Take aways">
    <p:bg>
      <p:bgPr>
        <a:solidFill>
          <a:schemeClr val="bg1"/>
        </a:solidFill>
        <a:effectLst/>
      </p:bgPr>
    </p:bg>
    <p:spTree>
      <p:nvGrpSpPr>
        <p:cNvPr id="1" name=""/>
        <p:cNvGrpSpPr/>
        <p:nvPr/>
      </p:nvGrpSpPr>
      <p:grpSpPr>
        <a:xfrm>
          <a:off x="0" y="0"/>
          <a:ext cx="0" cy="0"/>
          <a:chOff x="0" y="0"/>
          <a:chExt cx="0" cy="0"/>
        </a:xfrm>
      </p:grpSpPr>
      <p:sp>
        <p:nvSpPr>
          <p:cNvPr id="41" name="Rounded Rectangle 40">
            <a:extLst>
              <a:ext uri="{FF2B5EF4-FFF2-40B4-BE49-F238E27FC236}">
                <a16:creationId xmlns:a16="http://schemas.microsoft.com/office/drawing/2014/main" id="{7D52BFEA-6037-6A28-3333-3DC6DFB00A3F}"/>
              </a:ext>
            </a:extLst>
          </p:cNvPr>
          <p:cNvSpPr/>
          <p:nvPr userDrawn="1"/>
        </p:nvSpPr>
        <p:spPr>
          <a:xfrm>
            <a:off x="0" y="-3803"/>
            <a:ext cx="12192000" cy="6857999"/>
          </a:xfrm>
          <a:prstGeom prst="roundRect">
            <a:avLst>
              <a:gd name="adj" fmla="val 0"/>
            </a:avLst>
          </a:prstGeom>
          <a:solidFill>
            <a:srgbClr val="D8F2F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descr="Logo, company name&#10;&#10;Description automatically generated">
            <a:extLst>
              <a:ext uri="{FF2B5EF4-FFF2-40B4-BE49-F238E27FC236}">
                <a16:creationId xmlns:a16="http://schemas.microsoft.com/office/drawing/2014/main" id="{48F18216-0FC1-C40F-2134-BCAA5907D18C}"/>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24052" y="283907"/>
            <a:ext cx="1486870" cy="344954"/>
          </a:xfrm>
          <a:prstGeom prst="rect">
            <a:avLst/>
          </a:prstGeom>
        </p:spPr>
      </p:pic>
      <p:sp>
        <p:nvSpPr>
          <p:cNvPr id="26" name="Triangle 25">
            <a:extLst>
              <a:ext uri="{FF2B5EF4-FFF2-40B4-BE49-F238E27FC236}">
                <a16:creationId xmlns:a16="http://schemas.microsoft.com/office/drawing/2014/main" id="{3024373E-6BC7-254F-5E34-AA2247203837}"/>
              </a:ext>
            </a:extLst>
          </p:cNvPr>
          <p:cNvSpPr/>
          <p:nvPr userDrawn="1"/>
        </p:nvSpPr>
        <p:spPr>
          <a:xfrm rot="18675952">
            <a:off x="3036313" y="4809780"/>
            <a:ext cx="600690" cy="840530"/>
          </a:xfrm>
          <a:prstGeom prst="triangle">
            <a:avLst>
              <a:gd name="adj" fmla="val 64148"/>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riangle 26">
            <a:extLst>
              <a:ext uri="{FF2B5EF4-FFF2-40B4-BE49-F238E27FC236}">
                <a16:creationId xmlns:a16="http://schemas.microsoft.com/office/drawing/2014/main" id="{BCF6B014-19ED-4A86-DA61-361AD8039E92}"/>
              </a:ext>
            </a:extLst>
          </p:cNvPr>
          <p:cNvSpPr/>
          <p:nvPr userDrawn="1"/>
        </p:nvSpPr>
        <p:spPr>
          <a:xfrm rot="13878819">
            <a:off x="10845853" y="165880"/>
            <a:ext cx="721252" cy="925958"/>
          </a:xfrm>
          <a:prstGeom prst="triangle">
            <a:avLst>
              <a:gd name="adj" fmla="val 2439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riangle 27">
            <a:extLst>
              <a:ext uri="{FF2B5EF4-FFF2-40B4-BE49-F238E27FC236}">
                <a16:creationId xmlns:a16="http://schemas.microsoft.com/office/drawing/2014/main" id="{4FFF1C6C-C2FF-4017-FC6B-84E0C8849807}"/>
              </a:ext>
            </a:extLst>
          </p:cNvPr>
          <p:cNvSpPr/>
          <p:nvPr userDrawn="1"/>
        </p:nvSpPr>
        <p:spPr>
          <a:xfrm rot="3502816">
            <a:off x="1670030" y="4003208"/>
            <a:ext cx="641709" cy="823840"/>
          </a:xfrm>
          <a:prstGeom prst="triangle">
            <a:avLst>
              <a:gd name="adj" fmla="val 24397"/>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5" name="Group 24">
            <a:extLst>
              <a:ext uri="{FF2B5EF4-FFF2-40B4-BE49-F238E27FC236}">
                <a16:creationId xmlns:a16="http://schemas.microsoft.com/office/drawing/2014/main" id="{8C85ECF7-803C-EFAB-8CD1-48CF5F9F42B7}"/>
              </a:ext>
            </a:extLst>
          </p:cNvPr>
          <p:cNvGrpSpPr/>
          <p:nvPr userDrawn="1"/>
        </p:nvGrpSpPr>
        <p:grpSpPr>
          <a:xfrm>
            <a:off x="1690648" y="1631215"/>
            <a:ext cx="2160000" cy="2160000"/>
            <a:chOff x="2318380" y="2227422"/>
            <a:chExt cx="2160000" cy="2160000"/>
          </a:xfrm>
        </p:grpSpPr>
        <p:sp>
          <p:nvSpPr>
            <p:cNvPr id="29" name="Rounded Rectangle 28">
              <a:extLst>
                <a:ext uri="{FF2B5EF4-FFF2-40B4-BE49-F238E27FC236}">
                  <a16:creationId xmlns:a16="http://schemas.microsoft.com/office/drawing/2014/main" id="{CE5E1C9F-998E-9AAD-98D6-0A6E6E7D05A0}"/>
                </a:ext>
              </a:extLst>
            </p:cNvPr>
            <p:cNvSpPr/>
            <p:nvPr/>
          </p:nvSpPr>
          <p:spPr>
            <a:xfrm>
              <a:off x="2318380" y="2227422"/>
              <a:ext cx="2160000" cy="2160000"/>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90000" tIns="90000" rIns="90000" bIns="180000" rtlCol="0" anchor="b">
              <a:noAutofit/>
            </a:bodyPr>
            <a:lstStyle/>
            <a:p>
              <a:pPr algn="ctr"/>
              <a:r>
                <a:rPr lang="en-US" sz="2400" b="1" spc="-100">
                  <a:solidFill>
                    <a:schemeClr val="bg1"/>
                  </a:solidFill>
                  <a:latin typeface="Open Sans" panose="020B0606030504020204" pitchFamily="34" charset="0"/>
                  <a:ea typeface="Open Sans" panose="020B0606030504020204" pitchFamily="34" charset="0"/>
                  <a:cs typeface="Open Sans" panose="020B0606030504020204" pitchFamily="34" charset="0"/>
                </a:rPr>
                <a:t>Take aways</a:t>
              </a:r>
            </a:p>
          </p:txBody>
        </p:sp>
        <p:pic>
          <p:nvPicPr>
            <p:cNvPr id="30" name="Graphic 29" descr="Lights On with solid fill">
              <a:extLst>
                <a:ext uri="{FF2B5EF4-FFF2-40B4-BE49-F238E27FC236}">
                  <a16:creationId xmlns:a16="http://schemas.microsoft.com/office/drawing/2014/main" id="{4D99DE75-A739-00CC-4577-BB3CAE722940}"/>
                </a:ext>
              </a:extLst>
            </p:cNvPr>
            <p:cNvPicPr>
              <a:picLocks noChangeAspect="1"/>
            </p:cNvPicPr>
            <p:nvPr/>
          </p:nvPicPr>
          <p:blipFill>
            <a:blip r:embed="rId3">
              <a:extLst>
                <a:ext uri="{96DAC541-7B7A-43D3-8B79-37D633B846F1}">
                  <asvg:svgBlip xmlns:asvg="http://schemas.microsoft.com/office/drawing/2016/SVG/main" r:embed="rId4"/>
                </a:ext>
              </a:extLst>
            </a:blip>
            <a:srcRect/>
            <a:stretch/>
          </p:blipFill>
          <p:spPr>
            <a:xfrm>
              <a:off x="2858380" y="2539682"/>
              <a:ext cx="1080000" cy="1080000"/>
            </a:xfrm>
            <a:prstGeom prst="rect">
              <a:avLst/>
            </a:prstGeom>
          </p:spPr>
        </p:pic>
      </p:grpSp>
      <p:sp>
        <p:nvSpPr>
          <p:cNvPr id="34" name="Rounded Rectangle 33">
            <a:extLst>
              <a:ext uri="{FF2B5EF4-FFF2-40B4-BE49-F238E27FC236}">
                <a16:creationId xmlns:a16="http://schemas.microsoft.com/office/drawing/2014/main" id="{A54C1E3E-9E91-12CA-9BE5-E6D56F0AAD35}"/>
              </a:ext>
            </a:extLst>
          </p:cNvPr>
          <p:cNvSpPr>
            <a:spLocks noChangeAspect="1"/>
          </p:cNvSpPr>
          <p:nvPr userDrawn="1"/>
        </p:nvSpPr>
        <p:spPr>
          <a:xfrm>
            <a:off x="5019040" y="1357240"/>
            <a:ext cx="449202" cy="450000"/>
          </a:xfrm>
          <a:prstGeom prst="round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TextBox 34">
            <a:extLst>
              <a:ext uri="{FF2B5EF4-FFF2-40B4-BE49-F238E27FC236}">
                <a16:creationId xmlns:a16="http://schemas.microsoft.com/office/drawing/2014/main" id="{4F147FE1-5B59-9FF6-9E7C-2ADAF298AF38}"/>
              </a:ext>
            </a:extLst>
          </p:cNvPr>
          <p:cNvSpPr txBox="1"/>
          <p:nvPr userDrawn="1"/>
        </p:nvSpPr>
        <p:spPr>
          <a:xfrm>
            <a:off x="5033954" y="1371751"/>
            <a:ext cx="413999" cy="415498"/>
          </a:xfrm>
          <a:prstGeom prst="rect">
            <a:avLst/>
          </a:prstGeom>
          <a:noFill/>
        </p:spPr>
        <p:txBody>
          <a:bodyPr wrap="square" rtlCol="0" anchor="ctr">
            <a:spAutoFit/>
          </a:bodyPr>
          <a:lstStyle/>
          <a:p>
            <a:pPr algn="ctr"/>
            <a:r>
              <a:rPr lang="en-US" sz="2100" b="1">
                <a:solidFill>
                  <a:schemeClr val="bg1"/>
                </a:solidFill>
                <a:latin typeface="Open Sans" panose="020B0606030504020204" pitchFamily="34" charset="0"/>
                <a:ea typeface="Open Sans" panose="020B0606030504020204" pitchFamily="34" charset="0"/>
                <a:cs typeface="Open Sans" panose="020B0606030504020204" pitchFamily="34" charset="0"/>
              </a:rPr>
              <a:t>1</a:t>
            </a:r>
          </a:p>
        </p:txBody>
      </p:sp>
      <p:sp>
        <p:nvSpPr>
          <p:cNvPr id="36" name="Rounded Rectangle 35">
            <a:extLst>
              <a:ext uri="{FF2B5EF4-FFF2-40B4-BE49-F238E27FC236}">
                <a16:creationId xmlns:a16="http://schemas.microsoft.com/office/drawing/2014/main" id="{F9CA8923-E690-31EA-B0B1-E246457EBF9F}"/>
              </a:ext>
            </a:extLst>
          </p:cNvPr>
          <p:cNvSpPr>
            <a:spLocks noChangeAspect="1"/>
          </p:cNvSpPr>
          <p:nvPr userDrawn="1"/>
        </p:nvSpPr>
        <p:spPr>
          <a:xfrm>
            <a:off x="5019040" y="3008964"/>
            <a:ext cx="449202" cy="450000"/>
          </a:xfrm>
          <a:prstGeom prst="round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TextBox 36">
            <a:extLst>
              <a:ext uri="{FF2B5EF4-FFF2-40B4-BE49-F238E27FC236}">
                <a16:creationId xmlns:a16="http://schemas.microsoft.com/office/drawing/2014/main" id="{13865C59-B6E7-52FD-7890-F72F8E2BB320}"/>
              </a:ext>
            </a:extLst>
          </p:cNvPr>
          <p:cNvSpPr txBox="1"/>
          <p:nvPr userDrawn="1"/>
        </p:nvSpPr>
        <p:spPr>
          <a:xfrm>
            <a:off x="5033954" y="3023475"/>
            <a:ext cx="413999" cy="415498"/>
          </a:xfrm>
          <a:prstGeom prst="rect">
            <a:avLst/>
          </a:prstGeom>
          <a:noFill/>
        </p:spPr>
        <p:txBody>
          <a:bodyPr wrap="square" rtlCol="0" anchor="ctr">
            <a:spAutoFit/>
          </a:bodyPr>
          <a:lstStyle/>
          <a:p>
            <a:pPr algn="ctr"/>
            <a:r>
              <a:rPr lang="en-US" sz="2100" b="1">
                <a:solidFill>
                  <a:schemeClr val="bg1"/>
                </a:solidFill>
                <a:latin typeface="Open Sans" panose="020B0606030504020204" pitchFamily="34" charset="0"/>
                <a:ea typeface="Open Sans" panose="020B0606030504020204" pitchFamily="34" charset="0"/>
                <a:cs typeface="Open Sans" panose="020B0606030504020204" pitchFamily="34" charset="0"/>
              </a:rPr>
              <a:t>2</a:t>
            </a:r>
          </a:p>
        </p:txBody>
      </p:sp>
      <p:sp>
        <p:nvSpPr>
          <p:cNvPr id="38" name="Rounded Rectangle 37">
            <a:extLst>
              <a:ext uri="{FF2B5EF4-FFF2-40B4-BE49-F238E27FC236}">
                <a16:creationId xmlns:a16="http://schemas.microsoft.com/office/drawing/2014/main" id="{0560D423-1606-37CB-E894-29DC9C5159C7}"/>
              </a:ext>
            </a:extLst>
          </p:cNvPr>
          <p:cNvSpPr>
            <a:spLocks noChangeAspect="1"/>
          </p:cNvSpPr>
          <p:nvPr userDrawn="1"/>
        </p:nvSpPr>
        <p:spPr>
          <a:xfrm>
            <a:off x="5019040" y="4712590"/>
            <a:ext cx="449202" cy="450000"/>
          </a:xfrm>
          <a:prstGeom prst="round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TextBox 38">
            <a:extLst>
              <a:ext uri="{FF2B5EF4-FFF2-40B4-BE49-F238E27FC236}">
                <a16:creationId xmlns:a16="http://schemas.microsoft.com/office/drawing/2014/main" id="{86FCECB2-36B1-868E-9C99-12FE02D838E6}"/>
              </a:ext>
            </a:extLst>
          </p:cNvPr>
          <p:cNvSpPr txBox="1"/>
          <p:nvPr userDrawn="1"/>
        </p:nvSpPr>
        <p:spPr>
          <a:xfrm>
            <a:off x="5033954" y="4727101"/>
            <a:ext cx="413999" cy="415498"/>
          </a:xfrm>
          <a:prstGeom prst="rect">
            <a:avLst/>
          </a:prstGeom>
          <a:noFill/>
          <a:ln>
            <a:noFill/>
          </a:ln>
        </p:spPr>
        <p:txBody>
          <a:bodyPr wrap="square" rtlCol="0" anchor="ctr">
            <a:spAutoFit/>
          </a:bodyPr>
          <a:lstStyle/>
          <a:p>
            <a:pPr algn="ctr"/>
            <a:r>
              <a:rPr lang="en-US" sz="2100" b="1">
                <a:solidFill>
                  <a:schemeClr val="bg1"/>
                </a:solidFill>
                <a:latin typeface="Open Sans" panose="020B0606030504020204" pitchFamily="34" charset="0"/>
                <a:ea typeface="Open Sans" panose="020B0606030504020204" pitchFamily="34" charset="0"/>
                <a:cs typeface="Open Sans" panose="020B0606030504020204" pitchFamily="34" charset="0"/>
              </a:rPr>
              <a:t>3</a:t>
            </a:r>
          </a:p>
        </p:txBody>
      </p:sp>
      <p:sp>
        <p:nvSpPr>
          <p:cNvPr id="40" name="Text Placeholder 15">
            <a:extLst>
              <a:ext uri="{FF2B5EF4-FFF2-40B4-BE49-F238E27FC236}">
                <a16:creationId xmlns:a16="http://schemas.microsoft.com/office/drawing/2014/main" id="{E4108EB8-5569-B654-FB88-6B9BE76FF429}"/>
              </a:ext>
            </a:extLst>
          </p:cNvPr>
          <p:cNvSpPr>
            <a:spLocks noGrp="1"/>
          </p:cNvSpPr>
          <p:nvPr>
            <p:ph type="body" sz="quarter" idx="14" hasCustomPrompt="1"/>
          </p:nvPr>
        </p:nvSpPr>
        <p:spPr>
          <a:xfrm>
            <a:off x="5781040" y="1357240"/>
            <a:ext cx="5425440" cy="1517984"/>
          </a:xfrm>
        </p:spPr>
        <p:txBody>
          <a:bodyPr>
            <a:noAutofit/>
          </a:bodyPr>
          <a:lstStyle>
            <a:lvl1pPr marL="0" indent="0">
              <a:buNone/>
              <a:defRPr sz="1800" b="0" spc="0"/>
            </a:lvl1pPr>
            <a:lvl2pPr marL="457200" indent="0">
              <a:buNone/>
              <a:defRPr/>
            </a:lvl2pPr>
            <a:lvl3pPr marL="914400" indent="0">
              <a:buNone/>
              <a:defRPr/>
            </a:lvl3pPr>
            <a:lvl4pPr marL="1371600" indent="0">
              <a:buNone/>
              <a:defRPr/>
            </a:lvl4pPr>
            <a:lvl5pPr marL="1828800" indent="0">
              <a:buNone/>
              <a:defRPr/>
            </a:lvl5pPr>
          </a:lstStyle>
          <a:p>
            <a:pPr lvl="0"/>
            <a:r>
              <a:rPr lang="en-GB"/>
              <a:t>Insert Take aways copy here</a:t>
            </a:r>
            <a:endParaRPr lang="en-US"/>
          </a:p>
        </p:txBody>
      </p:sp>
      <p:sp>
        <p:nvSpPr>
          <p:cNvPr id="42" name="Text Placeholder 15">
            <a:extLst>
              <a:ext uri="{FF2B5EF4-FFF2-40B4-BE49-F238E27FC236}">
                <a16:creationId xmlns:a16="http://schemas.microsoft.com/office/drawing/2014/main" id="{653492A7-FF67-BEBE-D70B-A4520A560717}"/>
              </a:ext>
            </a:extLst>
          </p:cNvPr>
          <p:cNvSpPr>
            <a:spLocks noGrp="1"/>
          </p:cNvSpPr>
          <p:nvPr>
            <p:ph type="body" sz="quarter" idx="15" hasCustomPrompt="1"/>
          </p:nvPr>
        </p:nvSpPr>
        <p:spPr>
          <a:xfrm>
            <a:off x="5781040" y="2993000"/>
            <a:ext cx="5425440" cy="1517984"/>
          </a:xfrm>
        </p:spPr>
        <p:txBody>
          <a:bodyPr>
            <a:noAutofit/>
          </a:bodyPr>
          <a:lstStyle>
            <a:lvl1pPr marL="0" indent="0">
              <a:buNone/>
              <a:defRPr sz="1800" b="0" spc="0"/>
            </a:lvl1pPr>
            <a:lvl2pPr marL="457200" indent="0">
              <a:buNone/>
              <a:defRPr/>
            </a:lvl2pPr>
            <a:lvl3pPr marL="914400" indent="0">
              <a:buNone/>
              <a:defRPr/>
            </a:lvl3pPr>
            <a:lvl4pPr marL="1371600" indent="0">
              <a:buNone/>
              <a:defRPr/>
            </a:lvl4pPr>
            <a:lvl5pPr marL="1828800" indent="0">
              <a:buNone/>
              <a:defRPr/>
            </a:lvl5pPr>
          </a:lstStyle>
          <a:p>
            <a:pPr lvl="0"/>
            <a:r>
              <a:rPr lang="en-GB"/>
              <a:t>Insert Take aways copy here</a:t>
            </a:r>
            <a:endParaRPr lang="en-US"/>
          </a:p>
        </p:txBody>
      </p:sp>
      <p:sp>
        <p:nvSpPr>
          <p:cNvPr id="43" name="Text Placeholder 15">
            <a:extLst>
              <a:ext uri="{FF2B5EF4-FFF2-40B4-BE49-F238E27FC236}">
                <a16:creationId xmlns:a16="http://schemas.microsoft.com/office/drawing/2014/main" id="{C148C624-8AC7-EE62-E408-C52D54B60D04}"/>
              </a:ext>
            </a:extLst>
          </p:cNvPr>
          <p:cNvSpPr>
            <a:spLocks noGrp="1"/>
          </p:cNvSpPr>
          <p:nvPr>
            <p:ph type="body" sz="quarter" idx="16" hasCustomPrompt="1"/>
          </p:nvPr>
        </p:nvSpPr>
        <p:spPr>
          <a:xfrm>
            <a:off x="5781040" y="4720200"/>
            <a:ext cx="5425440" cy="1517984"/>
          </a:xfrm>
        </p:spPr>
        <p:txBody>
          <a:bodyPr>
            <a:noAutofit/>
          </a:bodyPr>
          <a:lstStyle>
            <a:lvl1pPr marL="0" indent="0">
              <a:buNone/>
              <a:defRPr sz="1800" b="0" spc="0"/>
            </a:lvl1pPr>
            <a:lvl2pPr marL="457200" indent="0">
              <a:buNone/>
              <a:defRPr/>
            </a:lvl2pPr>
            <a:lvl3pPr marL="914400" indent="0">
              <a:buNone/>
              <a:defRPr/>
            </a:lvl3pPr>
            <a:lvl4pPr marL="1371600" indent="0">
              <a:buNone/>
              <a:defRPr/>
            </a:lvl4pPr>
            <a:lvl5pPr marL="1828800" indent="0">
              <a:buNone/>
              <a:defRPr/>
            </a:lvl5pPr>
          </a:lstStyle>
          <a:p>
            <a:pPr lvl="0"/>
            <a:r>
              <a:rPr lang="en-GB"/>
              <a:t>Insert Take aways copy here</a:t>
            </a:r>
            <a:endParaRPr lang="en-US"/>
          </a:p>
        </p:txBody>
      </p:sp>
    </p:spTree>
    <p:extLst>
      <p:ext uri="{BB962C8B-B14F-4D97-AF65-F5344CB8AC3E}">
        <p14:creationId xmlns:p14="http://schemas.microsoft.com/office/powerpoint/2010/main" val="943933214"/>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5_Blank">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FE271D07-6F42-A0A8-721C-57F63E819F8C}"/>
              </a:ext>
            </a:extLst>
          </p:cNvPr>
          <p:cNvSpPr/>
          <p:nvPr userDrawn="1"/>
        </p:nvSpPr>
        <p:spPr>
          <a:xfrm>
            <a:off x="6096000" y="904462"/>
            <a:ext cx="6109253" cy="5963478"/>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D3FA01A4-A9CB-BFD8-F925-0CD306C35D0C}"/>
              </a:ext>
            </a:extLst>
          </p:cNvPr>
          <p:cNvSpPr/>
          <p:nvPr userDrawn="1"/>
        </p:nvSpPr>
        <p:spPr>
          <a:xfrm>
            <a:off x="1" y="904462"/>
            <a:ext cx="6096000" cy="5963478"/>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0" name="Straight Connector 19">
            <a:extLst>
              <a:ext uri="{FF2B5EF4-FFF2-40B4-BE49-F238E27FC236}">
                <a16:creationId xmlns:a16="http://schemas.microsoft.com/office/drawing/2014/main" id="{4EB748C2-DCFA-6E3C-10A7-EE215786C56D}"/>
              </a:ext>
            </a:extLst>
          </p:cNvPr>
          <p:cNvCxnSpPr>
            <a:cxnSpLocks/>
          </p:cNvCxnSpPr>
          <p:nvPr userDrawn="1"/>
        </p:nvCxnSpPr>
        <p:spPr>
          <a:xfrm>
            <a:off x="7106478" y="649998"/>
            <a:ext cx="0" cy="6208002"/>
          </a:xfrm>
          <a:prstGeom prst="line">
            <a:avLst/>
          </a:prstGeom>
          <a:ln w="50800">
            <a:solidFill>
              <a:schemeClr val="bg1"/>
            </a:solidFill>
          </a:ln>
        </p:spPr>
        <p:style>
          <a:lnRef idx="1">
            <a:schemeClr val="accent5"/>
          </a:lnRef>
          <a:fillRef idx="0">
            <a:schemeClr val="accent5"/>
          </a:fillRef>
          <a:effectRef idx="0">
            <a:schemeClr val="accent5"/>
          </a:effectRef>
          <a:fontRef idx="minor">
            <a:schemeClr val="tx1"/>
          </a:fontRef>
        </p:style>
      </p:cxnSp>
      <p:sp>
        <p:nvSpPr>
          <p:cNvPr id="2" name="Title 1">
            <a:extLst>
              <a:ext uri="{FF2B5EF4-FFF2-40B4-BE49-F238E27FC236}">
                <a16:creationId xmlns:a16="http://schemas.microsoft.com/office/drawing/2014/main" id="{9BA8C45D-0532-A9C4-D395-E7C915C875BA}"/>
              </a:ext>
            </a:extLst>
          </p:cNvPr>
          <p:cNvSpPr>
            <a:spLocks noGrp="1"/>
          </p:cNvSpPr>
          <p:nvPr>
            <p:ph type="ctrTitle"/>
          </p:nvPr>
        </p:nvSpPr>
        <p:spPr>
          <a:xfrm>
            <a:off x="2850079" y="136526"/>
            <a:ext cx="9144000" cy="647244"/>
          </a:xfrm>
        </p:spPr>
        <p:txBody>
          <a:bodyPr anchor="b">
            <a:noAutofit/>
          </a:bodyPr>
          <a:lstStyle>
            <a:lvl1pPr algn="r">
              <a:defRPr sz="3600"/>
            </a:lvl1pPr>
          </a:lstStyle>
          <a:p>
            <a:r>
              <a:rPr lang="en-US"/>
              <a:t>Click to edit Master title style</a:t>
            </a:r>
          </a:p>
        </p:txBody>
      </p:sp>
    </p:spTree>
    <p:extLst>
      <p:ext uri="{BB962C8B-B14F-4D97-AF65-F5344CB8AC3E}">
        <p14:creationId xmlns:p14="http://schemas.microsoft.com/office/powerpoint/2010/main" val="2870686542"/>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6_Blank">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FE271D07-6F42-A0A8-721C-57F63E819F8C}"/>
              </a:ext>
            </a:extLst>
          </p:cNvPr>
          <p:cNvSpPr/>
          <p:nvPr userDrawn="1"/>
        </p:nvSpPr>
        <p:spPr>
          <a:xfrm>
            <a:off x="6096000" y="904462"/>
            <a:ext cx="6109253" cy="5963478"/>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D3FA01A4-A9CB-BFD8-F925-0CD306C35D0C}"/>
              </a:ext>
            </a:extLst>
          </p:cNvPr>
          <p:cNvSpPr/>
          <p:nvPr userDrawn="1"/>
        </p:nvSpPr>
        <p:spPr>
          <a:xfrm>
            <a:off x="1" y="904462"/>
            <a:ext cx="6096000" cy="5963478"/>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5B97942-DA8D-9C9C-4DFB-CAF86AA989AE}"/>
              </a:ext>
            </a:extLst>
          </p:cNvPr>
          <p:cNvSpPr>
            <a:spLocks noGrp="1"/>
          </p:cNvSpPr>
          <p:nvPr>
            <p:ph type="ctrTitle"/>
          </p:nvPr>
        </p:nvSpPr>
        <p:spPr>
          <a:xfrm>
            <a:off x="2850079" y="136526"/>
            <a:ext cx="9144000" cy="647244"/>
          </a:xfrm>
        </p:spPr>
        <p:txBody>
          <a:bodyPr anchor="b">
            <a:noAutofit/>
          </a:bodyPr>
          <a:lstStyle>
            <a:lvl1pPr algn="r">
              <a:defRPr sz="3600"/>
            </a:lvl1pPr>
          </a:lstStyle>
          <a:p>
            <a:r>
              <a:rPr lang="en-US"/>
              <a:t>Click to edit Master title style</a:t>
            </a:r>
          </a:p>
        </p:txBody>
      </p:sp>
    </p:spTree>
    <p:extLst>
      <p:ext uri="{BB962C8B-B14F-4D97-AF65-F5344CB8AC3E}">
        <p14:creationId xmlns:p14="http://schemas.microsoft.com/office/powerpoint/2010/main" val="3848310473"/>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7_Blank">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D3FA01A4-A9CB-BFD8-F925-0CD306C35D0C}"/>
              </a:ext>
            </a:extLst>
          </p:cNvPr>
          <p:cNvSpPr/>
          <p:nvPr userDrawn="1"/>
        </p:nvSpPr>
        <p:spPr>
          <a:xfrm>
            <a:off x="0" y="904462"/>
            <a:ext cx="12191999" cy="1170095"/>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B1F737B4-88B3-D9E8-6A05-32BC35D6D041}"/>
              </a:ext>
            </a:extLst>
          </p:cNvPr>
          <p:cNvSpPr/>
          <p:nvPr userDrawn="1"/>
        </p:nvSpPr>
        <p:spPr>
          <a:xfrm>
            <a:off x="6096000" y="904462"/>
            <a:ext cx="6096000" cy="1170095"/>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1">
            <a:extLst>
              <a:ext uri="{FF2B5EF4-FFF2-40B4-BE49-F238E27FC236}">
                <a16:creationId xmlns:a16="http://schemas.microsoft.com/office/drawing/2014/main" id="{EB5082AA-D923-4DE7-ACE0-4FE1C639FE46}"/>
              </a:ext>
            </a:extLst>
          </p:cNvPr>
          <p:cNvSpPr>
            <a:spLocks noGrp="1"/>
          </p:cNvSpPr>
          <p:nvPr>
            <p:ph type="ctrTitle"/>
          </p:nvPr>
        </p:nvSpPr>
        <p:spPr>
          <a:xfrm>
            <a:off x="2850079" y="136526"/>
            <a:ext cx="9144000" cy="647244"/>
          </a:xfrm>
        </p:spPr>
        <p:txBody>
          <a:bodyPr anchor="b">
            <a:noAutofit/>
          </a:bodyPr>
          <a:lstStyle>
            <a:lvl1pPr algn="r">
              <a:defRPr sz="3600"/>
            </a:lvl1pPr>
          </a:lstStyle>
          <a:p>
            <a:r>
              <a:rPr lang="en-US"/>
              <a:t>Click to edit Master title style</a:t>
            </a:r>
          </a:p>
        </p:txBody>
      </p:sp>
    </p:spTree>
    <p:extLst>
      <p:ext uri="{BB962C8B-B14F-4D97-AF65-F5344CB8AC3E}">
        <p14:creationId xmlns:p14="http://schemas.microsoft.com/office/powerpoint/2010/main" val="1157242079"/>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ProductRoadmap_4-Column">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92520A2C-61FC-9CDF-51F8-C3694511370A}"/>
              </a:ext>
            </a:extLst>
          </p:cNvPr>
          <p:cNvSpPr>
            <a:spLocks noGrp="1"/>
          </p:cNvSpPr>
          <p:nvPr>
            <p:ph type="dt" sz="half" idx="10"/>
          </p:nvPr>
        </p:nvSpPr>
        <p:spPr/>
        <p:txBody>
          <a:bodyPr/>
          <a:lstStyle/>
          <a:p>
            <a:fld id="{D38656C5-2DDE-454B-A78F-D9D73785D935}" type="datetimeFigureOut">
              <a:rPr lang="en-US" smtClean="0"/>
              <a:pPr/>
              <a:t>10/23/24</a:t>
            </a:fld>
            <a:endParaRPr lang="en-US"/>
          </a:p>
        </p:txBody>
      </p:sp>
      <p:sp>
        <p:nvSpPr>
          <p:cNvPr id="4" name="Footer Placeholder 3">
            <a:extLst>
              <a:ext uri="{FF2B5EF4-FFF2-40B4-BE49-F238E27FC236}">
                <a16:creationId xmlns:a16="http://schemas.microsoft.com/office/drawing/2014/main" id="{11242A05-4ED0-77DA-53F8-95B5590B95C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CF08539-1D1B-7E51-0AC9-762237C5C89A}"/>
              </a:ext>
            </a:extLst>
          </p:cNvPr>
          <p:cNvSpPr>
            <a:spLocks noGrp="1"/>
          </p:cNvSpPr>
          <p:nvPr>
            <p:ph type="sldNum" sz="quarter" idx="12"/>
          </p:nvPr>
        </p:nvSpPr>
        <p:spPr/>
        <p:txBody>
          <a:bodyPr/>
          <a:lstStyle/>
          <a:p>
            <a:fld id="{2BDFC5E2-9F0C-D24D-80A4-CB3D6FA65022}" type="slidenum">
              <a:rPr lang="en-US" smtClean="0"/>
              <a:pPr/>
              <a:t>‹#›</a:t>
            </a:fld>
            <a:endParaRPr lang="en-US"/>
          </a:p>
        </p:txBody>
      </p:sp>
      <p:sp>
        <p:nvSpPr>
          <p:cNvPr id="6" name="Pentagon 5">
            <a:extLst>
              <a:ext uri="{FF2B5EF4-FFF2-40B4-BE49-F238E27FC236}">
                <a16:creationId xmlns:a16="http://schemas.microsoft.com/office/drawing/2014/main" id="{91207054-F563-5FDA-6B0C-D4965E5C25E6}"/>
              </a:ext>
            </a:extLst>
          </p:cNvPr>
          <p:cNvSpPr/>
          <p:nvPr userDrawn="1"/>
        </p:nvSpPr>
        <p:spPr>
          <a:xfrm>
            <a:off x="9585689" y="887624"/>
            <a:ext cx="2604962" cy="301906"/>
          </a:xfrm>
          <a:prstGeom prst="homePlate">
            <a:avLst/>
          </a:prstGeom>
          <a:gradFill>
            <a:gsLst>
              <a:gs pos="40000">
                <a:schemeClr val="accent2"/>
              </a:gs>
              <a:gs pos="0">
                <a:schemeClr val="bg1"/>
              </a:gs>
              <a:gs pos="100000">
                <a:schemeClr val="accent2"/>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b="1">
              <a:latin typeface="Open Sans" panose="020B0606030504020204" pitchFamily="34" charset="0"/>
              <a:ea typeface="Open Sans" panose="020B0606030504020204" pitchFamily="34" charset="0"/>
              <a:cs typeface="Open Sans" panose="020B0606030504020204" pitchFamily="34" charset="0"/>
            </a:endParaRPr>
          </a:p>
        </p:txBody>
      </p:sp>
      <p:sp>
        <p:nvSpPr>
          <p:cNvPr id="7" name="Pentagon 6">
            <a:extLst>
              <a:ext uri="{FF2B5EF4-FFF2-40B4-BE49-F238E27FC236}">
                <a16:creationId xmlns:a16="http://schemas.microsoft.com/office/drawing/2014/main" id="{A3C873F3-39AA-D371-1E89-0AE0E7DE3C16}"/>
              </a:ext>
            </a:extLst>
          </p:cNvPr>
          <p:cNvSpPr/>
          <p:nvPr userDrawn="1"/>
        </p:nvSpPr>
        <p:spPr>
          <a:xfrm>
            <a:off x="6904799" y="887624"/>
            <a:ext cx="2816972" cy="301906"/>
          </a:xfrm>
          <a:prstGeom prst="homePlate">
            <a:avLst/>
          </a:prstGeom>
          <a:gradFill>
            <a:gsLst>
              <a:gs pos="40000">
                <a:schemeClr val="accent2"/>
              </a:gs>
              <a:gs pos="0">
                <a:schemeClr val="bg1"/>
              </a:gs>
              <a:gs pos="100000">
                <a:schemeClr val="accent2"/>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b="1">
              <a:latin typeface="Open Sans" panose="020B0606030504020204" pitchFamily="34" charset="0"/>
              <a:ea typeface="Open Sans" panose="020B0606030504020204" pitchFamily="34" charset="0"/>
              <a:cs typeface="Open Sans" panose="020B0606030504020204" pitchFamily="34" charset="0"/>
            </a:endParaRPr>
          </a:p>
        </p:txBody>
      </p:sp>
      <p:sp>
        <p:nvSpPr>
          <p:cNvPr id="8" name="Pentagon 7">
            <a:extLst>
              <a:ext uri="{FF2B5EF4-FFF2-40B4-BE49-F238E27FC236}">
                <a16:creationId xmlns:a16="http://schemas.microsoft.com/office/drawing/2014/main" id="{5EE94406-AABE-FFA5-793A-9FB919433AA3}"/>
              </a:ext>
            </a:extLst>
          </p:cNvPr>
          <p:cNvSpPr/>
          <p:nvPr userDrawn="1"/>
        </p:nvSpPr>
        <p:spPr>
          <a:xfrm>
            <a:off x="4253039" y="887624"/>
            <a:ext cx="2816972" cy="301906"/>
          </a:xfrm>
          <a:prstGeom prst="homePlate">
            <a:avLst/>
          </a:prstGeom>
          <a:gradFill>
            <a:gsLst>
              <a:gs pos="40000">
                <a:schemeClr val="accent2"/>
              </a:gs>
              <a:gs pos="0">
                <a:schemeClr val="bg1"/>
              </a:gs>
              <a:gs pos="100000">
                <a:schemeClr val="accent2"/>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b="1">
              <a:latin typeface="Open Sans" panose="020B0606030504020204" pitchFamily="34" charset="0"/>
              <a:ea typeface="Open Sans" panose="020B0606030504020204" pitchFamily="34" charset="0"/>
              <a:cs typeface="Open Sans" panose="020B0606030504020204" pitchFamily="34" charset="0"/>
            </a:endParaRPr>
          </a:p>
        </p:txBody>
      </p:sp>
      <p:sp>
        <p:nvSpPr>
          <p:cNvPr id="9" name="Rectangle 8">
            <a:extLst>
              <a:ext uri="{FF2B5EF4-FFF2-40B4-BE49-F238E27FC236}">
                <a16:creationId xmlns:a16="http://schemas.microsoft.com/office/drawing/2014/main" id="{B500C917-6D46-9E6A-0720-EEAE180242B4}"/>
              </a:ext>
            </a:extLst>
          </p:cNvPr>
          <p:cNvSpPr/>
          <p:nvPr userDrawn="1"/>
        </p:nvSpPr>
        <p:spPr>
          <a:xfrm>
            <a:off x="0" y="1229991"/>
            <a:ext cx="1615035" cy="1375646"/>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latin typeface="Open Sans" panose="020B0606030504020204" pitchFamily="34" charset="0"/>
              <a:ea typeface="Open Sans" panose="020B0606030504020204" pitchFamily="34" charset="0"/>
              <a:cs typeface="Open Sans" panose="020B0606030504020204" pitchFamily="34" charset="0"/>
            </a:endParaRPr>
          </a:p>
        </p:txBody>
      </p:sp>
      <p:sp>
        <p:nvSpPr>
          <p:cNvPr id="10" name="Rectangle 9">
            <a:extLst>
              <a:ext uri="{FF2B5EF4-FFF2-40B4-BE49-F238E27FC236}">
                <a16:creationId xmlns:a16="http://schemas.microsoft.com/office/drawing/2014/main" id="{9716AE5C-B58A-B539-BD3C-AE956A3A196C}"/>
              </a:ext>
            </a:extLst>
          </p:cNvPr>
          <p:cNvSpPr/>
          <p:nvPr userDrawn="1"/>
        </p:nvSpPr>
        <p:spPr>
          <a:xfrm>
            <a:off x="0" y="2647445"/>
            <a:ext cx="1615035" cy="1375646"/>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latin typeface="Open Sans" panose="020B0606030504020204" pitchFamily="34" charset="0"/>
              <a:ea typeface="Open Sans" panose="020B0606030504020204" pitchFamily="34" charset="0"/>
              <a:cs typeface="Open Sans" panose="020B0606030504020204" pitchFamily="34" charset="0"/>
            </a:endParaRPr>
          </a:p>
        </p:txBody>
      </p:sp>
      <p:sp>
        <p:nvSpPr>
          <p:cNvPr id="11" name="Rectangle 10">
            <a:extLst>
              <a:ext uri="{FF2B5EF4-FFF2-40B4-BE49-F238E27FC236}">
                <a16:creationId xmlns:a16="http://schemas.microsoft.com/office/drawing/2014/main" id="{2AC9FE3B-FC2B-A9BB-8FE4-D8EA5E8648E6}"/>
              </a:ext>
            </a:extLst>
          </p:cNvPr>
          <p:cNvSpPr/>
          <p:nvPr userDrawn="1"/>
        </p:nvSpPr>
        <p:spPr>
          <a:xfrm>
            <a:off x="0" y="4064899"/>
            <a:ext cx="1615035" cy="1375646"/>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latin typeface="Open Sans" panose="020B0606030504020204" pitchFamily="34" charset="0"/>
              <a:ea typeface="Open Sans" panose="020B0606030504020204" pitchFamily="34" charset="0"/>
              <a:cs typeface="Open Sans" panose="020B0606030504020204" pitchFamily="34" charset="0"/>
            </a:endParaRPr>
          </a:p>
        </p:txBody>
      </p:sp>
      <p:sp>
        <p:nvSpPr>
          <p:cNvPr id="12" name="Rectangle 11">
            <a:extLst>
              <a:ext uri="{FF2B5EF4-FFF2-40B4-BE49-F238E27FC236}">
                <a16:creationId xmlns:a16="http://schemas.microsoft.com/office/drawing/2014/main" id="{A73C66A3-9C5D-5C11-E054-CEFC323B9A27}"/>
              </a:ext>
            </a:extLst>
          </p:cNvPr>
          <p:cNvSpPr/>
          <p:nvPr userDrawn="1"/>
        </p:nvSpPr>
        <p:spPr>
          <a:xfrm>
            <a:off x="0" y="5482354"/>
            <a:ext cx="1615035" cy="1375646"/>
          </a:xfrm>
          <a:prstGeom prst="rect">
            <a:avLst/>
          </a:pr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latin typeface="Open Sans" panose="020B0606030504020204" pitchFamily="34" charset="0"/>
              <a:ea typeface="Open Sans" panose="020B0606030504020204" pitchFamily="34" charset="0"/>
              <a:cs typeface="Open Sans" panose="020B0606030504020204" pitchFamily="34" charset="0"/>
            </a:endParaRPr>
          </a:p>
        </p:txBody>
      </p:sp>
      <p:sp>
        <p:nvSpPr>
          <p:cNvPr id="13" name="Rectangle 12">
            <a:extLst>
              <a:ext uri="{FF2B5EF4-FFF2-40B4-BE49-F238E27FC236}">
                <a16:creationId xmlns:a16="http://schemas.microsoft.com/office/drawing/2014/main" id="{097DB080-5577-0F7C-B593-46E183F0D524}"/>
              </a:ext>
            </a:extLst>
          </p:cNvPr>
          <p:cNvSpPr/>
          <p:nvPr userDrawn="1"/>
        </p:nvSpPr>
        <p:spPr>
          <a:xfrm>
            <a:off x="1655495" y="1229991"/>
            <a:ext cx="2597544" cy="1375646"/>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171450" indent="-171450">
              <a:buFont typeface="Arial" panose="020B0604020202020204" pitchFamily="34" charset="0"/>
              <a:buChar char="•"/>
            </a:pPr>
            <a:endParaRPr lang="en-US" sz="900">
              <a:solidFill>
                <a:schemeClr val="bg2">
                  <a:lumMod val="25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4" name="Rectangle 13">
            <a:extLst>
              <a:ext uri="{FF2B5EF4-FFF2-40B4-BE49-F238E27FC236}">
                <a16:creationId xmlns:a16="http://schemas.microsoft.com/office/drawing/2014/main" id="{28216F44-2D95-ACB2-1A78-EBE74D83D591}"/>
              </a:ext>
            </a:extLst>
          </p:cNvPr>
          <p:cNvSpPr/>
          <p:nvPr userDrawn="1"/>
        </p:nvSpPr>
        <p:spPr>
          <a:xfrm>
            <a:off x="9593781" y="1229991"/>
            <a:ext cx="2597544" cy="1375646"/>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endParaRPr lang="en-US" sz="900">
              <a:solidFill>
                <a:schemeClr val="bg2">
                  <a:lumMod val="25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5" name="Rectangle 14">
            <a:extLst>
              <a:ext uri="{FF2B5EF4-FFF2-40B4-BE49-F238E27FC236}">
                <a16:creationId xmlns:a16="http://schemas.microsoft.com/office/drawing/2014/main" id="{5CD490A1-4179-952C-0C64-12311238701C}"/>
              </a:ext>
            </a:extLst>
          </p:cNvPr>
          <p:cNvSpPr/>
          <p:nvPr userDrawn="1"/>
        </p:nvSpPr>
        <p:spPr>
          <a:xfrm>
            <a:off x="4301590" y="1229991"/>
            <a:ext cx="2597544" cy="1375646"/>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endParaRPr lang="en-US" sz="900">
              <a:solidFill>
                <a:schemeClr val="bg2">
                  <a:lumMod val="25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6" name="Rectangle 15">
            <a:extLst>
              <a:ext uri="{FF2B5EF4-FFF2-40B4-BE49-F238E27FC236}">
                <a16:creationId xmlns:a16="http://schemas.microsoft.com/office/drawing/2014/main" id="{51128F13-C1D6-F4A6-88EB-1A40977B9C7B}"/>
              </a:ext>
            </a:extLst>
          </p:cNvPr>
          <p:cNvSpPr/>
          <p:nvPr userDrawn="1"/>
        </p:nvSpPr>
        <p:spPr>
          <a:xfrm>
            <a:off x="6947685" y="1229991"/>
            <a:ext cx="2597544" cy="1375646"/>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endParaRPr lang="en-US" sz="900">
              <a:solidFill>
                <a:schemeClr val="bg2">
                  <a:lumMod val="25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7" name="Rectangle 16">
            <a:extLst>
              <a:ext uri="{FF2B5EF4-FFF2-40B4-BE49-F238E27FC236}">
                <a16:creationId xmlns:a16="http://schemas.microsoft.com/office/drawing/2014/main" id="{B595475B-072D-991F-C9ED-15EC9213EAA3}"/>
              </a:ext>
            </a:extLst>
          </p:cNvPr>
          <p:cNvSpPr/>
          <p:nvPr userDrawn="1"/>
        </p:nvSpPr>
        <p:spPr>
          <a:xfrm>
            <a:off x="1655495" y="2647445"/>
            <a:ext cx="2597544" cy="1375646"/>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endParaRPr lang="en-US" sz="900">
              <a:solidFill>
                <a:schemeClr val="bg2">
                  <a:lumMod val="25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8" name="Rectangle 17">
            <a:extLst>
              <a:ext uri="{FF2B5EF4-FFF2-40B4-BE49-F238E27FC236}">
                <a16:creationId xmlns:a16="http://schemas.microsoft.com/office/drawing/2014/main" id="{CF8ACB84-B401-9AD8-98B7-7D2F950BC387}"/>
              </a:ext>
            </a:extLst>
          </p:cNvPr>
          <p:cNvSpPr/>
          <p:nvPr userDrawn="1"/>
        </p:nvSpPr>
        <p:spPr>
          <a:xfrm>
            <a:off x="9593781" y="2647445"/>
            <a:ext cx="2597544" cy="1375646"/>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endParaRPr lang="en-US" sz="900">
              <a:solidFill>
                <a:schemeClr val="bg2">
                  <a:lumMod val="25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9" name="Rectangle 18">
            <a:extLst>
              <a:ext uri="{FF2B5EF4-FFF2-40B4-BE49-F238E27FC236}">
                <a16:creationId xmlns:a16="http://schemas.microsoft.com/office/drawing/2014/main" id="{73F08C6F-FD6C-38AC-748E-ADEFF359777C}"/>
              </a:ext>
            </a:extLst>
          </p:cNvPr>
          <p:cNvSpPr/>
          <p:nvPr userDrawn="1"/>
        </p:nvSpPr>
        <p:spPr>
          <a:xfrm>
            <a:off x="4301590" y="2647445"/>
            <a:ext cx="2597544" cy="1375646"/>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endParaRPr lang="en-US" sz="900">
              <a:solidFill>
                <a:schemeClr val="bg2">
                  <a:lumMod val="25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0" name="Rectangle 19">
            <a:extLst>
              <a:ext uri="{FF2B5EF4-FFF2-40B4-BE49-F238E27FC236}">
                <a16:creationId xmlns:a16="http://schemas.microsoft.com/office/drawing/2014/main" id="{4BC1B2A9-76FD-9114-B6A2-DF7949D47BD2}"/>
              </a:ext>
            </a:extLst>
          </p:cNvPr>
          <p:cNvSpPr/>
          <p:nvPr userDrawn="1"/>
        </p:nvSpPr>
        <p:spPr>
          <a:xfrm>
            <a:off x="6947685" y="2647445"/>
            <a:ext cx="2597544" cy="1375646"/>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endParaRPr lang="en-US" sz="900">
              <a:solidFill>
                <a:schemeClr val="bg2">
                  <a:lumMod val="25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1" name="Rectangle 20">
            <a:extLst>
              <a:ext uri="{FF2B5EF4-FFF2-40B4-BE49-F238E27FC236}">
                <a16:creationId xmlns:a16="http://schemas.microsoft.com/office/drawing/2014/main" id="{8F849A48-4927-CCDB-4A97-81527FC48FE7}"/>
              </a:ext>
            </a:extLst>
          </p:cNvPr>
          <p:cNvSpPr/>
          <p:nvPr userDrawn="1"/>
        </p:nvSpPr>
        <p:spPr>
          <a:xfrm>
            <a:off x="1655495" y="4064899"/>
            <a:ext cx="2597544" cy="1375646"/>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endParaRPr lang="en-US" sz="900">
              <a:solidFill>
                <a:schemeClr val="bg2">
                  <a:lumMod val="25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2" name="Rectangle 21">
            <a:extLst>
              <a:ext uri="{FF2B5EF4-FFF2-40B4-BE49-F238E27FC236}">
                <a16:creationId xmlns:a16="http://schemas.microsoft.com/office/drawing/2014/main" id="{CEEA0C1D-32CF-8A29-CE31-625FF0071BD8}"/>
              </a:ext>
            </a:extLst>
          </p:cNvPr>
          <p:cNvSpPr/>
          <p:nvPr userDrawn="1"/>
        </p:nvSpPr>
        <p:spPr>
          <a:xfrm>
            <a:off x="9593781" y="4064899"/>
            <a:ext cx="2597544" cy="1375646"/>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endParaRPr lang="en-US" sz="900">
              <a:solidFill>
                <a:schemeClr val="bg2">
                  <a:lumMod val="25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3" name="Rectangle 22">
            <a:extLst>
              <a:ext uri="{FF2B5EF4-FFF2-40B4-BE49-F238E27FC236}">
                <a16:creationId xmlns:a16="http://schemas.microsoft.com/office/drawing/2014/main" id="{BB187495-867D-08E5-1E0C-AC1D899AF964}"/>
              </a:ext>
            </a:extLst>
          </p:cNvPr>
          <p:cNvSpPr/>
          <p:nvPr userDrawn="1"/>
        </p:nvSpPr>
        <p:spPr>
          <a:xfrm>
            <a:off x="4301590" y="4064899"/>
            <a:ext cx="2597544" cy="1375646"/>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endParaRPr lang="en-US" sz="900">
              <a:solidFill>
                <a:schemeClr val="bg2">
                  <a:lumMod val="25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4" name="Rectangle 23">
            <a:extLst>
              <a:ext uri="{FF2B5EF4-FFF2-40B4-BE49-F238E27FC236}">
                <a16:creationId xmlns:a16="http://schemas.microsoft.com/office/drawing/2014/main" id="{7D942F59-1B41-7397-7B2C-A9834AF694C0}"/>
              </a:ext>
            </a:extLst>
          </p:cNvPr>
          <p:cNvSpPr/>
          <p:nvPr userDrawn="1"/>
        </p:nvSpPr>
        <p:spPr>
          <a:xfrm>
            <a:off x="6947685" y="4064899"/>
            <a:ext cx="2597544" cy="1375646"/>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endParaRPr lang="en-US" sz="900">
              <a:solidFill>
                <a:schemeClr val="bg2">
                  <a:lumMod val="25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5" name="Rectangle 24">
            <a:extLst>
              <a:ext uri="{FF2B5EF4-FFF2-40B4-BE49-F238E27FC236}">
                <a16:creationId xmlns:a16="http://schemas.microsoft.com/office/drawing/2014/main" id="{AF3C0E70-CB66-0FE6-448A-64FE0AC37CA7}"/>
              </a:ext>
            </a:extLst>
          </p:cNvPr>
          <p:cNvSpPr/>
          <p:nvPr userDrawn="1"/>
        </p:nvSpPr>
        <p:spPr>
          <a:xfrm>
            <a:off x="1655495" y="5482354"/>
            <a:ext cx="2597544" cy="1375646"/>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endParaRPr lang="en-US" sz="900">
              <a:solidFill>
                <a:schemeClr val="bg2">
                  <a:lumMod val="25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6" name="Rectangle 25">
            <a:extLst>
              <a:ext uri="{FF2B5EF4-FFF2-40B4-BE49-F238E27FC236}">
                <a16:creationId xmlns:a16="http://schemas.microsoft.com/office/drawing/2014/main" id="{85737BA2-5153-57DA-A17D-4AAC4B41FC22}"/>
              </a:ext>
            </a:extLst>
          </p:cNvPr>
          <p:cNvSpPr/>
          <p:nvPr userDrawn="1"/>
        </p:nvSpPr>
        <p:spPr>
          <a:xfrm>
            <a:off x="9593781" y="5482354"/>
            <a:ext cx="2597544" cy="1375646"/>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endParaRPr lang="en-US" sz="900">
              <a:solidFill>
                <a:schemeClr val="bg2">
                  <a:lumMod val="25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7" name="Rectangle 26">
            <a:extLst>
              <a:ext uri="{FF2B5EF4-FFF2-40B4-BE49-F238E27FC236}">
                <a16:creationId xmlns:a16="http://schemas.microsoft.com/office/drawing/2014/main" id="{F5882CB3-5262-CFEC-BE63-22E463F97511}"/>
              </a:ext>
            </a:extLst>
          </p:cNvPr>
          <p:cNvSpPr/>
          <p:nvPr userDrawn="1"/>
        </p:nvSpPr>
        <p:spPr>
          <a:xfrm>
            <a:off x="4301590" y="5482354"/>
            <a:ext cx="2597544" cy="1375646"/>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endParaRPr lang="en-US" sz="900">
              <a:solidFill>
                <a:schemeClr val="bg2">
                  <a:lumMod val="25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8" name="Rectangle 27">
            <a:extLst>
              <a:ext uri="{FF2B5EF4-FFF2-40B4-BE49-F238E27FC236}">
                <a16:creationId xmlns:a16="http://schemas.microsoft.com/office/drawing/2014/main" id="{D3075E4B-5A87-B38D-B59F-F90A99F30A56}"/>
              </a:ext>
            </a:extLst>
          </p:cNvPr>
          <p:cNvSpPr/>
          <p:nvPr userDrawn="1"/>
        </p:nvSpPr>
        <p:spPr>
          <a:xfrm>
            <a:off x="6947685" y="5482354"/>
            <a:ext cx="2597544" cy="1375646"/>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endParaRPr lang="en-US" sz="900">
              <a:solidFill>
                <a:schemeClr val="bg2">
                  <a:lumMod val="25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9" name="Pentagon 28">
            <a:extLst>
              <a:ext uri="{FF2B5EF4-FFF2-40B4-BE49-F238E27FC236}">
                <a16:creationId xmlns:a16="http://schemas.microsoft.com/office/drawing/2014/main" id="{978CBDC7-7AB9-1668-9D47-D0EBBB543CC4}"/>
              </a:ext>
            </a:extLst>
          </p:cNvPr>
          <p:cNvSpPr/>
          <p:nvPr userDrawn="1"/>
        </p:nvSpPr>
        <p:spPr>
          <a:xfrm>
            <a:off x="0" y="887624"/>
            <a:ext cx="4418251" cy="301906"/>
          </a:xfrm>
          <a:prstGeom prst="homePlate">
            <a:avLst/>
          </a:prstGeom>
          <a:gradFill>
            <a:gsLst>
              <a:gs pos="40000">
                <a:schemeClr val="accent2"/>
              </a:gs>
              <a:gs pos="0">
                <a:schemeClr val="bg1"/>
              </a:gs>
              <a:gs pos="100000">
                <a:schemeClr val="accent2"/>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b="1">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2388148487"/>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1_ProductRoadmap_4-Column">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92520A2C-61FC-9CDF-51F8-C3694511370A}"/>
              </a:ext>
            </a:extLst>
          </p:cNvPr>
          <p:cNvSpPr>
            <a:spLocks noGrp="1"/>
          </p:cNvSpPr>
          <p:nvPr>
            <p:ph type="dt" sz="half" idx="10"/>
          </p:nvPr>
        </p:nvSpPr>
        <p:spPr/>
        <p:txBody>
          <a:bodyPr/>
          <a:lstStyle/>
          <a:p>
            <a:fld id="{D38656C5-2DDE-454B-A78F-D9D73785D935}" type="datetimeFigureOut">
              <a:rPr lang="en-US" smtClean="0"/>
              <a:pPr/>
              <a:t>10/23/24</a:t>
            </a:fld>
            <a:endParaRPr lang="en-US"/>
          </a:p>
        </p:txBody>
      </p:sp>
      <p:sp>
        <p:nvSpPr>
          <p:cNvPr id="4" name="Footer Placeholder 3">
            <a:extLst>
              <a:ext uri="{FF2B5EF4-FFF2-40B4-BE49-F238E27FC236}">
                <a16:creationId xmlns:a16="http://schemas.microsoft.com/office/drawing/2014/main" id="{11242A05-4ED0-77DA-53F8-95B5590B95C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CF08539-1D1B-7E51-0AC9-762237C5C89A}"/>
              </a:ext>
            </a:extLst>
          </p:cNvPr>
          <p:cNvSpPr>
            <a:spLocks noGrp="1"/>
          </p:cNvSpPr>
          <p:nvPr>
            <p:ph type="sldNum" sz="quarter" idx="12"/>
          </p:nvPr>
        </p:nvSpPr>
        <p:spPr/>
        <p:txBody>
          <a:bodyPr/>
          <a:lstStyle/>
          <a:p>
            <a:fld id="{2BDFC5E2-9F0C-D24D-80A4-CB3D6FA65022}" type="slidenum">
              <a:rPr lang="en-US" smtClean="0"/>
              <a:pPr/>
              <a:t>‹#›</a:t>
            </a:fld>
            <a:endParaRPr lang="en-US"/>
          </a:p>
        </p:txBody>
      </p:sp>
      <p:sp>
        <p:nvSpPr>
          <p:cNvPr id="7" name="Pentagon 6">
            <a:extLst>
              <a:ext uri="{FF2B5EF4-FFF2-40B4-BE49-F238E27FC236}">
                <a16:creationId xmlns:a16="http://schemas.microsoft.com/office/drawing/2014/main" id="{A3C873F3-39AA-D371-1E89-0AE0E7DE3C16}"/>
              </a:ext>
            </a:extLst>
          </p:cNvPr>
          <p:cNvSpPr/>
          <p:nvPr userDrawn="1"/>
        </p:nvSpPr>
        <p:spPr>
          <a:xfrm>
            <a:off x="8291146" y="887624"/>
            <a:ext cx="3900854" cy="301906"/>
          </a:xfrm>
          <a:prstGeom prst="homePlate">
            <a:avLst/>
          </a:prstGeom>
          <a:gradFill>
            <a:gsLst>
              <a:gs pos="40000">
                <a:schemeClr val="accent2"/>
              </a:gs>
              <a:gs pos="0">
                <a:schemeClr val="bg1"/>
              </a:gs>
              <a:gs pos="100000">
                <a:schemeClr val="accent2"/>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b="1">
              <a:latin typeface="Open Sans" panose="020B0606030504020204" pitchFamily="34" charset="0"/>
              <a:ea typeface="Open Sans" panose="020B0606030504020204" pitchFamily="34" charset="0"/>
              <a:cs typeface="Open Sans" panose="020B0606030504020204" pitchFamily="34" charset="0"/>
            </a:endParaRPr>
          </a:p>
        </p:txBody>
      </p:sp>
      <p:sp>
        <p:nvSpPr>
          <p:cNvPr id="8" name="Pentagon 7">
            <a:extLst>
              <a:ext uri="{FF2B5EF4-FFF2-40B4-BE49-F238E27FC236}">
                <a16:creationId xmlns:a16="http://schemas.microsoft.com/office/drawing/2014/main" id="{5EE94406-AABE-FFA5-793A-9FB919433AA3}"/>
              </a:ext>
            </a:extLst>
          </p:cNvPr>
          <p:cNvSpPr/>
          <p:nvPr userDrawn="1"/>
        </p:nvSpPr>
        <p:spPr>
          <a:xfrm>
            <a:off x="4758493" y="887624"/>
            <a:ext cx="3900854" cy="301906"/>
          </a:xfrm>
          <a:prstGeom prst="homePlate">
            <a:avLst/>
          </a:prstGeom>
          <a:gradFill>
            <a:gsLst>
              <a:gs pos="40000">
                <a:schemeClr val="accent2"/>
              </a:gs>
              <a:gs pos="0">
                <a:schemeClr val="bg1"/>
              </a:gs>
              <a:gs pos="100000">
                <a:schemeClr val="accent2"/>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b="1">
              <a:latin typeface="Open Sans" panose="020B0606030504020204" pitchFamily="34" charset="0"/>
              <a:ea typeface="Open Sans" panose="020B0606030504020204" pitchFamily="34" charset="0"/>
              <a:cs typeface="Open Sans" panose="020B0606030504020204" pitchFamily="34" charset="0"/>
            </a:endParaRPr>
          </a:p>
        </p:txBody>
      </p:sp>
      <p:sp>
        <p:nvSpPr>
          <p:cNvPr id="9" name="Rectangle 8">
            <a:extLst>
              <a:ext uri="{FF2B5EF4-FFF2-40B4-BE49-F238E27FC236}">
                <a16:creationId xmlns:a16="http://schemas.microsoft.com/office/drawing/2014/main" id="{B500C917-6D46-9E6A-0720-EEAE180242B4}"/>
              </a:ext>
            </a:extLst>
          </p:cNvPr>
          <p:cNvSpPr/>
          <p:nvPr userDrawn="1"/>
        </p:nvSpPr>
        <p:spPr>
          <a:xfrm>
            <a:off x="0" y="1229991"/>
            <a:ext cx="1615035" cy="1375646"/>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latin typeface="Open Sans" panose="020B0606030504020204" pitchFamily="34" charset="0"/>
              <a:ea typeface="Open Sans" panose="020B0606030504020204" pitchFamily="34" charset="0"/>
              <a:cs typeface="Open Sans" panose="020B0606030504020204" pitchFamily="34" charset="0"/>
            </a:endParaRPr>
          </a:p>
        </p:txBody>
      </p:sp>
      <p:sp>
        <p:nvSpPr>
          <p:cNvPr id="10" name="Rectangle 9">
            <a:extLst>
              <a:ext uri="{FF2B5EF4-FFF2-40B4-BE49-F238E27FC236}">
                <a16:creationId xmlns:a16="http://schemas.microsoft.com/office/drawing/2014/main" id="{9716AE5C-B58A-B539-BD3C-AE956A3A196C}"/>
              </a:ext>
            </a:extLst>
          </p:cNvPr>
          <p:cNvSpPr/>
          <p:nvPr userDrawn="1"/>
        </p:nvSpPr>
        <p:spPr>
          <a:xfrm>
            <a:off x="0" y="2647445"/>
            <a:ext cx="1615035" cy="1375646"/>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latin typeface="Open Sans" panose="020B0606030504020204" pitchFamily="34" charset="0"/>
              <a:ea typeface="Open Sans" panose="020B0606030504020204" pitchFamily="34" charset="0"/>
              <a:cs typeface="Open Sans" panose="020B0606030504020204" pitchFamily="34" charset="0"/>
            </a:endParaRPr>
          </a:p>
        </p:txBody>
      </p:sp>
      <p:sp>
        <p:nvSpPr>
          <p:cNvPr id="11" name="Rectangle 10">
            <a:extLst>
              <a:ext uri="{FF2B5EF4-FFF2-40B4-BE49-F238E27FC236}">
                <a16:creationId xmlns:a16="http://schemas.microsoft.com/office/drawing/2014/main" id="{2AC9FE3B-FC2B-A9BB-8FE4-D8EA5E8648E6}"/>
              </a:ext>
            </a:extLst>
          </p:cNvPr>
          <p:cNvSpPr/>
          <p:nvPr userDrawn="1"/>
        </p:nvSpPr>
        <p:spPr>
          <a:xfrm>
            <a:off x="0" y="4064899"/>
            <a:ext cx="1615035" cy="1375646"/>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latin typeface="Open Sans" panose="020B0606030504020204" pitchFamily="34" charset="0"/>
              <a:ea typeface="Open Sans" panose="020B0606030504020204" pitchFamily="34" charset="0"/>
              <a:cs typeface="Open Sans" panose="020B0606030504020204" pitchFamily="34" charset="0"/>
            </a:endParaRPr>
          </a:p>
        </p:txBody>
      </p:sp>
      <p:sp>
        <p:nvSpPr>
          <p:cNvPr id="12" name="Rectangle 11">
            <a:extLst>
              <a:ext uri="{FF2B5EF4-FFF2-40B4-BE49-F238E27FC236}">
                <a16:creationId xmlns:a16="http://schemas.microsoft.com/office/drawing/2014/main" id="{A73C66A3-9C5D-5C11-E054-CEFC323B9A27}"/>
              </a:ext>
            </a:extLst>
          </p:cNvPr>
          <p:cNvSpPr/>
          <p:nvPr userDrawn="1"/>
        </p:nvSpPr>
        <p:spPr>
          <a:xfrm>
            <a:off x="0" y="5482354"/>
            <a:ext cx="1615035" cy="1375646"/>
          </a:xfrm>
          <a:prstGeom prst="rect">
            <a:avLst/>
          </a:pr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latin typeface="Open Sans" panose="020B0606030504020204" pitchFamily="34" charset="0"/>
              <a:ea typeface="Open Sans" panose="020B0606030504020204" pitchFamily="34" charset="0"/>
              <a:cs typeface="Open Sans" panose="020B0606030504020204" pitchFamily="34" charset="0"/>
            </a:endParaRPr>
          </a:p>
        </p:txBody>
      </p:sp>
      <p:sp>
        <p:nvSpPr>
          <p:cNvPr id="13" name="Rectangle 12">
            <a:extLst>
              <a:ext uri="{FF2B5EF4-FFF2-40B4-BE49-F238E27FC236}">
                <a16:creationId xmlns:a16="http://schemas.microsoft.com/office/drawing/2014/main" id="{097DB080-5577-0F7C-B593-46E183F0D524}"/>
              </a:ext>
            </a:extLst>
          </p:cNvPr>
          <p:cNvSpPr/>
          <p:nvPr userDrawn="1"/>
        </p:nvSpPr>
        <p:spPr>
          <a:xfrm>
            <a:off x="1655494" y="1229991"/>
            <a:ext cx="3471201" cy="1375646"/>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171450" indent="-171450">
              <a:buFont typeface="Arial" panose="020B0604020202020204" pitchFamily="34" charset="0"/>
              <a:buChar char="•"/>
            </a:pPr>
            <a:endParaRPr lang="en-US" sz="900">
              <a:solidFill>
                <a:schemeClr val="bg2">
                  <a:lumMod val="25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5" name="Rectangle 14">
            <a:extLst>
              <a:ext uri="{FF2B5EF4-FFF2-40B4-BE49-F238E27FC236}">
                <a16:creationId xmlns:a16="http://schemas.microsoft.com/office/drawing/2014/main" id="{5CD490A1-4179-952C-0C64-12311238701C}"/>
              </a:ext>
            </a:extLst>
          </p:cNvPr>
          <p:cNvSpPr/>
          <p:nvPr userDrawn="1"/>
        </p:nvSpPr>
        <p:spPr>
          <a:xfrm>
            <a:off x="5188146" y="1229991"/>
            <a:ext cx="3471201" cy="1375646"/>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endParaRPr lang="en-US" sz="900">
              <a:solidFill>
                <a:schemeClr val="bg2">
                  <a:lumMod val="25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6" name="Rectangle 15">
            <a:extLst>
              <a:ext uri="{FF2B5EF4-FFF2-40B4-BE49-F238E27FC236}">
                <a16:creationId xmlns:a16="http://schemas.microsoft.com/office/drawing/2014/main" id="{51128F13-C1D6-F4A6-88EB-1A40977B9C7B}"/>
              </a:ext>
            </a:extLst>
          </p:cNvPr>
          <p:cNvSpPr/>
          <p:nvPr userDrawn="1"/>
        </p:nvSpPr>
        <p:spPr>
          <a:xfrm>
            <a:off x="8720799" y="1229991"/>
            <a:ext cx="3471201" cy="1375646"/>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endParaRPr lang="en-US" sz="900">
              <a:solidFill>
                <a:schemeClr val="bg2">
                  <a:lumMod val="25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7" name="Rectangle 16">
            <a:extLst>
              <a:ext uri="{FF2B5EF4-FFF2-40B4-BE49-F238E27FC236}">
                <a16:creationId xmlns:a16="http://schemas.microsoft.com/office/drawing/2014/main" id="{B595475B-072D-991F-C9ED-15EC9213EAA3}"/>
              </a:ext>
            </a:extLst>
          </p:cNvPr>
          <p:cNvSpPr/>
          <p:nvPr userDrawn="1"/>
        </p:nvSpPr>
        <p:spPr>
          <a:xfrm>
            <a:off x="1655494" y="2647445"/>
            <a:ext cx="3471201" cy="1375646"/>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endParaRPr lang="en-US" sz="900">
              <a:solidFill>
                <a:schemeClr val="bg2">
                  <a:lumMod val="25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9" name="Rectangle 18">
            <a:extLst>
              <a:ext uri="{FF2B5EF4-FFF2-40B4-BE49-F238E27FC236}">
                <a16:creationId xmlns:a16="http://schemas.microsoft.com/office/drawing/2014/main" id="{73F08C6F-FD6C-38AC-748E-ADEFF359777C}"/>
              </a:ext>
            </a:extLst>
          </p:cNvPr>
          <p:cNvSpPr/>
          <p:nvPr userDrawn="1"/>
        </p:nvSpPr>
        <p:spPr>
          <a:xfrm>
            <a:off x="5188146" y="2647445"/>
            <a:ext cx="3471201" cy="1375646"/>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endParaRPr lang="en-US" sz="900">
              <a:solidFill>
                <a:schemeClr val="bg2">
                  <a:lumMod val="25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0" name="Rectangle 19">
            <a:extLst>
              <a:ext uri="{FF2B5EF4-FFF2-40B4-BE49-F238E27FC236}">
                <a16:creationId xmlns:a16="http://schemas.microsoft.com/office/drawing/2014/main" id="{4BC1B2A9-76FD-9114-B6A2-DF7949D47BD2}"/>
              </a:ext>
            </a:extLst>
          </p:cNvPr>
          <p:cNvSpPr/>
          <p:nvPr userDrawn="1"/>
        </p:nvSpPr>
        <p:spPr>
          <a:xfrm>
            <a:off x="8720799" y="2647445"/>
            <a:ext cx="3471201" cy="1375646"/>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endParaRPr lang="en-US" sz="900">
              <a:solidFill>
                <a:schemeClr val="bg2">
                  <a:lumMod val="25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1" name="Rectangle 20">
            <a:extLst>
              <a:ext uri="{FF2B5EF4-FFF2-40B4-BE49-F238E27FC236}">
                <a16:creationId xmlns:a16="http://schemas.microsoft.com/office/drawing/2014/main" id="{8F849A48-4927-CCDB-4A97-81527FC48FE7}"/>
              </a:ext>
            </a:extLst>
          </p:cNvPr>
          <p:cNvSpPr/>
          <p:nvPr userDrawn="1"/>
        </p:nvSpPr>
        <p:spPr>
          <a:xfrm>
            <a:off x="1655494" y="4064899"/>
            <a:ext cx="3471201" cy="1375646"/>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endParaRPr lang="en-US" sz="900">
              <a:solidFill>
                <a:schemeClr val="bg2">
                  <a:lumMod val="25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3" name="Rectangle 22">
            <a:extLst>
              <a:ext uri="{FF2B5EF4-FFF2-40B4-BE49-F238E27FC236}">
                <a16:creationId xmlns:a16="http://schemas.microsoft.com/office/drawing/2014/main" id="{BB187495-867D-08E5-1E0C-AC1D899AF964}"/>
              </a:ext>
            </a:extLst>
          </p:cNvPr>
          <p:cNvSpPr/>
          <p:nvPr userDrawn="1"/>
        </p:nvSpPr>
        <p:spPr>
          <a:xfrm>
            <a:off x="5188146" y="4064899"/>
            <a:ext cx="3471201" cy="1375646"/>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endParaRPr lang="en-US" sz="900">
              <a:solidFill>
                <a:schemeClr val="bg2">
                  <a:lumMod val="25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4" name="Rectangle 23">
            <a:extLst>
              <a:ext uri="{FF2B5EF4-FFF2-40B4-BE49-F238E27FC236}">
                <a16:creationId xmlns:a16="http://schemas.microsoft.com/office/drawing/2014/main" id="{7D942F59-1B41-7397-7B2C-A9834AF694C0}"/>
              </a:ext>
            </a:extLst>
          </p:cNvPr>
          <p:cNvSpPr/>
          <p:nvPr userDrawn="1"/>
        </p:nvSpPr>
        <p:spPr>
          <a:xfrm>
            <a:off x="8720799" y="4064899"/>
            <a:ext cx="3471201" cy="1375646"/>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endParaRPr lang="en-US" sz="900">
              <a:solidFill>
                <a:schemeClr val="bg2">
                  <a:lumMod val="25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5" name="Rectangle 24">
            <a:extLst>
              <a:ext uri="{FF2B5EF4-FFF2-40B4-BE49-F238E27FC236}">
                <a16:creationId xmlns:a16="http://schemas.microsoft.com/office/drawing/2014/main" id="{AF3C0E70-CB66-0FE6-448A-64FE0AC37CA7}"/>
              </a:ext>
            </a:extLst>
          </p:cNvPr>
          <p:cNvSpPr/>
          <p:nvPr userDrawn="1"/>
        </p:nvSpPr>
        <p:spPr>
          <a:xfrm>
            <a:off x="1655494" y="5482354"/>
            <a:ext cx="3471201" cy="1375646"/>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endParaRPr lang="en-US" sz="900">
              <a:solidFill>
                <a:schemeClr val="bg2">
                  <a:lumMod val="25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7" name="Rectangle 26">
            <a:extLst>
              <a:ext uri="{FF2B5EF4-FFF2-40B4-BE49-F238E27FC236}">
                <a16:creationId xmlns:a16="http://schemas.microsoft.com/office/drawing/2014/main" id="{F5882CB3-5262-CFEC-BE63-22E463F97511}"/>
              </a:ext>
            </a:extLst>
          </p:cNvPr>
          <p:cNvSpPr/>
          <p:nvPr userDrawn="1"/>
        </p:nvSpPr>
        <p:spPr>
          <a:xfrm>
            <a:off x="5188146" y="5482354"/>
            <a:ext cx="3471201" cy="1375646"/>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endParaRPr lang="en-US" sz="900">
              <a:solidFill>
                <a:schemeClr val="bg2">
                  <a:lumMod val="25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8" name="Rectangle 27">
            <a:extLst>
              <a:ext uri="{FF2B5EF4-FFF2-40B4-BE49-F238E27FC236}">
                <a16:creationId xmlns:a16="http://schemas.microsoft.com/office/drawing/2014/main" id="{D3075E4B-5A87-B38D-B59F-F90A99F30A56}"/>
              </a:ext>
            </a:extLst>
          </p:cNvPr>
          <p:cNvSpPr/>
          <p:nvPr userDrawn="1"/>
        </p:nvSpPr>
        <p:spPr>
          <a:xfrm>
            <a:off x="8720799" y="5482354"/>
            <a:ext cx="3471201" cy="1375646"/>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endParaRPr lang="en-US" sz="900">
              <a:solidFill>
                <a:schemeClr val="bg2">
                  <a:lumMod val="25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9" name="Pentagon 28">
            <a:extLst>
              <a:ext uri="{FF2B5EF4-FFF2-40B4-BE49-F238E27FC236}">
                <a16:creationId xmlns:a16="http://schemas.microsoft.com/office/drawing/2014/main" id="{978CBDC7-7AB9-1668-9D47-D0EBBB543CC4}"/>
              </a:ext>
            </a:extLst>
          </p:cNvPr>
          <p:cNvSpPr/>
          <p:nvPr userDrawn="1"/>
        </p:nvSpPr>
        <p:spPr>
          <a:xfrm>
            <a:off x="0" y="887624"/>
            <a:ext cx="5287202" cy="301906"/>
          </a:xfrm>
          <a:prstGeom prst="homePlate">
            <a:avLst/>
          </a:prstGeom>
          <a:gradFill>
            <a:gsLst>
              <a:gs pos="40000">
                <a:schemeClr val="accent2"/>
              </a:gs>
              <a:gs pos="0">
                <a:schemeClr val="bg1"/>
              </a:gs>
              <a:gs pos="100000">
                <a:schemeClr val="accent2"/>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b="1">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3413761541"/>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3_ProductRoadmap_3-Row">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92520A2C-61FC-9CDF-51F8-C3694511370A}"/>
              </a:ext>
            </a:extLst>
          </p:cNvPr>
          <p:cNvSpPr>
            <a:spLocks noGrp="1"/>
          </p:cNvSpPr>
          <p:nvPr>
            <p:ph type="dt" sz="half" idx="10"/>
          </p:nvPr>
        </p:nvSpPr>
        <p:spPr/>
        <p:txBody>
          <a:bodyPr/>
          <a:lstStyle/>
          <a:p>
            <a:fld id="{D38656C5-2DDE-454B-A78F-D9D73785D935}" type="datetimeFigureOut">
              <a:rPr lang="en-US" smtClean="0"/>
              <a:pPr/>
              <a:t>10/23/24</a:t>
            </a:fld>
            <a:endParaRPr lang="en-US"/>
          </a:p>
        </p:txBody>
      </p:sp>
      <p:sp>
        <p:nvSpPr>
          <p:cNvPr id="4" name="Footer Placeholder 3">
            <a:extLst>
              <a:ext uri="{FF2B5EF4-FFF2-40B4-BE49-F238E27FC236}">
                <a16:creationId xmlns:a16="http://schemas.microsoft.com/office/drawing/2014/main" id="{11242A05-4ED0-77DA-53F8-95B5590B95C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CF08539-1D1B-7E51-0AC9-762237C5C89A}"/>
              </a:ext>
            </a:extLst>
          </p:cNvPr>
          <p:cNvSpPr>
            <a:spLocks noGrp="1"/>
          </p:cNvSpPr>
          <p:nvPr>
            <p:ph type="sldNum" sz="quarter" idx="12"/>
          </p:nvPr>
        </p:nvSpPr>
        <p:spPr/>
        <p:txBody>
          <a:bodyPr/>
          <a:lstStyle/>
          <a:p>
            <a:fld id="{2BDFC5E2-9F0C-D24D-80A4-CB3D6FA65022}" type="slidenum">
              <a:rPr lang="en-US" smtClean="0"/>
              <a:pPr/>
              <a:t>‹#›</a:t>
            </a:fld>
            <a:endParaRPr lang="en-US"/>
          </a:p>
        </p:txBody>
      </p:sp>
      <p:sp>
        <p:nvSpPr>
          <p:cNvPr id="6" name="Pentagon 5">
            <a:extLst>
              <a:ext uri="{FF2B5EF4-FFF2-40B4-BE49-F238E27FC236}">
                <a16:creationId xmlns:a16="http://schemas.microsoft.com/office/drawing/2014/main" id="{91207054-F563-5FDA-6B0C-D4965E5C25E6}"/>
              </a:ext>
            </a:extLst>
          </p:cNvPr>
          <p:cNvSpPr/>
          <p:nvPr userDrawn="1"/>
        </p:nvSpPr>
        <p:spPr>
          <a:xfrm>
            <a:off x="9585689" y="887624"/>
            <a:ext cx="2604962" cy="301906"/>
          </a:xfrm>
          <a:prstGeom prst="homePlate">
            <a:avLst/>
          </a:prstGeom>
          <a:gradFill>
            <a:gsLst>
              <a:gs pos="40000">
                <a:schemeClr val="accent2"/>
              </a:gs>
              <a:gs pos="0">
                <a:schemeClr val="bg1"/>
              </a:gs>
              <a:gs pos="100000">
                <a:schemeClr val="accent2"/>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b="1">
              <a:latin typeface="Open Sans" panose="020B0606030504020204" pitchFamily="34" charset="0"/>
              <a:ea typeface="Open Sans" panose="020B0606030504020204" pitchFamily="34" charset="0"/>
              <a:cs typeface="Open Sans" panose="020B0606030504020204" pitchFamily="34" charset="0"/>
            </a:endParaRPr>
          </a:p>
        </p:txBody>
      </p:sp>
      <p:sp>
        <p:nvSpPr>
          <p:cNvPr id="7" name="Pentagon 6">
            <a:extLst>
              <a:ext uri="{FF2B5EF4-FFF2-40B4-BE49-F238E27FC236}">
                <a16:creationId xmlns:a16="http://schemas.microsoft.com/office/drawing/2014/main" id="{A3C873F3-39AA-D371-1E89-0AE0E7DE3C16}"/>
              </a:ext>
            </a:extLst>
          </p:cNvPr>
          <p:cNvSpPr/>
          <p:nvPr userDrawn="1"/>
        </p:nvSpPr>
        <p:spPr>
          <a:xfrm>
            <a:off x="6904799" y="887624"/>
            <a:ext cx="5243638" cy="301906"/>
          </a:xfrm>
          <a:prstGeom prst="homePlate">
            <a:avLst/>
          </a:prstGeom>
          <a:gradFill>
            <a:gsLst>
              <a:gs pos="40000">
                <a:schemeClr val="accent2"/>
              </a:gs>
              <a:gs pos="0">
                <a:schemeClr val="bg1"/>
              </a:gs>
              <a:gs pos="100000">
                <a:schemeClr val="accent2"/>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b="1">
              <a:latin typeface="Open Sans" panose="020B0606030504020204" pitchFamily="34" charset="0"/>
              <a:ea typeface="Open Sans" panose="020B0606030504020204" pitchFamily="34" charset="0"/>
              <a:cs typeface="Open Sans" panose="020B0606030504020204" pitchFamily="34" charset="0"/>
            </a:endParaRPr>
          </a:p>
        </p:txBody>
      </p:sp>
      <p:sp>
        <p:nvSpPr>
          <p:cNvPr id="8" name="Pentagon 7">
            <a:extLst>
              <a:ext uri="{FF2B5EF4-FFF2-40B4-BE49-F238E27FC236}">
                <a16:creationId xmlns:a16="http://schemas.microsoft.com/office/drawing/2014/main" id="{5EE94406-AABE-FFA5-793A-9FB919433AA3}"/>
              </a:ext>
            </a:extLst>
          </p:cNvPr>
          <p:cNvSpPr/>
          <p:nvPr userDrawn="1"/>
        </p:nvSpPr>
        <p:spPr>
          <a:xfrm>
            <a:off x="4253039" y="887624"/>
            <a:ext cx="2816972" cy="301906"/>
          </a:xfrm>
          <a:prstGeom prst="homePlate">
            <a:avLst/>
          </a:prstGeom>
          <a:gradFill>
            <a:gsLst>
              <a:gs pos="40000">
                <a:schemeClr val="accent2"/>
              </a:gs>
              <a:gs pos="0">
                <a:schemeClr val="bg1"/>
              </a:gs>
              <a:gs pos="100000">
                <a:schemeClr val="accent2"/>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b="1">
              <a:latin typeface="Open Sans" panose="020B0606030504020204" pitchFamily="34" charset="0"/>
              <a:ea typeface="Open Sans" panose="020B0606030504020204" pitchFamily="34" charset="0"/>
              <a:cs typeface="Open Sans" panose="020B0606030504020204" pitchFamily="34" charset="0"/>
            </a:endParaRPr>
          </a:p>
        </p:txBody>
      </p:sp>
      <p:sp>
        <p:nvSpPr>
          <p:cNvPr id="29" name="Pentagon 28">
            <a:extLst>
              <a:ext uri="{FF2B5EF4-FFF2-40B4-BE49-F238E27FC236}">
                <a16:creationId xmlns:a16="http://schemas.microsoft.com/office/drawing/2014/main" id="{978CBDC7-7AB9-1668-9D47-D0EBBB543CC4}"/>
              </a:ext>
            </a:extLst>
          </p:cNvPr>
          <p:cNvSpPr/>
          <p:nvPr userDrawn="1"/>
        </p:nvSpPr>
        <p:spPr>
          <a:xfrm>
            <a:off x="0" y="887624"/>
            <a:ext cx="7070011" cy="301906"/>
          </a:xfrm>
          <a:prstGeom prst="homePlate">
            <a:avLst/>
          </a:prstGeom>
          <a:gradFill>
            <a:gsLst>
              <a:gs pos="40000">
                <a:schemeClr val="accent2"/>
              </a:gs>
              <a:gs pos="0">
                <a:schemeClr val="bg1"/>
              </a:gs>
              <a:gs pos="100000">
                <a:schemeClr val="accent2"/>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b="1">
              <a:latin typeface="Open Sans" panose="020B0606030504020204" pitchFamily="34" charset="0"/>
              <a:ea typeface="Open Sans" panose="020B0606030504020204" pitchFamily="34" charset="0"/>
              <a:cs typeface="Open Sans" panose="020B0606030504020204" pitchFamily="34" charset="0"/>
            </a:endParaRPr>
          </a:p>
        </p:txBody>
      </p:sp>
      <p:sp>
        <p:nvSpPr>
          <p:cNvPr id="2" name="Rectangle 1">
            <a:extLst>
              <a:ext uri="{FF2B5EF4-FFF2-40B4-BE49-F238E27FC236}">
                <a16:creationId xmlns:a16="http://schemas.microsoft.com/office/drawing/2014/main" id="{8D8B6770-1574-AF6F-F98B-FA0C143D0D92}"/>
              </a:ext>
            </a:extLst>
          </p:cNvPr>
          <p:cNvSpPr/>
          <p:nvPr userDrawn="1"/>
        </p:nvSpPr>
        <p:spPr>
          <a:xfrm>
            <a:off x="0" y="1229991"/>
            <a:ext cx="1615035" cy="1375646"/>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latin typeface="Open Sans" panose="020B0606030504020204" pitchFamily="34" charset="0"/>
              <a:ea typeface="Open Sans" panose="020B0606030504020204" pitchFamily="34" charset="0"/>
              <a:cs typeface="Open Sans" panose="020B0606030504020204" pitchFamily="34" charset="0"/>
            </a:endParaRPr>
          </a:p>
        </p:txBody>
      </p:sp>
      <p:sp>
        <p:nvSpPr>
          <p:cNvPr id="12" name="Rectangle 11">
            <a:extLst>
              <a:ext uri="{FF2B5EF4-FFF2-40B4-BE49-F238E27FC236}">
                <a16:creationId xmlns:a16="http://schemas.microsoft.com/office/drawing/2014/main" id="{081ACA8F-A60D-7986-42EF-A76743D651F0}"/>
              </a:ext>
            </a:extLst>
          </p:cNvPr>
          <p:cNvSpPr/>
          <p:nvPr userDrawn="1"/>
        </p:nvSpPr>
        <p:spPr>
          <a:xfrm>
            <a:off x="0" y="2647445"/>
            <a:ext cx="1615035" cy="1375646"/>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latin typeface="Open Sans" panose="020B0606030504020204" pitchFamily="34" charset="0"/>
              <a:ea typeface="Open Sans" panose="020B0606030504020204" pitchFamily="34" charset="0"/>
              <a:cs typeface="Open Sans" panose="020B0606030504020204" pitchFamily="34" charset="0"/>
            </a:endParaRPr>
          </a:p>
        </p:txBody>
      </p:sp>
      <p:sp>
        <p:nvSpPr>
          <p:cNvPr id="14" name="Rectangle 13">
            <a:extLst>
              <a:ext uri="{FF2B5EF4-FFF2-40B4-BE49-F238E27FC236}">
                <a16:creationId xmlns:a16="http://schemas.microsoft.com/office/drawing/2014/main" id="{A913B03D-6838-5DCC-6DE2-31681F8155A9}"/>
              </a:ext>
            </a:extLst>
          </p:cNvPr>
          <p:cNvSpPr/>
          <p:nvPr userDrawn="1"/>
        </p:nvSpPr>
        <p:spPr>
          <a:xfrm>
            <a:off x="0" y="4064899"/>
            <a:ext cx="1615035" cy="1375646"/>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latin typeface="Open Sans" panose="020B0606030504020204" pitchFamily="34" charset="0"/>
              <a:ea typeface="Open Sans" panose="020B0606030504020204" pitchFamily="34" charset="0"/>
              <a:cs typeface="Open Sans" panose="020B0606030504020204" pitchFamily="34" charset="0"/>
            </a:endParaRPr>
          </a:p>
        </p:txBody>
      </p:sp>
      <p:sp>
        <p:nvSpPr>
          <p:cNvPr id="15" name="Rectangle 14">
            <a:extLst>
              <a:ext uri="{FF2B5EF4-FFF2-40B4-BE49-F238E27FC236}">
                <a16:creationId xmlns:a16="http://schemas.microsoft.com/office/drawing/2014/main" id="{D82927F2-AD81-6D9A-9A34-603A3FC57220}"/>
              </a:ext>
            </a:extLst>
          </p:cNvPr>
          <p:cNvSpPr/>
          <p:nvPr userDrawn="1"/>
        </p:nvSpPr>
        <p:spPr>
          <a:xfrm>
            <a:off x="0" y="5482354"/>
            <a:ext cx="1615035" cy="1375646"/>
          </a:xfrm>
          <a:prstGeom prst="rect">
            <a:avLst/>
          </a:pr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latin typeface="Open Sans" panose="020B0606030504020204" pitchFamily="34" charset="0"/>
              <a:ea typeface="Open Sans" panose="020B0606030504020204" pitchFamily="34" charset="0"/>
              <a:cs typeface="Open Sans" panose="020B0606030504020204" pitchFamily="34" charset="0"/>
            </a:endParaRPr>
          </a:p>
        </p:txBody>
      </p:sp>
      <p:sp>
        <p:nvSpPr>
          <p:cNvPr id="18" name="Rectangle 17">
            <a:extLst>
              <a:ext uri="{FF2B5EF4-FFF2-40B4-BE49-F238E27FC236}">
                <a16:creationId xmlns:a16="http://schemas.microsoft.com/office/drawing/2014/main" id="{E10E7BFC-93F5-2A78-65D1-0963827D83D0}"/>
              </a:ext>
            </a:extLst>
          </p:cNvPr>
          <p:cNvSpPr/>
          <p:nvPr userDrawn="1"/>
        </p:nvSpPr>
        <p:spPr>
          <a:xfrm>
            <a:off x="1655494" y="1229991"/>
            <a:ext cx="5243639" cy="1375646"/>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171450" indent="-171450">
              <a:buFont typeface="Arial" panose="020B0604020202020204" pitchFamily="34" charset="0"/>
              <a:buChar char="•"/>
            </a:pPr>
            <a:endParaRPr lang="en-US" sz="900">
              <a:solidFill>
                <a:schemeClr val="bg2">
                  <a:lumMod val="25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3" name="Rectangle 22">
            <a:extLst>
              <a:ext uri="{FF2B5EF4-FFF2-40B4-BE49-F238E27FC236}">
                <a16:creationId xmlns:a16="http://schemas.microsoft.com/office/drawing/2014/main" id="{71905D7C-2A8F-4656-C6CD-C8EFDFC0770C}"/>
              </a:ext>
            </a:extLst>
          </p:cNvPr>
          <p:cNvSpPr/>
          <p:nvPr userDrawn="1"/>
        </p:nvSpPr>
        <p:spPr>
          <a:xfrm>
            <a:off x="6947684" y="1229991"/>
            <a:ext cx="5244315" cy="1375646"/>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endParaRPr lang="en-US" sz="900">
              <a:solidFill>
                <a:schemeClr val="bg2">
                  <a:lumMod val="25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5" name="Rectangle 24">
            <a:extLst>
              <a:ext uri="{FF2B5EF4-FFF2-40B4-BE49-F238E27FC236}">
                <a16:creationId xmlns:a16="http://schemas.microsoft.com/office/drawing/2014/main" id="{2D04AFF3-6EB7-AC5D-5622-B37372CE198E}"/>
              </a:ext>
            </a:extLst>
          </p:cNvPr>
          <p:cNvSpPr/>
          <p:nvPr userDrawn="1"/>
        </p:nvSpPr>
        <p:spPr>
          <a:xfrm>
            <a:off x="1655494" y="2647445"/>
            <a:ext cx="5243639" cy="1375646"/>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endParaRPr lang="en-US" sz="900">
              <a:solidFill>
                <a:schemeClr val="bg2">
                  <a:lumMod val="25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8" name="Rectangle 27">
            <a:extLst>
              <a:ext uri="{FF2B5EF4-FFF2-40B4-BE49-F238E27FC236}">
                <a16:creationId xmlns:a16="http://schemas.microsoft.com/office/drawing/2014/main" id="{B2A469AF-6640-EBBD-9697-CFE27AFEDE65}"/>
              </a:ext>
            </a:extLst>
          </p:cNvPr>
          <p:cNvSpPr/>
          <p:nvPr userDrawn="1"/>
        </p:nvSpPr>
        <p:spPr>
          <a:xfrm>
            <a:off x="6947684" y="2647445"/>
            <a:ext cx="5244315" cy="1375646"/>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endParaRPr lang="en-US" sz="900">
              <a:solidFill>
                <a:schemeClr val="bg2">
                  <a:lumMod val="25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30" name="Rectangle 29">
            <a:extLst>
              <a:ext uri="{FF2B5EF4-FFF2-40B4-BE49-F238E27FC236}">
                <a16:creationId xmlns:a16="http://schemas.microsoft.com/office/drawing/2014/main" id="{76B82C27-04D3-338E-39C2-64359CD50DAE}"/>
              </a:ext>
            </a:extLst>
          </p:cNvPr>
          <p:cNvSpPr/>
          <p:nvPr userDrawn="1"/>
        </p:nvSpPr>
        <p:spPr>
          <a:xfrm>
            <a:off x="1655494" y="4064899"/>
            <a:ext cx="5243639" cy="1375646"/>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endParaRPr lang="en-US" sz="900">
              <a:solidFill>
                <a:schemeClr val="bg2">
                  <a:lumMod val="25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33" name="Rectangle 32">
            <a:extLst>
              <a:ext uri="{FF2B5EF4-FFF2-40B4-BE49-F238E27FC236}">
                <a16:creationId xmlns:a16="http://schemas.microsoft.com/office/drawing/2014/main" id="{37A11F0F-3479-892D-5AD3-DE798B118429}"/>
              </a:ext>
            </a:extLst>
          </p:cNvPr>
          <p:cNvSpPr/>
          <p:nvPr userDrawn="1"/>
        </p:nvSpPr>
        <p:spPr>
          <a:xfrm>
            <a:off x="6947684" y="4064899"/>
            <a:ext cx="5244315" cy="1375646"/>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endParaRPr lang="en-US" sz="900">
              <a:solidFill>
                <a:schemeClr val="bg2">
                  <a:lumMod val="25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34" name="Rectangle 33">
            <a:extLst>
              <a:ext uri="{FF2B5EF4-FFF2-40B4-BE49-F238E27FC236}">
                <a16:creationId xmlns:a16="http://schemas.microsoft.com/office/drawing/2014/main" id="{B7D0BFD8-C2EA-BEC4-5D04-B3C9E001E898}"/>
              </a:ext>
            </a:extLst>
          </p:cNvPr>
          <p:cNvSpPr/>
          <p:nvPr userDrawn="1"/>
        </p:nvSpPr>
        <p:spPr>
          <a:xfrm>
            <a:off x="1655494" y="5482354"/>
            <a:ext cx="5243639" cy="1375646"/>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endParaRPr lang="en-US" sz="900">
              <a:solidFill>
                <a:schemeClr val="bg2">
                  <a:lumMod val="25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35" name="Rectangle 34">
            <a:extLst>
              <a:ext uri="{FF2B5EF4-FFF2-40B4-BE49-F238E27FC236}">
                <a16:creationId xmlns:a16="http://schemas.microsoft.com/office/drawing/2014/main" id="{0A760090-AC05-AA7F-91C7-817A8630056E}"/>
              </a:ext>
            </a:extLst>
          </p:cNvPr>
          <p:cNvSpPr/>
          <p:nvPr userDrawn="1"/>
        </p:nvSpPr>
        <p:spPr>
          <a:xfrm>
            <a:off x="9593781" y="5482354"/>
            <a:ext cx="2597544" cy="1375646"/>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endParaRPr lang="en-US" sz="900">
              <a:solidFill>
                <a:schemeClr val="bg2">
                  <a:lumMod val="25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36" name="Rectangle 35">
            <a:extLst>
              <a:ext uri="{FF2B5EF4-FFF2-40B4-BE49-F238E27FC236}">
                <a16:creationId xmlns:a16="http://schemas.microsoft.com/office/drawing/2014/main" id="{BAD8125F-9FE9-0BC9-C6E5-D8B2256A178E}"/>
              </a:ext>
            </a:extLst>
          </p:cNvPr>
          <p:cNvSpPr/>
          <p:nvPr userDrawn="1"/>
        </p:nvSpPr>
        <p:spPr>
          <a:xfrm>
            <a:off x="4301590" y="5482354"/>
            <a:ext cx="2597544" cy="1375646"/>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endParaRPr lang="en-US" sz="900">
              <a:solidFill>
                <a:schemeClr val="bg2">
                  <a:lumMod val="25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37" name="Rectangle 36">
            <a:extLst>
              <a:ext uri="{FF2B5EF4-FFF2-40B4-BE49-F238E27FC236}">
                <a16:creationId xmlns:a16="http://schemas.microsoft.com/office/drawing/2014/main" id="{FC3E1365-6338-DFDB-2DDB-F1F86EA24F92}"/>
              </a:ext>
            </a:extLst>
          </p:cNvPr>
          <p:cNvSpPr/>
          <p:nvPr userDrawn="1"/>
        </p:nvSpPr>
        <p:spPr>
          <a:xfrm>
            <a:off x="6947684" y="5482354"/>
            <a:ext cx="5244315" cy="1375646"/>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endParaRPr lang="en-US" sz="900">
              <a:solidFill>
                <a:schemeClr val="bg2">
                  <a:lumMod val="25000"/>
                </a:schemeClr>
              </a:solidFill>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4117204624"/>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1_ProductRoadmap_3-Row">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92520A2C-61FC-9CDF-51F8-C3694511370A}"/>
              </a:ext>
            </a:extLst>
          </p:cNvPr>
          <p:cNvSpPr>
            <a:spLocks noGrp="1"/>
          </p:cNvSpPr>
          <p:nvPr>
            <p:ph type="dt" sz="half" idx="10"/>
          </p:nvPr>
        </p:nvSpPr>
        <p:spPr/>
        <p:txBody>
          <a:bodyPr/>
          <a:lstStyle/>
          <a:p>
            <a:fld id="{D38656C5-2DDE-454B-A78F-D9D73785D935}" type="datetimeFigureOut">
              <a:rPr lang="en-US" smtClean="0"/>
              <a:pPr/>
              <a:t>10/23/24</a:t>
            </a:fld>
            <a:endParaRPr lang="en-US"/>
          </a:p>
        </p:txBody>
      </p:sp>
      <p:sp>
        <p:nvSpPr>
          <p:cNvPr id="4" name="Footer Placeholder 3">
            <a:extLst>
              <a:ext uri="{FF2B5EF4-FFF2-40B4-BE49-F238E27FC236}">
                <a16:creationId xmlns:a16="http://schemas.microsoft.com/office/drawing/2014/main" id="{11242A05-4ED0-77DA-53F8-95B5590B95C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CF08539-1D1B-7E51-0AC9-762237C5C89A}"/>
              </a:ext>
            </a:extLst>
          </p:cNvPr>
          <p:cNvSpPr>
            <a:spLocks noGrp="1"/>
          </p:cNvSpPr>
          <p:nvPr>
            <p:ph type="sldNum" sz="quarter" idx="12"/>
          </p:nvPr>
        </p:nvSpPr>
        <p:spPr/>
        <p:txBody>
          <a:bodyPr/>
          <a:lstStyle/>
          <a:p>
            <a:fld id="{2BDFC5E2-9F0C-D24D-80A4-CB3D6FA65022}" type="slidenum">
              <a:rPr lang="en-US" smtClean="0"/>
              <a:pPr/>
              <a:t>‹#›</a:t>
            </a:fld>
            <a:endParaRPr lang="en-US"/>
          </a:p>
        </p:txBody>
      </p:sp>
      <p:sp>
        <p:nvSpPr>
          <p:cNvPr id="6" name="Pentagon 5">
            <a:extLst>
              <a:ext uri="{FF2B5EF4-FFF2-40B4-BE49-F238E27FC236}">
                <a16:creationId xmlns:a16="http://schemas.microsoft.com/office/drawing/2014/main" id="{91207054-F563-5FDA-6B0C-D4965E5C25E6}"/>
              </a:ext>
            </a:extLst>
          </p:cNvPr>
          <p:cNvSpPr/>
          <p:nvPr userDrawn="1"/>
        </p:nvSpPr>
        <p:spPr>
          <a:xfrm>
            <a:off x="9585689" y="887624"/>
            <a:ext cx="2604962" cy="301906"/>
          </a:xfrm>
          <a:prstGeom prst="homePlate">
            <a:avLst/>
          </a:prstGeom>
          <a:gradFill>
            <a:gsLst>
              <a:gs pos="40000">
                <a:schemeClr val="accent2"/>
              </a:gs>
              <a:gs pos="0">
                <a:schemeClr val="bg1"/>
              </a:gs>
              <a:gs pos="100000">
                <a:schemeClr val="accent2"/>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b="1">
              <a:latin typeface="Open Sans" panose="020B0606030504020204" pitchFamily="34" charset="0"/>
              <a:ea typeface="Open Sans" panose="020B0606030504020204" pitchFamily="34" charset="0"/>
              <a:cs typeface="Open Sans" panose="020B0606030504020204" pitchFamily="34" charset="0"/>
            </a:endParaRPr>
          </a:p>
        </p:txBody>
      </p:sp>
      <p:sp>
        <p:nvSpPr>
          <p:cNvPr id="7" name="Pentagon 6">
            <a:extLst>
              <a:ext uri="{FF2B5EF4-FFF2-40B4-BE49-F238E27FC236}">
                <a16:creationId xmlns:a16="http://schemas.microsoft.com/office/drawing/2014/main" id="{A3C873F3-39AA-D371-1E89-0AE0E7DE3C16}"/>
              </a:ext>
            </a:extLst>
          </p:cNvPr>
          <p:cNvSpPr/>
          <p:nvPr userDrawn="1"/>
        </p:nvSpPr>
        <p:spPr>
          <a:xfrm>
            <a:off x="6904799" y="887624"/>
            <a:ext cx="2816972" cy="301906"/>
          </a:xfrm>
          <a:prstGeom prst="homePlate">
            <a:avLst/>
          </a:prstGeom>
          <a:gradFill>
            <a:gsLst>
              <a:gs pos="40000">
                <a:schemeClr val="accent2"/>
              </a:gs>
              <a:gs pos="0">
                <a:schemeClr val="bg1"/>
              </a:gs>
              <a:gs pos="100000">
                <a:schemeClr val="accent2"/>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b="1">
              <a:latin typeface="Open Sans" panose="020B0606030504020204" pitchFamily="34" charset="0"/>
              <a:ea typeface="Open Sans" panose="020B0606030504020204" pitchFamily="34" charset="0"/>
              <a:cs typeface="Open Sans" panose="020B0606030504020204" pitchFamily="34" charset="0"/>
            </a:endParaRPr>
          </a:p>
        </p:txBody>
      </p:sp>
      <p:sp>
        <p:nvSpPr>
          <p:cNvPr id="8" name="Pentagon 7">
            <a:extLst>
              <a:ext uri="{FF2B5EF4-FFF2-40B4-BE49-F238E27FC236}">
                <a16:creationId xmlns:a16="http://schemas.microsoft.com/office/drawing/2014/main" id="{5EE94406-AABE-FFA5-793A-9FB919433AA3}"/>
              </a:ext>
            </a:extLst>
          </p:cNvPr>
          <p:cNvSpPr/>
          <p:nvPr userDrawn="1"/>
        </p:nvSpPr>
        <p:spPr>
          <a:xfrm>
            <a:off x="4253039" y="887624"/>
            <a:ext cx="2816972" cy="301906"/>
          </a:xfrm>
          <a:prstGeom prst="homePlate">
            <a:avLst/>
          </a:prstGeom>
          <a:gradFill>
            <a:gsLst>
              <a:gs pos="40000">
                <a:schemeClr val="accent2"/>
              </a:gs>
              <a:gs pos="0">
                <a:schemeClr val="bg1"/>
              </a:gs>
              <a:gs pos="100000">
                <a:schemeClr val="accent2"/>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b="1">
              <a:latin typeface="Open Sans" panose="020B0606030504020204" pitchFamily="34" charset="0"/>
              <a:ea typeface="Open Sans" panose="020B0606030504020204" pitchFamily="34" charset="0"/>
              <a:cs typeface="Open Sans" panose="020B0606030504020204" pitchFamily="34" charset="0"/>
            </a:endParaRPr>
          </a:p>
        </p:txBody>
      </p:sp>
      <p:sp>
        <p:nvSpPr>
          <p:cNvPr id="9" name="Rectangle 8">
            <a:extLst>
              <a:ext uri="{FF2B5EF4-FFF2-40B4-BE49-F238E27FC236}">
                <a16:creationId xmlns:a16="http://schemas.microsoft.com/office/drawing/2014/main" id="{B500C917-6D46-9E6A-0720-EEAE180242B4}"/>
              </a:ext>
            </a:extLst>
          </p:cNvPr>
          <p:cNvSpPr/>
          <p:nvPr userDrawn="1"/>
        </p:nvSpPr>
        <p:spPr>
          <a:xfrm>
            <a:off x="0" y="1229990"/>
            <a:ext cx="1615035" cy="1810077"/>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latin typeface="Open Sans" panose="020B0606030504020204" pitchFamily="34" charset="0"/>
              <a:ea typeface="Open Sans" panose="020B0606030504020204" pitchFamily="34" charset="0"/>
              <a:cs typeface="Open Sans" panose="020B0606030504020204" pitchFamily="34" charset="0"/>
            </a:endParaRPr>
          </a:p>
        </p:txBody>
      </p:sp>
      <p:sp>
        <p:nvSpPr>
          <p:cNvPr id="10" name="Rectangle 9">
            <a:extLst>
              <a:ext uri="{FF2B5EF4-FFF2-40B4-BE49-F238E27FC236}">
                <a16:creationId xmlns:a16="http://schemas.microsoft.com/office/drawing/2014/main" id="{9716AE5C-B58A-B539-BD3C-AE956A3A196C}"/>
              </a:ext>
            </a:extLst>
          </p:cNvPr>
          <p:cNvSpPr/>
          <p:nvPr userDrawn="1"/>
        </p:nvSpPr>
        <p:spPr>
          <a:xfrm>
            <a:off x="0" y="3099095"/>
            <a:ext cx="1615035" cy="1810077"/>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latin typeface="Open Sans" panose="020B0606030504020204" pitchFamily="34" charset="0"/>
              <a:ea typeface="Open Sans" panose="020B0606030504020204" pitchFamily="34" charset="0"/>
              <a:cs typeface="Open Sans" panose="020B0606030504020204" pitchFamily="34" charset="0"/>
            </a:endParaRPr>
          </a:p>
        </p:txBody>
      </p:sp>
      <p:sp>
        <p:nvSpPr>
          <p:cNvPr id="11" name="Rectangle 10">
            <a:extLst>
              <a:ext uri="{FF2B5EF4-FFF2-40B4-BE49-F238E27FC236}">
                <a16:creationId xmlns:a16="http://schemas.microsoft.com/office/drawing/2014/main" id="{2AC9FE3B-FC2B-A9BB-8FE4-D8EA5E8648E6}"/>
              </a:ext>
            </a:extLst>
          </p:cNvPr>
          <p:cNvSpPr/>
          <p:nvPr userDrawn="1"/>
        </p:nvSpPr>
        <p:spPr>
          <a:xfrm>
            <a:off x="0" y="4968200"/>
            <a:ext cx="1615035" cy="1810077"/>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latin typeface="Open Sans" panose="020B0606030504020204" pitchFamily="34" charset="0"/>
              <a:ea typeface="Open Sans" panose="020B0606030504020204" pitchFamily="34" charset="0"/>
              <a:cs typeface="Open Sans" panose="020B0606030504020204" pitchFamily="34" charset="0"/>
            </a:endParaRPr>
          </a:p>
        </p:txBody>
      </p:sp>
      <p:sp>
        <p:nvSpPr>
          <p:cNvPr id="13" name="Rectangle 12">
            <a:extLst>
              <a:ext uri="{FF2B5EF4-FFF2-40B4-BE49-F238E27FC236}">
                <a16:creationId xmlns:a16="http://schemas.microsoft.com/office/drawing/2014/main" id="{097DB080-5577-0F7C-B593-46E183F0D524}"/>
              </a:ext>
            </a:extLst>
          </p:cNvPr>
          <p:cNvSpPr/>
          <p:nvPr userDrawn="1"/>
        </p:nvSpPr>
        <p:spPr>
          <a:xfrm>
            <a:off x="1655495" y="1229990"/>
            <a:ext cx="2597544" cy="1810077"/>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171450" indent="-171450">
              <a:buFont typeface="Arial" panose="020B0604020202020204" pitchFamily="34" charset="0"/>
              <a:buChar char="•"/>
            </a:pPr>
            <a:endParaRPr lang="en-US" sz="900">
              <a:solidFill>
                <a:schemeClr val="bg2">
                  <a:lumMod val="25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4" name="Rectangle 13">
            <a:extLst>
              <a:ext uri="{FF2B5EF4-FFF2-40B4-BE49-F238E27FC236}">
                <a16:creationId xmlns:a16="http://schemas.microsoft.com/office/drawing/2014/main" id="{28216F44-2D95-ACB2-1A78-EBE74D83D591}"/>
              </a:ext>
            </a:extLst>
          </p:cNvPr>
          <p:cNvSpPr/>
          <p:nvPr userDrawn="1"/>
        </p:nvSpPr>
        <p:spPr>
          <a:xfrm>
            <a:off x="9593781" y="1229990"/>
            <a:ext cx="2597544" cy="1810077"/>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endParaRPr lang="en-US" sz="900">
              <a:solidFill>
                <a:schemeClr val="bg2">
                  <a:lumMod val="25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5" name="Rectangle 14">
            <a:extLst>
              <a:ext uri="{FF2B5EF4-FFF2-40B4-BE49-F238E27FC236}">
                <a16:creationId xmlns:a16="http://schemas.microsoft.com/office/drawing/2014/main" id="{5CD490A1-4179-952C-0C64-12311238701C}"/>
              </a:ext>
            </a:extLst>
          </p:cNvPr>
          <p:cNvSpPr/>
          <p:nvPr userDrawn="1"/>
        </p:nvSpPr>
        <p:spPr>
          <a:xfrm>
            <a:off x="4301590" y="1229990"/>
            <a:ext cx="2597544" cy="1810077"/>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endParaRPr lang="en-US" sz="900">
              <a:solidFill>
                <a:schemeClr val="bg2">
                  <a:lumMod val="25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6" name="Rectangle 15">
            <a:extLst>
              <a:ext uri="{FF2B5EF4-FFF2-40B4-BE49-F238E27FC236}">
                <a16:creationId xmlns:a16="http://schemas.microsoft.com/office/drawing/2014/main" id="{51128F13-C1D6-F4A6-88EB-1A40977B9C7B}"/>
              </a:ext>
            </a:extLst>
          </p:cNvPr>
          <p:cNvSpPr/>
          <p:nvPr userDrawn="1"/>
        </p:nvSpPr>
        <p:spPr>
          <a:xfrm>
            <a:off x="6947685" y="1229990"/>
            <a:ext cx="2597544" cy="1810077"/>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endParaRPr lang="en-US" sz="900">
              <a:solidFill>
                <a:schemeClr val="bg2">
                  <a:lumMod val="25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7" name="Rectangle 16">
            <a:extLst>
              <a:ext uri="{FF2B5EF4-FFF2-40B4-BE49-F238E27FC236}">
                <a16:creationId xmlns:a16="http://schemas.microsoft.com/office/drawing/2014/main" id="{B595475B-072D-991F-C9ED-15EC9213EAA3}"/>
              </a:ext>
            </a:extLst>
          </p:cNvPr>
          <p:cNvSpPr/>
          <p:nvPr userDrawn="1"/>
        </p:nvSpPr>
        <p:spPr>
          <a:xfrm>
            <a:off x="1655495" y="3091004"/>
            <a:ext cx="2597544" cy="1810077"/>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endParaRPr lang="en-US" sz="900">
              <a:solidFill>
                <a:schemeClr val="bg2">
                  <a:lumMod val="25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8" name="Rectangle 17">
            <a:extLst>
              <a:ext uri="{FF2B5EF4-FFF2-40B4-BE49-F238E27FC236}">
                <a16:creationId xmlns:a16="http://schemas.microsoft.com/office/drawing/2014/main" id="{CF8ACB84-B401-9AD8-98B7-7D2F950BC387}"/>
              </a:ext>
            </a:extLst>
          </p:cNvPr>
          <p:cNvSpPr/>
          <p:nvPr userDrawn="1"/>
        </p:nvSpPr>
        <p:spPr>
          <a:xfrm>
            <a:off x="9593781" y="3091004"/>
            <a:ext cx="2597544" cy="1810077"/>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endParaRPr lang="en-US" sz="900">
              <a:solidFill>
                <a:schemeClr val="bg2">
                  <a:lumMod val="25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9" name="Rectangle 18">
            <a:extLst>
              <a:ext uri="{FF2B5EF4-FFF2-40B4-BE49-F238E27FC236}">
                <a16:creationId xmlns:a16="http://schemas.microsoft.com/office/drawing/2014/main" id="{73F08C6F-FD6C-38AC-748E-ADEFF359777C}"/>
              </a:ext>
            </a:extLst>
          </p:cNvPr>
          <p:cNvSpPr/>
          <p:nvPr userDrawn="1"/>
        </p:nvSpPr>
        <p:spPr>
          <a:xfrm>
            <a:off x="4301590" y="3091004"/>
            <a:ext cx="2597544" cy="1810077"/>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endParaRPr lang="en-US" sz="900">
              <a:solidFill>
                <a:schemeClr val="bg2">
                  <a:lumMod val="25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0" name="Rectangle 19">
            <a:extLst>
              <a:ext uri="{FF2B5EF4-FFF2-40B4-BE49-F238E27FC236}">
                <a16:creationId xmlns:a16="http://schemas.microsoft.com/office/drawing/2014/main" id="{4BC1B2A9-76FD-9114-B6A2-DF7949D47BD2}"/>
              </a:ext>
            </a:extLst>
          </p:cNvPr>
          <p:cNvSpPr/>
          <p:nvPr userDrawn="1"/>
        </p:nvSpPr>
        <p:spPr>
          <a:xfrm>
            <a:off x="6947685" y="3091004"/>
            <a:ext cx="2597544" cy="1810077"/>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endParaRPr lang="en-US" sz="900">
              <a:solidFill>
                <a:schemeClr val="bg2">
                  <a:lumMod val="25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1" name="Rectangle 20">
            <a:extLst>
              <a:ext uri="{FF2B5EF4-FFF2-40B4-BE49-F238E27FC236}">
                <a16:creationId xmlns:a16="http://schemas.microsoft.com/office/drawing/2014/main" id="{8F849A48-4927-CCDB-4A97-81527FC48FE7}"/>
              </a:ext>
            </a:extLst>
          </p:cNvPr>
          <p:cNvSpPr/>
          <p:nvPr userDrawn="1"/>
        </p:nvSpPr>
        <p:spPr>
          <a:xfrm>
            <a:off x="1655495" y="4968200"/>
            <a:ext cx="2597544" cy="1810077"/>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endParaRPr lang="en-US" sz="900">
              <a:solidFill>
                <a:schemeClr val="bg2">
                  <a:lumMod val="25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2" name="Rectangle 21">
            <a:extLst>
              <a:ext uri="{FF2B5EF4-FFF2-40B4-BE49-F238E27FC236}">
                <a16:creationId xmlns:a16="http://schemas.microsoft.com/office/drawing/2014/main" id="{CEEA0C1D-32CF-8A29-CE31-625FF0071BD8}"/>
              </a:ext>
            </a:extLst>
          </p:cNvPr>
          <p:cNvSpPr/>
          <p:nvPr userDrawn="1"/>
        </p:nvSpPr>
        <p:spPr>
          <a:xfrm>
            <a:off x="9593781" y="4968200"/>
            <a:ext cx="2597544" cy="1810077"/>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endParaRPr lang="en-US" sz="900">
              <a:solidFill>
                <a:schemeClr val="bg2">
                  <a:lumMod val="25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3" name="Rectangle 22">
            <a:extLst>
              <a:ext uri="{FF2B5EF4-FFF2-40B4-BE49-F238E27FC236}">
                <a16:creationId xmlns:a16="http://schemas.microsoft.com/office/drawing/2014/main" id="{BB187495-867D-08E5-1E0C-AC1D899AF964}"/>
              </a:ext>
            </a:extLst>
          </p:cNvPr>
          <p:cNvSpPr/>
          <p:nvPr userDrawn="1"/>
        </p:nvSpPr>
        <p:spPr>
          <a:xfrm>
            <a:off x="4301590" y="4968200"/>
            <a:ext cx="2597544" cy="1810077"/>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endParaRPr lang="en-US" sz="900">
              <a:solidFill>
                <a:schemeClr val="bg2">
                  <a:lumMod val="25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4" name="Rectangle 23">
            <a:extLst>
              <a:ext uri="{FF2B5EF4-FFF2-40B4-BE49-F238E27FC236}">
                <a16:creationId xmlns:a16="http://schemas.microsoft.com/office/drawing/2014/main" id="{7D942F59-1B41-7397-7B2C-A9834AF694C0}"/>
              </a:ext>
            </a:extLst>
          </p:cNvPr>
          <p:cNvSpPr/>
          <p:nvPr userDrawn="1"/>
        </p:nvSpPr>
        <p:spPr>
          <a:xfrm>
            <a:off x="6947685" y="4968200"/>
            <a:ext cx="2597544" cy="1810077"/>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endParaRPr lang="en-US" sz="900">
              <a:solidFill>
                <a:schemeClr val="bg2">
                  <a:lumMod val="25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9" name="Pentagon 28">
            <a:extLst>
              <a:ext uri="{FF2B5EF4-FFF2-40B4-BE49-F238E27FC236}">
                <a16:creationId xmlns:a16="http://schemas.microsoft.com/office/drawing/2014/main" id="{978CBDC7-7AB9-1668-9D47-D0EBBB543CC4}"/>
              </a:ext>
            </a:extLst>
          </p:cNvPr>
          <p:cNvSpPr/>
          <p:nvPr userDrawn="1"/>
        </p:nvSpPr>
        <p:spPr>
          <a:xfrm>
            <a:off x="0" y="887624"/>
            <a:ext cx="4418251" cy="301906"/>
          </a:xfrm>
          <a:prstGeom prst="homePlate">
            <a:avLst/>
          </a:prstGeom>
          <a:gradFill>
            <a:gsLst>
              <a:gs pos="40000">
                <a:schemeClr val="accent2"/>
              </a:gs>
              <a:gs pos="0">
                <a:schemeClr val="bg1"/>
              </a:gs>
              <a:gs pos="100000">
                <a:schemeClr val="accent2"/>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b="1">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459960939"/>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4_ProductRoadmap_3-Row">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92520A2C-61FC-9CDF-51F8-C3694511370A}"/>
              </a:ext>
            </a:extLst>
          </p:cNvPr>
          <p:cNvSpPr>
            <a:spLocks noGrp="1"/>
          </p:cNvSpPr>
          <p:nvPr>
            <p:ph type="dt" sz="half" idx="10"/>
          </p:nvPr>
        </p:nvSpPr>
        <p:spPr/>
        <p:txBody>
          <a:bodyPr/>
          <a:lstStyle/>
          <a:p>
            <a:fld id="{D38656C5-2DDE-454B-A78F-D9D73785D935}" type="datetimeFigureOut">
              <a:rPr lang="en-US" smtClean="0"/>
              <a:pPr/>
              <a:t>10/23/24</a:t>
            </a:fld>
            <a:endParaRPr lang="en-US"/>
          </a:p>
        </p:txBody>
      </p:sp>
      <p:sp>
        <p:nvSpPr>
          <p:cNvPr id="4" name="Footer Placeholder 3">
            <a:extLst>
              <a:ext uri="{FF2B5EF4-FFF2-40B4-BE49-F238E27FC236}">
                <a16:creationId xmlns:a16="http://schemas.microsoft.com/office/drawing/2014/main" id="{11242A05-4ED0-77DA-53F8-95B5590B95C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CF08539-1D1B-7E51-0AC9-762237C5C89A}"/>
              </a:ext>
            </a:extLst>
          </p:cNvPr>
          <p:cNvSpPr>
            <a:spLocks noGrp="1"/>
          </p:cNvSpPr>
          <p:nvPr>
            <p:ph type="sldNum" sz="quarter" idx="12"/>
          </p:nvPr>
        </p:nvSpPr>
        <p:spPr/>
        <p:txBody>
          <a:bodyPr/>
          <a:lstStyle/>
          <a:p>
            <a:fld id="{2BDFC5E2-9F0C-D24D-80A4-CB3D6FA65022}" type="slidenum">
              <a:rPr lang="en-US" smtClean="0"/>
              <a:pPr/>
              <a:t>‹#›</a:t>
            </a:fld>
            <a:endParaRPr lang="en-US"/>
          </a:p>
        </p:txBody>
      </p:sp>
      <p:sp>
        <p:nvSpPr>
          <p:cNvPr id="9" name="Rectangle 8">
            <a:extLst>
              <a:ext uri="{FF2B5EF4-FFF2-40B4-BE49-F238E27FC236}">
                <a16:creationId xmlns:a16="http://schemas.microsoft.com/office/drawing/2014/main" id="{B500C917-6D46-9E6A-0720-EEAE180242B4}"/>
              </a:ext>
            </a:extLst>
          </p:cNvPr>
          <p:cNvSpPr/>
          <p:nvPr userDrawn="1"/>
        </p:nvSpPr>
        <p:spPr>
          <a:xfrm>
            <a:off x="0" y="1229990"/>
            <a:ext cx="1615035" cy="1810077"/>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latin typeface="Open Sans" panose="020B0606030504020204" pitchFamily="34" charset="0"/>
              <a:ea typeface="Open Sans" panose="020B0606030504020204" pitchFamily="34" charset="0"/>
              <a:cs typeface="Open Sans" panose="020B0606030504020204" pitchFamily="34" charset="0"/>
            </a:endParaRPr>
          </a:p>
        </p:txBody>
      </p:sp>
      <p:sp>
        <p:nvSpPr>
          <p:cNvPr id="10" name="Rectangle 9">
            <a:extLst>
              <a:ext uri="{FF2B5EF4-FFF2-40B4-BE49-F238E27FC236}">
                <a16:creationId xmlns:a16="http://schemas.microsoft.com/office/drawing/2014/main" id="{9716AE5C-B58A-B539-BD3C-AE956A3A196C}"/>
              </a:ext>
            </a:extLst>
          </p:cNvPr>
          <p:cNvSpPr/>
          <p:nvPr userDrawn="1"/>
        </p:nvSpPr>
        <p:spPr>
          <a:xfrm>
            <a:off x="0" y="3099095"/>
            <a:ext cx="1615035" cy="1810077"/>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latin typeface="Open Sans" panose="020B0606030504020204" pitchFamily="34" charset="0"/>
              <a:ea typeface="Open Sans" panose="020B0606030504020204" pitchFamily="34" charset="0"/>
              <a:cs typeface="Open Sans" panose="020B0606030504020204" pitchFamily="34" charset="0"/>
            </a:endParaRPr>
          </a:p>
        </p:txBody>
      </p:sp>
      <p:sp>
        <p:nvSpPr>
          <p:cNvPr id="11" name="Rectangle 10">
            <a:extLst>
              <a:ext uri="{FF2B5EF4-FFF2-40B4-BE49-F238E27FC236}">
                <a16:creationId xmlns:a16="http://schemas.microsoft.com/office/drawing/2014/main" id="{2AC9FE3B-FC2B-A9BB-8FE4-D8EA5E8648E6}"/>
              </a:ext>
            </a:extLst>
          </p:cNvPr>
          <p:cNvSpPr/>
          <p:nvPr userDrawn="1"/>
        </p:nvSpPr>
        <p:spPr>
          <a:xfrm>
            <a:off x="0" y="4968200"/>
            <a:ext cx="1615035" cy="1810077"/>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latin typeface="Open Sans" panose="020B0606030504020204" pitchFamily="34" charset="0"/>
              <a:ea typeface="Open Sans" panose="020B0606030504020204" pitchFamily="34" charset="0"/>
              <a:cs typeface="Open Sans" panose="020B0606030504020204" pitchFamily="34" charset="0"/>
            </a:endParaRPr>
          </a:p>
        </p:txBody>
      </p:sp>
      <p:sp>
        <p:nvSpPr>
          <p:cNvPr id="13" name="Rectangle 12">
            <a:extLst>
              <a:ext uri="{FF2B5EF4-FFF2-40B4-BE49-F238E27FC236}">
                <a16:creationId xmlns:a16="http://schemas.microsoft.com/office/drawing/2014/main" id="{097DB080-5577-0F7C-B593-46E183F0D524}"/>
              </a:ext>
            </a:extLst>
          </p:cNvPr>
          <p:cNvSpPr/>
          <p:nvPr userDrawn="1"/>
        </p:nvSpPr>
        <p:spPr>
          <a:xfrm>
            <a:off x="1655495" y="1229990"/>
            <a:ext cx="3471200" cy="1810077"/>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171450" indent="-171450">
              <a:buFont typeface="Arial" panose="020B0604020202020204" pitchFamily="34" charset="0"/>
              <a:buChar char="•"/>
            </a:pPr>
            <a:endParaRPr lang="en-US" sz="900">
              <a:solidFill>
                <a:schemeClr val="bg2">
                  <a:lumMod val="25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4" name="Rectangle 13">
            <a:extLst>
              <a:ext uri="{FF2B5EF4-FFF2-40B4-BE49-F238E27FC236}">
                <a16:creationId xmlns:a16="http://schemas.microsoft.com/office/drawing/2014/main" id="{28216F44-2D95-ACB2-1A78-EBE74D83D591}"/>
              </a:ext>
            </a:extLst>
          </p:cNvPr>
          <p:cNvSpPr/>
          <p:nvPr userDrawn="1"/>
        </p:nvSpPr>
        <p:spPr>
          <a:xfrm>
            <a:off x="8719444" y="1229990"/>
            <a:ext cx="3471881" cy="1810077"/>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endParaRPr lang="en-US" sz="900">
              <a:solidFill>
                <a:schemeClr val="bg2">
                  <a:lumMod val="25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6" name="Rectangle 15">
            <a:extLst>
              <a:ext uri="{FF2B5EF4-FFF2-40B4-BE49-F238E27FC236}">
                <a16:creationId xmlns:a16="http://schemas.microsoft.com/office/drawing/2014/main" id="{51128F13-C1D6-F4A6-88EB-1A40977B9C7B}"/>
              </a:ext>
            </a:extLst>
          </p:cNvPr>
          <p:cNvSpPr/>
          <p:nvPr userDrawn="1"/>
        </p:nvSpPr>
        <p:spPr>
          <a:xfrm>
            <a:off x="5187470" y="1229990"/>
            <a:ext cx="3471199" cy="1810077"/>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endParaRPr lang="en-US" sz="900">
              <a:solidFill>
                <a:schemeClr val="bg2">
                  <a:lumMod val="25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7" name="Rectangle 16">
            <a:extLst>
              <a:ext uri="{FF2B5EF4-FFF2-40B4-BE49-F238E27FC236}">
                <a16:creationId xmlns:a16="http://schemas.microsoft.com/office/drawing/2014/main" id="{B595475B-072D-991F-C9ED-15EC9213EAA3}"/>
              </a:ext>
            </a:extLst>
          </p:cNvPr>
          <p:cNvSpPr/>
          <p:nvPr userDrawn="1"/>
        </p:nvSpPr>
        <p:spPr>
          <a:xfrm>
            <a:off x="1655495" y="3091004"/>
            <a:ext cx="3471200" cy="1810077"/>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endParaRPr lang="en-US" sz="900">
              <a:solidFill>
                <a:schemeClr val="bg2">
                  <a:lumMod val="25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8" name="Rectangle 17">
            <a:extLst>
              <a:ext uri="{FF2B5EF4-FFF2-40B4-BE49-F238E27FC236}">
                <a16:creationId xmlns:a16="http://schemas.microsoft.com/office/drawing/2014/main" id="{CF8ACB84-B401-9AD8-98B7-7D2F950BC387}"/>
              </a:ext>
            </a:extLst>
          </p:cNvPr>
          <p:cNvSpPr/>
          <p:nvPr userDrawn="1"/>
        </p:nvSpPr>
        <p:spPr>
          <a:xfrm>
            <a:off x="8719444" y="3091004"/>
            <a:ext cx="3471881" cy="1810077"/>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endParaRPr lang="en-US" sz="900">
              <a:solidFill>
                <a:schemeClr val="bg2">
                  <a:lumMod val="25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0" name="Rectangle 19">
            <a:extLst>
              <a:ext uri="{FF2B5EF4-FFF2-40B4-BE49-F238E27FC236}">
                <a16:creationId xmlns:a16="http://schemas.microsoft.com/office/drawing/2014/main" id="{4BC1B2A9-76FD-9114-B6A2-DF7949D47BD2}"/>
              </a:ext>
            </a:extLst>
          </p:cNvPr>
          <p:cNvSpPr/>
          <p:nvPr userDrawn="1"/>
        </p:nvSpPr>
        <p:spPr>
          <a:xfrm>
            <a:off x="5187470" y="3091004"/>
            <a:ext cx="3471199" cy="1810077"/>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endParaRPr lang="en-US" sz="900">
              <a:solidFill>
                <a:schemeClr val="bg2">
                  <a:lumMod val="25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1" name="Rectangle 20">
            <a:extLst>
              <a:ext uri="{FF2B5EF4-FFF2-40B4-BE49-F238E27FC236}">
                <a16:creationId xmlns:a16="http://schemas.microsoft.com/office/drawing/2014/main" id="{8F849A48-4927-CCDB-4A97-81527FC48FE7}"/>
              </a:ext>
            </a:extLst>
          </p:cNvPr>
          <p:cNvSpPr/>
          <p:nvPr userDrawn="1"/>
        </p:nvSpPr>
        <p:spPr>
          <a:xfrm>
            <a:off x="1655495" y="4968200"/>
            <a:ext cx="3471200" cy="1810077"/>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endParaRPr lang="en-US" sz="900">
              <a:solidFill>
                <a:schemeClr val="bg2">
                  <a:lumMod val="25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2" name="Rectangle 21">
            <a:extLst>
              <a:ext uri="{FF2B5EF4-FFF2-40B4-BE49-F238E27FC236}">
                <a16:creationId xmlns:a16="http://schemas.microsoft.com/office/drawing/2014/main" id="{CEEA0C1D-32CF-8A29-CE31-625FF0071BD8}"/>
              </a:ext>
            </a:extLst>
          </p:cNvPr>
          <p:cNvSpPr/>
          <p:nvPr userDrawn="1"/>
        </p:nvSpPr>
        <p:spPr>
          <a:xfrm>
            <a:off x="8719444" y="4968200"/>
            <a:ext cx="3471881" cy="1810077"/>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endParaRPr lang="en-US" sz="900">
              <a:solidFill>
                <a:schemeClr val="bg2">
                  <a:lumMod val="25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4" name="Rectangle 23">
            <a:extLst>
              <a:ext uri="{FF2B5EF4-FFF2-40B4-BE49-F238E27FC236}">
                <a16:creationId xmlns:a16="http://schemas.microsoft.com/office/drawing/2014/main" id="{7D942F59-1B41-7397-7B2C-A9834AF694C0}"/>
              </a:ext>
            </a:extLst>
          </p:cNvPr>
          <p:cNvSpPr/>
          <p:nvPr userDrawn="1"/>
        </p:nvSpPr>
        <p:spPr>
          <a:xfrm>
            <a:off x="5187470" y="4968200"/>
            <a:ext cx="3471199" cy="1810077"/>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endParaRPr lang="en-US" sz="900">
              <a:solidFill>
                <a:schemeClr val="bg2">
                  <a:lumMod val="25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8" name="Pentagon 27">
            <a:extLst>
              <a:ext uri="{FF2B5EF4-FFF2-40B4-BE49-F238E27FC236}">
                <a16:creationId xmlns:a16="http://schemas.microsoft.com/office/drawing/2014/main" id="{CF60848B-79D2-8F27-F620-3F3CF18A784A}"/>
              </a:ext>
            </a:extLst>
          </p:cNvPr>
          <p:cNvSpPr/>
          <p:nvPr userDrawn="1"/>
        </p:nvSpPr>
        <p:spPr>
          <a:xfrm>
            <a:off x="8291146" y="887624"/>
            <a:ext cx="3900854" cy="301906"/>
          </a:xfrm>
          <a:prstGeom prst="homePlate">
            <a:avLst/>
          </a:prstGeom>
          <a:gradFill>
            <a:gsLst>
              <a:gs pos="40000">
                <a:schemeClr val="accent2"/>
              </a:gs>
              <a:gs pos="0">
                <a:schemeClr val="bg1"/>
              </a:gs>
              <a:gs pos="100000">
                <a:schemeClr val="accent2"/>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b="1">
              <a:latin typeface="Open Sans" panose="020B0606030504020204" pitchFamily="34" charset="0"/>
              <a:ea typeface="Open Sans" panose="020B0606030504020204" pitchFamily="34" charset="0"/>
              <a:cs typeface="Open Sans" panose="020B0606030504020204" pitchFamily="34" charset="0"/>
            </a:endParaRPr>
          </a:p>
        </p:txBody>
      </p:sp>
      <p:sp>
        <p:nvSpPr>
          <p:cNvPr id="30" name="Pentagon 29">
            <a:extLst>
              <a:ext uri="{FF2B5EF4-FFF2-40B4-BE49-F238E27FC236}">
                <a16:creationId xmlns:a16="http://schemas.microsoft.com/office/drawing/2014/main" id="{54627706-B3E4-0011-A909-ADED70899514}"/>
              </a:ext>
            </a:extLst>
          </p:cNvPr>
          <p:cNvSpPr/>
          <p:nvPr userDrawn="1"/>
        </p:nvSpPr>
        <p:spPr>
          <a:xfrm>
            <a:off x="4758493" y="887624"/>
            <a:ext cx="3900854" cy="301906"/>
          </a:xfrm>
          <a:prstGeom prst="homePlate">
            <a:avLst/>
          </a:prstGeom>
          <a:gradFill>
            <a:gsLst>
              <a:gs pos="40000">
                <a:schemeClr val="accent2"/>
              </a:gs>
              <a:gs pos="0">
                <a:schemeClr val="bg1"/>
              </a:gs>
              <a:gs pos="100000">
                <a:schemeClr val="accent2"/>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b="1">
              <a:latin typeface="Open Sans" panose="020B0606030504020204" pitchFamily="34" charset="0"/>
              <a:ea typeface="Open Sans" panose="020B0606030504020204" pitchFamily="34" charset="0"/>
              <a:cs typeface="Open Sans" panose="020B0606030504020204" pitchFamily="34" charset="0"/>
            </a:endParaRPr>
          </a:p>
        </p:txBody>
      </p:sp>
      <p:sp>
        <p:nvSpPr>
          <p:cNvPr id="31" name="Pentagon 30">
            <a:extLst>
              <a:ext uri="{FF2B5EF4-FFF2-40B4-BE49-F238E27FC236}">
                <a16:creationId xmlns:a16="http://schemas.microsoft.com/office/drawing/2014/main" id="{EE87858E-8C4C-4A6F-65B9-E1CE66DD8224}"/>
              </a:ext>
            </a:extLst>
          </p:cNvPr>
          <p:cNvSpPr/>
          <p:nvPr userDrawn="1"/>
        </p:nvSpPr>
        <p:spPr>
          <a:xfrm>
            <a:off x="0" y="887624"/>
            <a:ext cx="5287202" cy="301906"/>
          </a:xfrm>
          <a:prstGeom prst="homePlate">
            <a:avLst/>
          </a:prstGeom>
          <a:gradFill>
            <a:gsLst>
              <a:gs pos="40000">
                <a:schemeClr val="accent2"/>
              </a:gs>
              <a:gs pos="0">
                <a:schemeClr val="bg1"/>
              </a:gs>
              <a:gs pos="100000">
                <a:schemeClr val="accent2"/>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b="1">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907193333"/>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2_ProductRoadmap_3-Row">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92520A2C-61FC-9CDF-51F8-C3694511370A}"/>
              </a:ext>
            </a:extLst>
          </p:cNvPr>
          <p:cNvSpPr>
            <a:spLocks noGrp="1"/>
          </p:cNvSpPr>
          <p:nvPr>
            <p:ph type="dt" sz="half" idx="10"/>
          </p:nvPr>
        </p:nvSpPr>
        <p:spPr/>
        <p:txBody>
          <a:bodyPr/>
          <a:lstStyle/>
          <a:p>
            <a:fld id="{D38656C5-2DDE-454B-A78F-D9D73785D935}" type="datetimeFigureOut">
              <a:rPr lang="en-US" smtClean="0"/>
              <a:pPr/>
              <a:t>10/23/24</a:t>
            </a:fld>
            <a:endParaRPr lang="en-US"/>
          </a:p>
        </p:txBody>
      </p:sp>
      <p:sp>
        <p:nvSpPr>
          <p:cNvPr id="4" name="Footer Placeholder 3">
            <a:extLst>
              <a:ext uri="{FF2B5EF4-FFF2-40B4-BE49-F238E27FC236}">
                <a16:creationId xmlns:a16="http://schemas.microsoft.com/office/drawing/2014/main" id="{11242A05-4ED0-77DA-53F8-95B5590B95C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CF08539-1D1B-7E51-0AC9-762237C5C89A}"/>
              </a:ext>
            </a:extLst>
          </p:cNvPr>
          <p:cNvSpPr>
            <a:spLocks noGrp="1"/>
          </p:cNvSpPr>
          <p:nvPr>
            <p:ph type="sldNum" sz="quarter" idx="12"/>
          </p:nvPr>
        </p:nvSpPr>
        <p:spPr/>
        <p:txBody>
          <a:bodyPr/>
          <a:lstStyle/>
          <a:p>
            <a:fld id="{2BDFC5E2-9F0C-D24D-80A4-CB3D6FA65022}" type="slidenum">
              <a:rPr lang="en-US" smtClean="0"/>
              <a:pPr/>
              <a:t>‹#›</a:t>
            </a:fld>
            <a:endParaRPr lang="en-US"/>
          </a:p>
        </p:txBody>
      </p:sp>
      <p:sp>
        <p:nvSpPr>
          <p:cNvPr id="6" name="Pentagon 5">
            <a:extLst>
              <a:ext uri="{FF2B5EF4-FFF2-40B4-BE49-F238E27FC236}">
                <a16:creationId xmlns:a16="http://schemas.microsoft.com/office/drawing/2014/main" id="{91207054-F563-5FDA-6B0C-D4965E5C25E6}"/>
              </a:ext>
            </a:extLst>
          </p:cNvPr>
          <p:cNvSpPr/>
          <p:nvPr userDrawn="1"/>
        </p:nvSpPr>
        <p:spPr>
          <a:xfrm>
            <a:off x="9585689" y="887624"/>
            <a:ext cx="2604962" cy="301906"/>
          </a:xfrm>
          <a:prstGeom prst="homePlate">
            <a:avLst/>
          </a:prstGeom>
          <a:gradFill>
            <a:gsLst>
              <a:gs pos="40000">
                <a:schemeClr val="accent2"/>
              </a:gs>
              <a:gs pos="0">
                <a:schemeClr val="bg1"/>
              </a:gs>
              <a:gs pos="100000">
                <a:schemeClr val="accent2"/>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b="1">
              <a:latin typeface="Open Sans" panose="020B0606030504020204" pitchFamily="34" charset="0"/>
              <a:ea typeface="Open Sans" panose="020B0606030504020204" pitchFamily="34" charset="0"/>
              <a:cs typeface="Open Sans" panose="020B0606030504020204" pitchFamily="34" charset="0"/>
            </a:endParaRPr>
          </a:p>
        </p:txBody>
      </p:sp>
      <p:sp>
        <p:nvSpPr>
          <p:cNvPr id="7" name="Pentagon 6">
            <a:extLst>
              <a:ext uri="{FF2B5EF4-FFF2-40B4-BE49-F238E27FC236}">
                <a16:creationId xmlns:a16="http://schemas.microsoft.com/office/drawing/2014/main" id="{A3C873F3-39AA-D371-1E89-0AE0E7DE3C16}"/>
              </a:ext>
            </a:extLst>
          </p:cNvPr>
          <p:cNvSpPr/>
          <p:nvPr userDrawn="1"/>
        </p:nvSpPr>
        <p:spPr>
          <a:xfrm>
            <a:off x="6904799" y="887624"/>
            <a:ext cx="5243638" cy="301906"/>
          </a:xfrm>
          <a:prstGeom prst="homePlate">
            <a:avLst/>
          </a:prstGeom>
          <a:gradFill>
            <a:gsLst>
              <a:gs pos="40000">
                <a:schemeClr val="accent2"/>
              </a:gs>
              <a:gs pos="0">
                <a:schemeClr val="bg1"/>
              </a:gs>
              <a:gs pos="100000">
                <a:schemeClr val="accent2"/>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b="1">
              <a:latin typeface="Open Sans" panose="020B0606030504020204" pitchFamily="34" charset="0"/>
              <a:ea typeface="Open Sans" panose="020B0606030504020204" pitchFamily="34" charset="0"/>
              <a:cs typeface="Open Sans" panose="020B0606030504020204" pitchFamily="34" charset="0"/>
            </a:endParaRPr>
          </a:p>
        </p:txBody>
      </p:sp>
      <p:sp>
        <p:nvSpPr>
          <p:cNvPr id="8" name="Pentagon 7">
            <a:extLst>
              <a:ext uri="{FF2B5EF4-FFF2-40B4-BE49-F238E27FC236}">
                <a16:creationId xmlns:a16="http://schemas.microsoft.com/office/drawing/2014/main" id="{5EE94406-AABE-FFA5-793A-9FB919433AA3}"/>
              </a:ext>
            </a:extLst>
          </p:cNvPr>
          <p:cNvSpPr/>
          <p:nvPr userDrawn="1"/>
        </p:nvSpPr>
        <p:spPr>
          <a:xfrm>
            <a:off x="4253039" y="887624"/>
            <a:ext cx="2816972" cy="301906"/>
          </a:xfrm>
          <a:prstGeom prst="homePlate">
            <a:avLst/>
          </a:prstGeom>
          <a:gradFill>
            <a:gsLst>
              <a:gs pos="40000">
                <a:schemeClr val="accent2"/>
              </a:gs>
              <a:gs pos="0">
                <a:schemeClr val="bg1"/>
              </a:gs>
              <a:gs pos="100000">
                <a:schemeClr val="accent2"/>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b="1">
              <a:latin typeface="Open Sans" panose="020B0606030504020204" pitchFamily="34" charset="0"/>
              <a:ea typeface="Open Sans" panose="020B0606030504020204" pitchFamily="34" charset="0"/>
              <a:cs typeface="Open Sans" panose="020B0606030504020204" pitchFamily="34" charset="0"/>
            </a:endParaRPr>
          </a:p>
        </p:txBody>
      </p:sp>
      <p:sp>
        <p:nvSpPr>
          <p:cNvPr id="9" name="Rectangle 8">
            <a:extLst>
              <a:ext uri="{FF2B5EF4-FFF2-40B4-BE49-F238E27FC236}">
                <a16:creationId xmlns:a16="http://schemas.microsoft.com/office/drawing/2014/main" id="{B500C917-6D46-9E6A-0720-EEAE180242B4}"/>
              </a:ext>
            </a:extLst>
          </p:cNvPr>
          <p:cNvSpPr/>
          <p:nvPr userDrawn="1"/>
        </p:nvSpPr>
        <p:spPr>
          <a:xfrm>
            <a:off x="0" y="1229990"/>
            <a:ext cx="1615035" cy="1810077"/>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latin typeface="Open Sans" panose="020B0606030504020204" pitchFamily="34" charset="0"/>
              <a:ea typeface="Open Sans" panose="020B0606030504020204" pitchFamily="34" charset="0"/>
              <a:cs typeface="Open Sans" panose="020B0606030504020204" pitchFamily="34" charset="0"/>
            </a:endParaRPr>
          </a:p>
        </p:txBody>
      </p:sp>
      <p:sp>
        <p:nvSpPr>
          <p:cNvPr id="10" name="Rectangle 9">
            <a:extLst>
              <a:ext uri="{FF2B5EF4-FFF2-40B4-BE49-F238E27FC236}">
                <a16:creationId xmlns:a16="http://schemas.microsoft.com/office/drawing/2014/main" id="{9716AE5C-B58A-B539-BD3C-AE956A3A196C}"/>
              </a:ext>
            </a:extLst>
          </p:cNvPr>
          <p:cNvSpPr/>
          <p:nvPr userDrawn="1"/>
        </p:nvSpPr>
        <p:spPr>
          <a:xfrm>
            <a:off x="0" y="3099095"/>
            <a:ext cx="1615035" cy="1810077"/>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latin typeface="Open Sans" panose="020B0606030504020204" pitchFamily="34" charset="0"/>
              <a:ea typeface="Open Sans" panose="020B0606030504020204" pitchFamily="34" charset="0"/>
              <a:cs typeface="Open Sans" panose="020B0606030504020204" pitchFamily="34" charset="0"/>
            </a:endParaRPr>
          </a:p>
        </p:txBody>
      </p:sp>
      <p:sp>
        <p:nvSpPr>
          <p:cNvPr id="11" name="Rectangle 10">
            <a:extLst>
              <a:ext uri="{FF2B5EF4-FFF2-40B4-BE49-F238E27FC236}">
                <a16:creationId xmlns:a16="http://schemas.microsoft.com/office/drawing/2014/main" id="{2AC9FE3B-FC2B-A9BB-8FE4-D8EA5E8648E6}"/>
              </a:ext>
            </a:extLst>
          </p:cNvPr>
          <p:cNvSpPr/>
          <p:nvPr userDrawn="1"/>
        </p:nvSpPr>
        <p:spPr>
          <a:xfrm>
            <a:off x="0" y="4968200"/>
            <a:ext cx="1615035" cy="1810077"/>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latin typeface="Open Sans" panose="020B0606030504020204" pitchFamily="34" charset="0"/>
              <a:ea typeface="Open Sans" panose="020B0606030504020204" pitchFamily="34" charset="0"/>
              <a:cs typeface="Open Sans" panose="020B0606030504020204" pitchFamily="34" charset="0"/>
            </a:endParaRPr>
          </a:p>
        </p:txBody>
      </p:sp>
      <p:sp>
        <p:nvSpPr>
          <p:cNvPr id="13" name="Rectangle 12">
            <a:extLst>
              <a:ext uri="{FF2B5EF4-FFF2-40B4-BE49-F238E27FC236}">
                <a16:creationId xmlns:a16="http://schemas.microsoft.com/office/drawing/2014/main" id="{097DB080-5577-0F7C-B593-46E183F0D524}"/>
              </a:ext>
            </a:extLst>
          </p:cNvPr>
          <p:cNvSpPr/>
          <p:nvPr userDrawn="1"/>
        </p:nvSpPr>
        <p:spPr>
          <a:xfrm>
            <a:off x="1655495" y="1229990"/>
            <a:ext cx="5243638" cy="1810077"/>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171450" indent="-171450">
              <a:buFont typeface="Arial" panose="020B0604020202020204" pitchFamily="34" charset="0"/>
              <a:buChar char="•"/>
            </a:pPr>
            <a:endParaRPr lang="en-US" sz="900">
              <a:solidFill>
                <a:schemeClr val="bg2">
                  <a:lumMod val="25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6" name="Rectangle 15">
            <a:extLst>
              <a:ext uri="{FF2B5EF4-FFF2-40B4-BE49-F238E27FC236}">
                <a16:creationId xmlns:a16="http://schemas.microsoft.com/office/drawing/2014/main" id="{51128F13-C1D6-F4A6-88EB-1A40977B9C7B}"/>
              </a:ext>
            </a:extLst>
          </p:cNvPr>
          <p:cNvSpPr/>
          <p:nvPr userDrawn="1"/>
        </p:nvSpPr>
        <p:spPr>
          <a:xfrm>
            <a:off x="6947684" y="1229990"/>
            <a:ext cx="5244315" cy="1810077"/>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endParaRPr lang="en-US" sz="900">
              <a:solidFill>
                <a:schemeClr val="bg2">
                  <a:lumMod val="25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7" name="Rectangle 16">
            <a:extLst>
              <a:ext uri="{FF2B5EF4-FFF2-40B4-BE49-F238E27FC236}">
                <a16:creationId xmlns:a16="http://schemas.microsoft.com/office/drawing/2014/main" id="{B595475B-072D-991F-C9ED-15EC9213EAA3}"/>
              </a:ext>
            </a:extLst>
          </p:cNvPr>
          <p:cNvSpPr/>
          <p:nvPr userDrawn="1"/>
        </p:nvSpPr>
        <p:spPr>
          <a:xfrm>
            <a:off x="1655495" y="3091004"/>
            <a:ext cx="5243638" cy="1810077"/>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endParaRPr lang="en-US" sz="900">
              <a:solidFill>
                <a:schemeClr val="bg2">
                  <a:lumMod val="25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0" name="Rectangle 19">
            <a:extLst>
              <a:ext uri="{FF2B5EF4-FFF2-40B4-BE49-F238E27FC236}">
                <a16:creationId xmlns:a16="http://schemas.microsoft.com/office/drawing/2014/main" id="{4BC1B2A9-76FD-9114-B6A2-DF7949D47BD2}"/>
              </a:ext>
            </a:extLst>
          </p:cNvPr>
          <p:cNvSpPr/>
          <p:nvPr userDrawn="1"/>
        </p:nvSpPr>
        <p:spPr>
          <a:xfrm>
            <a:off x="6947684" y="3091004"/>
            <a:ext cx="5244315" cy="1810077"/>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endParaRPr lang="en-US" sz="900">
              <a:solidFill>
                <a:schemeClr val="bg2">
                  <a:lumMod val="25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1" name="Rectangle 20">
            <a:extLst>
              <a:ext uri="{FF2B5EF4-FFF2-40B4-BE49-F238E27FC236}">
                <a16:creationId xmlns:a16="http://schemas.microsoft.com/office/drawing/2014/main" id="{8F849A48-4927-CCDB-4A97-81527FC48FE7}"/>
              </a:ext>
            </a:extLst>
          </p:cNvPr>
          <p:cNvSpPr/>
          <p:nvPr userDrawn="1"/>
        </p:nvSpPr>
        <p:spPr>
          <a:xfrm>
            <a:off x="1655495" y="4968200"/>
            <a:ext cx="5243638" cy="1810077"/>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endParaRPr lang="en-US" sz="900">
              <a:solidFill>
                <a:schemeClr val="bg2">
                  <a:lumMod val="25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4" name="Rectangle 23">
            <a:extLst>
              <a:ext uri="{FF2B5EF4-FFF2-40B4-BE49-F238E27FC236}">
                <a16:creationId xmlns:a16="http://schemas.microsoft.com/office/drawing/2014/main" id="{7D942F59-1B41-7397-7B2C-A9834AF694C0}"/>
              </a:ext>
            </a:extLst>
          </p:cNvPr>
          <p:cNvSpPr/>
          <p:nvPr userDrawn="1"/>
        </p:nvSpPr>
        <p:spPr>
          <a:xfrm>
            <a:off x="6947684" y="4968200"/>
            <a:ext cx="5244315" cy="1810077"/>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endParaRPr lang="en-US" sz="900">
              <a:solidFill>
                <a:schemeClr val="bg2">
                  <a:lumMod val="25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9" name="Pentagon 28">
            <a:extLst>
              <a:ext uri="{FF2B5EF4-FFF2-40B4-BE49-F238E27FC236}">
                <a16:creationId xmlns:a16="http://schemas.microsoft.com/office/drawing/2014/main" id="{978CBDC7-7AB9-1668-9D47-D0EBBB543CC4}"/>
              </a:ext>
            </a:extLst>
          </p:cNvPr>
          <p:cNvSpPr/>
          <p:nvPr userDrawn="1"/>
        </p:nvSpPr>
        <p:spPr>
          <a:xfrm>
            <a:off x="0" y="887624"/>
            <a:ext cx="7070011" cy="301906"/>
          </a:xfrm>
          <a:prstGeom prst="homePlate">
            <a:avLst/>
          </a:prstGeom>
          <a:gradFill>
            <a:gsLst>
              <a:gs pos="40000">
                <a:schemeClr val="accent2"/>
              </a:gs>
              <a:gs pos="0">
                <a:schemeClr val="bg1"/>
              </a:gs>
              <a:gs pos="100000">
                <a:schemeClr val="accent2"/>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b="1">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3959897392"/>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HealthCover_1">
    <p:bg>
      <p:bgRef idx="1001">
        <a:schemeClr val="bg1"/>
      </p:bgRef>
    </p:bg>
    <p:spTree>
      <p:nvGrpSpPr>
        <p:cNvPr id="1" name=""/>
        <p:cNvGrpSpPr/>
        <p:nvPr/>
      </p:nvGrpSpPr>
      <p:grpSpPr>
        <a:xfrm>
          <a:off x="0" y="0"/>
          <a:ext cx="0" cy="0"/>
          <a:chOff x="0" y="0"/>
          <a:chExt cx="0" cy="0"/>
        </a:xfrm>
      </p:grpSpPr>
      <p:pic>
        <p:nvPicPr>
          <p:cNvPr id="35" name="Picture 34" descr="A blurry blue and white background&#10;&#10;Description automatically generated">
            <a:extLst>
              <a:ext uri="{FF2B5EF4-FFF2-40B4-BE49-F238E27FC236}">
                <a16:creationId xmlns:a16="http://schemas.microsoft.com/office/drawing/2014/main" id="{EDBF3DD6-2679-9ECE-2A75-D915A1993042}"/>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1"/>
            <a:ext cx="12192000" cy="6858001"/>
          </a:xfrm>
          <a:prstGeom prst="rect">
            <a:avLst/>
          </a:prstGeom>
        </p:spPr>
      </p:pic>
      <p:pic>
        <p:nvPicPr>
          <p:cNvPr id="13" name="Picture 12" descr="Logo, company name&#10;&#10;Description automatically generated">
            <a:extLst>
              <a:ext uri="{FF2B5EF4-FFF2-40B4-BE49-F238E27FC236}">
                <a16:creationId xmlns:a16="http://schemas.microsoft.com/office/drawing/2014/main" id="{EE1C19F7-0DE5-B5F6-6204-FC80783D8844}"/>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324052" y="283907"/>
            <a:ext cx="1486870" cy="344954"/>
          </a:xfrm>
          <a:prstGeom prst="rect">
            <a:avLst/>
          </a:prstGeom>
        </p:spPr>
      </p:pic>
      <p:sp>
        <p:nvSpPr>
          <p:cNvPr id="4" name="Date Placeholder 3">
            <a:extLst>
              <a:ext uri="{FF2B5EF4-FFF2-40B4-BE49-F238E27FC236}">
                <a16:creationId xmlns:a16="http://schemas.microsoft.com/office/drawing/2014/main" id="{1151C398-3900-E439-1814-C7D18712CC5C}"/>
              </a:ext>
            </a:extLst>
          </p:cNvPr>
          <p:cNvSpPr>
            <a:spLocks noGrp="1"/>
          </p:cNvSpPr>
          <p:nvPr>
            <p:ph type="dt" sz="half" idx="10"/>
          </p:nvPr>
        </p:nvSpPr>
        <p:spPr/>
        <p:txBody>
          <a:bodyPr/>
          <a:lstStyle>
            <a:lvl1pPr>
              <a:defRPr>
                <a:solidFill>
                  <a:schemeClr val="tx1"/>
                </a:solidFill>
              </a:defRPr>
            </a:lvl1pPr>
          </a:lstStyle>
          <a:p>
            <a:fld id="{D38656C5-2DDE-454B-A78F-D9D73785D935}" type="datetimeFigureOut">
              <a:rPr lang="en-US" smtClean="0"/>
              <a:pPr/>
              <a:t>10/23/24</a:t>
            </a:fld>
            <a:endParaRPr lang="en-US"/>
          </a:p>
        </p:txBody>
      </p:sp>
      <p:sp>
        <p:nvSpPr>
          <p:cNvPr id="5" name="Footer Placeholder 4">
            <a:extLst>
              <a:ext uri="{FF2B5EF4-FFF2-40B4-BE49-F238E27FC236}">
                <a16:creationId xmlns:a16="http://schemas.microsoft.com/office/drawing/2014/main" id="{DB817F23-C11A-7D83-1CC5-E2F14D7F526B}"/>
              </a:ext>
            </a:extLst>
          </p:cNvPr>
          <p:cNvSpPr>
            <a:spLocks noGrp="1"/>
          </p:cNvSpPr>
          <p:nvPr>
            <p:ph type="ftr" sz="quarter" idx="11"/>
          </p:nvPr>
        </p:nvSpPr>
        <p:spPr/>
        <p:txBody>
          <a:bodyPr/>
          <a:lstStyle>
            <a:lvl1pPr>
              <a:defRPr>
                <a:solidFill>
                  <a:schemeClr val="tx1"/>
                </a:solidFill>
              </a:defRPr>
            </a:lvl1pPr>
          </a:lstStyle>
          <a:p>
            <a:endParaRPr lang="en-US"/>
          </a:p>
        </p:txBody>
      </p:sp>
      <p:sp>
        <p:nvSpPr>
          <p:cNvPr id="6" name="Slide Number Placeholder 5">
            <a:extLst>
              <a:ext uri="{FF2B5EF4-FFF2-40B4-BE49-F238E27FC236}">
                <a16:creationId xmlns:a16="http://schemas.microsoft.com/office/drawing/2014/main" id="{FAF8351B-7EE0-1B3C-597F-FBFCCFFA44DD}"/>
              </a:ext>
            </a:extLst>
          </p:cNvPr>
          <p:cNvSpPr>
            <a:spLocks noGrp="1"/>
          </p:cNvSpPr>
          <p:nvPr>
            <p:ph type="sldNum" sz="quarter" idx="12"/>
          </p:nvPr>
        </p:nvSpPr>
        <p:spPr/>
        <p:txBody>
          <a:bodyPr/>
          <a:lstStyle>
            <a:lvl1pPr>
              <a:defRPr>
                <a:solidFill>
                  <a:schemeClr val="tx1"/>
                </a:solidFill>
              </a:defRPr>
            </a:lvl1pPr>
          </a:lstStyle>
          <a:p>
            <a:fld id="{2BDFC5E2-9F0C-D24D-80A4-CB3D6FA65022}" type="slidenum">
              <a:rPr lang="en-US" smtClean="0"/>
              <a:pPr/>
              <a:t>‹#›</a:t>
            </a:fld>
            <a:endParaRPr lang="en-US"/>
          </a:p>
        </p:txBody>
      </p:sp>
      <p:pic>
        <p:nvPicPr>
          <p:cNvPr id="33" name="Picture 32" descr="A blue and black text&#10;&#10;Description automatically generated with medium confidence">
            <a:extLst>
              <a:ext uri="{FF2B5EF4-FFF2-40B4-BE49-F238E27FC236}">
                <a16:creationId xmlns:a16="http://schemas.microsoft.com/office/drawing/2014/main" id="{718C1DB1-AE53-6242-4C83-B96A536C224E}"/>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1024131" y="1716366"/>
            <a:ext cx="1275453" cy="510181"/>
          </a:xfrm>
          <a:prstGeom prst="rect">
            <a:avLst/>
          </a:prstGeom>
        </p:spPr>
      </p:pic>
      <p:pic>
        <p:nvPicPr>
          <p:cNvPr id="36" name="Picture 35" descr="A logo of a plus&#10;&#10;Description automatically generated with medium confidence">
            <a:extLst>
              <a:ext uri="{FF2B5EF4-FFF2-40B4-BE49-F238E27FC236}">
                <a16:creationId xmlns:a16="http://schemas.microsoft.com/office/drawing/2014/main" id="{364A9F9D-BA15-5470-B1D1-0B67465B45B9}"/>
              </a:ext>
            </a:extLst>
          </p:cNvPr>
          <p:cNvPicPr>
            <a:picLocks noChangeAspect="1"/>
          </p:cNvPicPr>
          <p:nvPr userDrawn="1"/>
        </p:nvPicPr>
        <p:blipFill rotWithShape="1">
          <a:blip r:embed="rId5" cstate="screen">
            <a:extLst>
              <a:ext uri="{28A0092B-C50C-407E-A947-70E740481C1C}">
                <a14:useLocalDpi xmlns:a14="http://schemas.microsoft.com/office/drawing/2010/main"/>
              </a:ext>
            </a:extLst>
          </a:blip>
          <a:srcRect/>
          <a:stretch/>
        </p:blipFill>
        <p:spPr>
          <a:xfrm>
            <a:off x="8368494" y="-1"/>
            <a:ext cx="3823505" cy="2766350"/>
          </a:xfrm>
          <a:prstGeom prst="rect">
            <a:avLst/>
          </a:prstGeom>
        </p:spPr>
      </p:pic>
      <p:sp>
        <p:nvSpPr>
          <p:cNvPr id="2" name="Text Placeholder 15">
            <a:extLst>
              <a:ext uri="{FF2B5EF4-FFF2-40B4-BE49-F238E27FC236}">
                <a16:creationId xmlns:a16="http://schemas.microsoft.com/office/drawing/2014/main" id="{A9CC411B-9956-3561-C969-F87EAA0AEFEA}"/>
              </a:ext>
            </a:extLst>
          </p:cNvPr>
          <p:cNvSpPr>
            <a:spLocks noGrp="1"/>
          </p:cNvSpPr>
          <p:nvPr>
            <p:ph type="body" sz="quarter" idx="13" hasCustomPrompt="1"/>
          </p:nvPr>
        </p:nvSpPr>
        <p:spPr>
          <a:xfrm>
            <a:off x="1030908" y="2339999"/>
            <a:ext cx="7337587" cy="1633597"/>
          </a:xfrm>
        </p:spPr>
        <p:txBody>
          <a:bodyPr>
            <a:noAutofit/>
          </a:bodyPr>
          <a:lstStyle>
            <a:lvl1pPr marL="0" indent="0">
              <a:buNone/>
              <a:defRPr sz="4000" b="1" spc="-150"/>
            </a:lvl1pPr>
            <a:lvl2pPr marL="457200" indent="0">
              <a:buNone/>
              <a:defRPr/>
            </a:lvl2pPr>
            <a:lvl3pPr marL="914400" indent="0">
              <a:buNone/>
              <a:defRPr/>
            </a:lvl3pPr>
            <a:lvl4pPr marL="1371600" indent="0">
              <a:buNone/>
              <a:defRPr/>
            </a:lvl4pPr>
            <a:lvl5pPr marL="1828800" indent="0">
              <a:buNone/>
              <a:defRPr/>
            </a:lvl5pPr>
          </a:lstStyle>
          <a:p>
            <a:pPr lvl="0"/>
            <a:r>
              <a:rPr lang="en-GB"/>
              <a:t>Insert presentation title </a:t>
            </a:r>
            <a:br>
              <a:rPr lang="en-GB"/>
            </a:br>
            <a:r>
              <a:rPr lang="en-GB"/>
              <a:t>here over multiple lines</a:t>
            </a:r>
            <a:endParaRPr lang="en-US"/>
          </a:p>
        </p:txBody>
      </p:sp>
      <p:sp>
        <p:nvSpPr>
          <p:cNvPr id="3" name="Text Placeholder 15">
            <a:extLst>
              <a:ext uri="{FF2B5EF4-FFF2-40B4-BE49-F238E27FC236}">
                <a16:creationId xmlns:a16="http://schemas.microsoft.com/office/drawing/2014/main" id="{1255E046-54D7-1B90-992F-B5CD85FD5740}"/>
              </a:ext>
            </a:extLst>
          </p:cNvPr>
          <p:cNvSpPr>
            <a:spLocks noGrp="1"/>
          </p:cNvSpPr>
          <p:nvPr>
            <p:ph type="body" sz="quarter" idx="14" hasCustomPrompt="1"/>
          </p:nvPr>
        </p:nvSpPr>
        <p:spPr>
          <a:xfrm>
            <a:off x="937416" y="5103300"/>
            <a:ext cx="7337587" cy="792749"/>
          </a:xfrm>
        </p:spPr>
        <p:txBody>
          <a:bodyPr>
            <a:noAutofit/>
          </a:bodyPr>
          <a:lstStyle>
            <a:lvl1pPr marL="0" indent="0">
              <a:buNone/>
              <a:defRPr sz="1600" b="1" spc="0"/>
            </a:lvl1pPr>
            <a:lvl2pPr marL="457200" indent="0">
              <a:buNone/>
              <a:defRPr/>
            </a:lvl2pPr>
            <a:lvl3pPr marL="914400" indent="0">
              <a:buNone/>
              <a:defRPr/>
            </a:lvl3pPr>
            <a:lvl4pPr marL="1371600" indent="0">
              <a:buNone/>
              <a:defRPr/>
            </a:lvl4pPr>
            <a:lvl5pPr marL="1828800" indent="0">
              <a:buNone/>
              <a:defRPr/>
            </a:lvl5pPr>
          </a:lstStyle>
          <a:p>
            <a:pPr lvl="0"/>
            <a:r>
              <a:rPr lang="en-GB"/>
              <a:t>Insert date/version/Event</a:t>
            </a:r>
            <a:endParaRPr lang="en-US"/>
          </a:p>
        </p:txBody>
      </p:sp>
      <p:sp>
        <p:nvSpPr>
          <p:cNvPr id="7" name="Text Placeholder 15">
            <a:extLst>
              <a:ext uri="{FF2B5EF4-FFF2-40B4-BE49-F238E27FC236}">
                <a16:creationId xmlns:a16="http://schemas.microsoft.com/office/drawing/2014/main" id="{4A294481-2AD0-44B2-D3AF-2D4D97C2510D}"/>
              </a:ext>
            </a:extLst>
          </p:cNvPr>
          <p:cNvSpPr>
            <a:spLocks noGrp="1"/>
          </p:cNvSpPr>
          <p:nvPr>
            <p:ph type="body" sz="quarter" idx="15" hasCustomPrompt="1"/>
          </p:nvPr>
        </p:nvSpPr>
        <p:spPr>
          <a:xfrm>
            <a:off x="937416" y="4286219"/>
            <a:ext cx="7337587" cy="792749"/>
          </a:xfrm>
        </p:spPr>
        <p:txBody>
          <a:bodyPr>
            <a:noAutofit/>
          </a:bodyPr>
          <a:lstStyle>
            <a:lvl1pPr marL="0" indent="0">
              <a:buNone/>
              <a:defRPr sz="1800" b="0" spc="0"/>
            </a:lvl1pPr>
            <a:lvl2pPr marL="457200" indent="0">
              <a:buNone/>
              <a:defRPr/>
            </a:lvl2pPr>
            <a:lvl3pPr marL="914400" indent="0">
              <a:buNone/>
              <a:defRPr/>
            </a:lvl3pPr>
            <a:lvl4pPr marL="1371600" indent="0">
              <a:buNone/>
              <a:defRPr/>
            </a:lvl4pPr>
            <a:lvl5pPr marL="1828800" indent="0">
              <a:buNone/>
              <a:defRPr/>
            </a:lvl5pPr>
          </a:lstStyle>
          <a:p>
            <a:pPr lvl="0"/>
            <a:r>
              <a:rPr lang="en-GB"/>
              <a:t>Insert speaker name – Speaker title</a:t>
            </a:r>
            <a:endParaRPr lang="en-US"/>
          </a:p>
        </p:txBody>
      </p:sp>
    </p:spTree>
    <p:extLst>
      <p:ext uri="{BB962C8B-B14F-4D97-AF65-F5344CB8AC3E}">
        <p14:creationId xmlns:p14="http://schemas.microsoft.com/office/powerpoint/2010/main" val="4140255419"/>
      </p:ext>
    </p:extLst>
  </p:cSld>
  <p:clrMapOvr>
    <a:overrideClrMapping bg1="lt1" tx1="dk1" bg2="lt2" tx2="dk2" accent1="accent1" accent2="accent2" accent3="accent3" accent4="accent4" accent5="accent5" accent6="accent6" hlink="hlink" folHlink="folHlink"/>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HealthCover_2">
    <p:bg>
      <p:bgRef idx="1001">
        <a:schemeClr val="bg1"/>
      </p:bgRef>
    </p:bg>
    <p:spTree>
      <p:nvGrpSpPr>
        <p:cNvPr id="1" name=""/>
        <p:cNvGrpSpPr/>
        <p:nvPr/>
      </p:nvGrpSpPr>
      <p:grpSpPr>
        <a:xfrm>
          <a:off x="0" y="0"/>
          <a:ext cx="0" cy="0"/>
          <a:chOff x="0" y="0"/>
          <a:chExt cx="0" cy="0"/>
        </a:xfrm>
      </p:grpSpPr>
      <p:pic>
        <p:nvPicPr>
          <p:cNvPr id="13" name="Picture 12" descr="Logo, company name&#10;&#10;Description automatically generated">
            <a:extLst>
              <a:ext uri="{FF2B5EF4-FFF2-40B4-BE49-F238E27FC236}">
                <a16:creationId xmlns:a16="http://schemas.microsoft.com/office/drawing/2014/main" id="{EE1C19F7-0DE5-B5F6-6204-FC80783D8844}"/>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24052" y="283907"/>
            <a:ext cx="1486870" cy="344954"/>
          </a:xfrm>
          <a:prstGeom prst="rect">
            <a:avLst/>
          </a:prstGeom>
        </p:spPr>
      </p:pic>
      <p:sp>
        <p:nvSpPr>
          <p:cNvPr id="4" name="Date Placeholder 3">
            <a:extLst>
              <a:ext uri="{FF2B5EF4-FFF2-40B4-BE49-F238E27FC236}">
                <a16:creationId xmlns:a16="http://schemas.microsoft.com/office/drawing/2014/main" id="{1151C398-3900-E439-1814-C7D18712CC5C}"/>
              </a:ext>
            </a:extLst>
          </p:cNvPr>
          <p:cNvSpPr>
            <a:spLocks noGrp="1"/>
          </p:cNvSpPr>
          <p:nvPr>
            <p:ph type="dt" sz="half" idx="10"/>
          </p:nvPr>
        </p:nvSpPr>
        <p:spPr/>
        <p:txBody>
          <a:bodyPr/>
          <a:lstStyle>
            <a:lvl1pPr>
              <a:defRPr>
                <a:solidFill>
                  <a:schemeClr val="tx1"/>
                </a:solidFill>
              </a:defRPr>
            </a:lvl1pPr>
          </a:lstStyle>
          <a:p>
            <a:fld id="{D38656C5-2DDE-454B-A78F-D9D73785D935}" type="datetimeFigureOut">
              <a:rPr lang="en-US" smtClean="0"/>
              <a:pPr/>
              <a:t>10/23/24</a:t>
            </a:fld>
            <a:endParaRPr lang="en-US"/>
          </a:p>
        </p:txBody>
      </p:sp>
      <p:sp>
        <p:nvSpPr>
          <p:cNvPr id="5" name="Footer Placeholder 4">
            <a:extLst>
              <a:ext uri="{FF2B5EF4-FFF2-40B4-BE49-F238E27FC236}">
                <a16:creationId xmlns:a16="http://schemas.microsoft.com/office/drawing/2014/main" id="{DB817F23-C11A-7D83-1CC5-E2F14D7F526B}"/>
              </a:ext>
            </a:extLst>
          </p:cNvPr>
          <p:cNvSpPr>
            <a:spLocks noGrp="1"/>
          </p:cNvSpPr>
          <p:nvPr>
            <p:ph type="ftr" sz="quarter" idx="11"/>
          </p:nvPr>
        </p:nvSpPr>
        <p:spPr/>
        <p:txBody>
          <a:bodyPr/>
          <a:lstStyle>
            <a:lvl1pPr>
              <a:defRPr>
                <a:solidFill>
                  <a:schemeClr val="tx1"/>
                </a:solidFill>
              </a:defRPr>
            </a:lvl1pPr>
          </a:lstStyle>
          <a:p>
            <a:endParaRPr lang="en-US"/>
          </a:p>
        </p:txBody>
      </p:sp>
      <p:sp>
        <p:nvSpPr>
          <p:cNvPr id="6" name="Slide Number Placeholder 5">
            <a:extLst>
              <a:ext uri="{FF2B5EF4-FFF2-40B4-BE49-F238E27FC236}">
                <a16:creationId xmlns:a16="http://schemas.microsoft.com/office/drawing/2014/main" id="{FAF8351B-7EE0-1B3C-597F-FBFCCFFA44DD}"/>
              </a:ext>
            </a:extLst>
          </p:cNvPr>
          <p:cNvSpPr>
            <a:spLocks noGrp="1"/>
          </p:cNvSpPr>
          <p:nvPr>
            <p:ph type="sldNum" sz="quarter" idx="12"/>
          </p:nvPr>
        </p:nvSpPr>
        <p:spPr/>
        <p:txBody>
          <a:bodyPr/>
          <a:lstStyle>
            <a:lvl1pPr>
              <a:defRPr>
                <a:solidFill>
                  <a:schemeClr val="tx1"/>
                </a:solidFill>
              </a:defRPr>
            </a:lvl1pPr>
          </a:lstStyle>
          <a:p>
            <a:fld id="{2BDFC5E2-9F0C-D24D-80A4-CB3D6FA65022}" type="slidenum">
              <a:rPr lang="en-US" smtClean="0"/>
              <a:pPr/>
              <a:t>‹#›</a:t>
            </a:fld>
            <a:endParaRPr lang="en-US"/>
          </a:p>
        </p:txBody>
      </p:sp>
      <p:pic>
        <p:nvPicPr>
          <p:cNvPr id="21" name="Picture 20" descr="A blue and black text&#10;&#10;Description automatically generated with medium confidence">
            <a:extLst>
              <a:ext uri="{FF2B5EF4-FFF2-40B4-BE49-F238E27FC236}">
                <a16:creationId xmlns:a16="http://schemas.microsoft.com/office/drawing/2014/main" id="{62323CD2-3939-38D2-C9FF-269F57802E06}"/>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024131" y="1716366"/>
            <a:ext cx="1275453" cy="510181"/>
          </a:xfrm>
          <a:prstGeom prst="rect">
            <a:avLst/>
          </a:prstGeom>
        </p:spPr>
      </p:pic>
      <p:pic>
        <p:nvPicPr>
          <p:cNvPr id="23" name="Picture 22" descr="A logo of a plus&#10;&#10;Description automatically generated with medium confidence">
            <a:extLst>
              <a:ext uri="{FF2B5EF4-FFF2-40B4-BE49-F238E27FC236}">
                <a16:creationId xmlns:a16="http://schemas.microsoft.com/office/drawing/2014/main" id="{1421E2EC-6068-5A0F-06EF-A230B8B2492E}"/>
              </a:ext>
            </a:extLst>
          </p:cNvPr>
          <p:cNvPicPr>
            <a:picLocks noChangeAspect="1"/>
          </p:cNvPicPr>
          <p:nvPr userDrawn="1"/>
        </p:nvPicPr>
        <p:blipFill rotWithShape="1">
          <a:blip r:embed="rId4" cstate="screen">
            <a:extLst>
              <a:ext uri="{28A0092B-C50C-407E-A947-70E740481C1C}">
                <a14:useLocalDpi xmlns:a14="http://schemas.microsoft.com/office/drawing/2010/main"/>
              </a:ext>
            </a:extLst>
          </a:blip>
          <a:srcRect/>
          <a:stretch/>
        </p:blipFill>
        <p:spPr>
          <a:xfrm>
            <a:off x="8368494" y="-1"/>
            <a:ext cx="3823505" cy="2766350"/>
          </a:xfrm>
          <a:prstGeom prst="rect">
            <a:avLst/>
          </a:prstGeom>
        </p:spPr>
      </p:pic>
      <p:sp>
        <p:nvSpPr>
          <p:cNvPr id="2" name="Text Placeholder 15">
            <a:extLst>
              <a:ext uri="{FF2B5EF4-FFF2-40B4-BE49-F238E27FC236}">
                <a16:creationId xmlns:a16="http://schemas.microsoft.com/office/drawing/2014/main" id="{FA38B03E-5AD2-BEB4-488A-7038AACF91C3}"/>
              </a:ext>
            </a:extLst>
          </p:cNvPr>
          <p:cNvSpPr>
            <a:spLocks noGrp="1"/>
          </p:cNvSpPr>
          <p:nvPr>
            <p:ph type="body" sz="quarter" idx="13" hasCustomPrompt="1"/>
          </p:nvPr>
        </p:nvSpPr>
        <p:spPr>
          <a:xfrm>
            <a:off x="1030908" y="2339999"/>
            <a:ext cx="7337587" cy="1633597"/>
          </a:xfrm>
        </p:spPr>
        <p:txBody>
          <a:bodyPr>
            <a:noAutofit/>
          </a:bodyPr>
          <a:lstStyle>
            <a:lvl1pPr marL="0" indent="0">
              <a:buNone/>
              <a:defRPr sz="4000" b="1" spc="-150"/>
            </a:lvl1pPr>
            <a:lvl2pPr marL="457200" indent="0">
              <a:buNone/>
              <a:defRPr/>
            </a:lvl2pPr>
            <a:lvl3pPr marL="914400" indent="0">
              <a:buNone/>
              <a:defRPr/>
            </a:lvl3pPr>
            <a:lvl4pPr marL="1371600" indent="0">
              <a:buNone/>
              <a:defRPr/>
            </a:lvl4pPr>
            <a:lvl5pPr marL="1828800" indent="0">
              <a:buNone/>
              <a:defRPr/>
            </a:lvl5pPr>
          </a:lstStyle>
          <a:p>
            <a:pPr lvl="0"/>
            <a:r>
              <a:rPr lang="en-GB"/>
              <a:t>Insert presentation title </a:t>
            </a:r>
            <a:br>
              <a:rPr lang="en-GB"/>
            </a:br>
            <a:r>
              <a:rPr lang="en-GB"/>
              <a:t>here over multiple lines</a:t>
            </a:r>
            <a:endParaRPr lang="en-US"/>
          </a:p>
        </p:txBody>
      </p:sp>
      <p:sp>
        <p:nvSpPr>
          <p:cNvPr id="3" name="Text Placeholder 15">
            <a:extLst>
              <a:ext uri="{FF2B5EF4-FFF2-40B4-BE49-F238E27FC236}">
                <a16:creationId xmlns:a16="http://schemas.microsoft.com/office/drawing/2014/main" id="{74EB7E08-D673-CEAE-16C1-855D995987D6}"/>
              </a:ext>
            </a:extLst>
          </p:cNvPr>
          <p:cNvSpPr>
            <a:spLocks noGrp="1"/>
          </p:cNvSpPr>
          <p:nvPr>
            <p:ph type="body" sz="quarter" idx="14" hasCustomPrompt="1"/>
          </p:nvPr>
        </p:nvSpPr>
        <p:spPr>
          <a:xfrm>
            <a:off x="937416" y="5103300"/>
            <a:ext cx="7337587" cy="792749"/>
          </a:xfrm>
        </p:spPr>
        <p:txBody>
          <a:bodyPr>
            <a:noAutofit/>
          </a:bodyPr>
          <a:lstStyle>
            <a:lvl1pPr marL="0" indent="0">
              <a:buNone/>
              <a:defRPr sz="1600" b="1" spc="0"/>
            </a:lvl1pPr>
            <a:lvl2pPr marL="457200" indent="0">
              <a:buNone/>
              <a:defRPr/>
            </a:lvl2pPr>
            <a:lvl3pPr marL="914400" indent="0">
              <a:buNone/>
              <a:defRPr/>
            </a:lvl3pPr>
            <a:lvl4pPr marL="1371600" indent="0">
              <a:buNone/>
              <a:defRPr/>
            </a:lvl4pPr>
            <a:lvl5pPr marL="1828800" indent="0">
              <a:buNone/>
              <a:defRPr/>
            </a:lvl5pPr>
          </a:lstStyle>
          <a:p>
            <a:pPr lvl="0"/>
            <a:r>
              <a:rPr lang="en-GB"/>
              <a:t>Insert date/version/Event</a:t>
            </a:r>
            <a:endParaRPr lang="en-US"/>
          </a:p>
        </p:txBody>
      </p:sp>
      <p:sp>
        <p:nvSpPr>
          <p:cNvPr id="7" name="Text Placeholder 15">
            <a:extLst>
              <a:ext uri="{FF2B5EF4-FFF2-40B4-BE49-F238E27FC236}">
                <a16:creationId xmlns:a16="http://schemas.microsoft.com/office/drawing/2014/main" id="{551F8602-C8BD-FDB8-5400-0A6ABFDCDB1F}"/>
              </a:ext>
            </a:extLst>
          </p:cNvPr>
          <p:cNvSpPr>
            <a:spLocks noGrp="1"/>
          </p:cNvSpPr>
          <p:nvPr>
            <p:ph type="body" sz="quarter" idx="15" hasCustomPrompt="1"/>
          </p:nvPr>
        </p:nvSpPr>
        <p:spPr>
          <a:xfrm>
            <a:off x="937416" y="4286219"/>
            <a:ext cx="7337587" cy="792749"/>
          </a:xfrm>
        </p:spPr>
        <p:txBody>
          <a:bodyPr>
            <a:noAutofit/>
          </a:bodyPr>
          <a:lstStyle>
            <a:lvl1pPr marL="0" indent="0">
              <a:buNone/>
              <a:defRPr sz="1800" b="0" spc="0"/>
            </a:lvl1pPr>
            <a:lvl2pPr marL="457200" indent="0">
              <a:buNone/>
              <a:defRPr/>
            </a:lvl2pPr>
            <a:lvl3pPr marL="914400" indent="0">
              <a:buNone/>
              <a:defRPr/>
            </a:lvl3pPr>
            <a:lvl4pPr marL="1371600" indent="0">
              <a:buNone/>
              <a:defRPr/>
            </a:lvl4pPr>
            <a:lvl5pPr marL="1828800" indent="0">
              <a:buNone/>
              <a:defRPr/>
            </a:lvl5pPr>
          </a:lstStyle>
          <a:p>
            <a:pPr lvl="0"/>
            <a:r>
              <a:rPr lang="en-GB"/>
              <a:t>Insert speaker name – Speaker title</a:t>
            </a:r>
            <a:endParaRPr lang="en-US"/>
          </a:p>
        </p:txBody>
      </p:sp>
    </p:spTree>
    <p:extLst>
      <p:ext uri="{BB962C8B-B14F-4D97-AF65-F5344CB8AC3E}">
        <p14:creationId xmlns:p14="http://schemas.microsoft.com/office/powerpoint/2010/main" val="72735109"/>
      </p:ext>
    </p:extLst>
  </p:cSld>
  <p:clrMapOvr>
    <a:overrideClrMapping bg1="lt1" tx1="dk1" bg2="lt2" tx2="dk2" accent1="accent1" accent2="accent2" accent3="accent3" accent4="accent4" accent5="accent5" accent6="accent6" hlink="hlink" folHlink="folHlink"/>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SupportCover_1">
    <p:bg>
      <p:bgRef idx="1001">
        <a:schemeClr val="bg1"/>
      </p:bgRef>
    </p:bg>
    <p:spTree>
      <p:nvGrpSpPr>
        <p:cNvPr id="1" name=""/>
        <p:cNvGrpSpPr/>
        <p:nvPr/>
      </p:nvGrpSpPr>
      <p:grpSpPr>
        <a:xfrm>
          <a:off x="0" y="0"/>
          <a:ext cx="0" cy="0"/>
          <a:chOff x="0" y="0"/>
          <a:chExt cx="0" cy="0"/>
        </a:xfrm>
      </p:grpSpPr>
      <p:pic>
        <p:nvPicPr>
          <p:cNvPr id="7" name="Picture 6" descr="A blurry image of a red white and blue circle&#10;&#10;Description automatically generated">
            <a:extLst>
              <a:ext uri="{FF2B5EF4-FFF2-40B4-BE49-F238E27FC236}">
                <a16:creationId xmlns:a16="http://schemas.microsoft.com/office/drawing/2014/main" id="{4027BB36-9ADA-195C-B5DC-AA619101E6EA}"/>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 y="0"/>
            <a:ext cx="12192001" cy="6858000"/>
          </a:xfrm>
          <a:prstGeom prst="rect">
            <a:avLst/>
          </a:prstGeom>
        </p:spPr>
      </p:pic>
      <p:pic>
        <p:nvPicPr>
          <p:cNvPr id="13" name="Picture 12" descr="Logo, company name&#10;&#10;Description automatically generated">
            <a:extLst>
              <a:ext uri="{FF2B5EF4-FFF2-40B4-BE49-F238E27FC236}">
                <a16:creationId xmlns:a16="http://schemas.microsoft.com/office/drawing/2014/main" id="{EE1C19F7-0DE5-B5F6-6204-FC80783D8844}"/>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324052" y="283907"/>
            <a:ext cx="1486870" cy="344954"/>
          </a:xfrm>
          <a:prstGeom prst="rect">
            <a:avLst/>
          </a:prstGeom>
        </p:spPr>
      </p:pic>
      <p:sp>
        <p:nvSpPr>
          <p:cNvPr id="4" name="Date Placeholder 3">
            <a:extLst>
              <a:ext uri="{FF2B5EF4-FFF2-40B4-BE49-F238E27FC236}">
                <a16:creationId xmlns:a16="http://schemas.microsoft.com/office/drawing/2014/main" id="{1151C398-3900-E439-1814-C7D18712CC5C}"/>
              </a:ext>
            </a:extLst>
          </p:cNvPr>
          <p:cNvSpPr>
            <a:spLocks noGrp="1"/>
          </p:cNvSpPr>
          <p:nvPr>
            <p:ph type="dt" sz="half" idx="10"/>
          </p:nvPr>
        </p:nvSpPr>
        <p:spPr/>
        <p:txBody>
          <a:bodyPr/>
          <a:lstStyle>
            <a:lvl1pPr>
              <a:defRPr>
                <a:solidFill>
                  <a:schemeClr val="tx1"/>
                </a:solidFill>
              </a:defRPr>
            </a:lvl1pPr>
          </a:lstStyle>
          <a:p>
            <a:fld id="{D38656C5-2DDE-454B-A78F-D9D73785D935}" type="datetimeFigureOut">
              <a:rPr lang="en-US" smtClean="0"/>
              <a:pPr/>
              <a:t>10/23/24</a:t>
            </a:fld>
            <a:endParaRPr lang="en-US"/>
          </a:p>
        </p:txBody>
      </p:sp>
      <p:sp>
        <p:nvSpPr>
          <p:cNvPr id="5" name="Footer Placeholder 4">
            <a:extLst>
              <a:ext uri="{FF2B5EF4-FFF2-40B4-BE49-F238E27FC236}">
                <a16:creationId xmlns:a16="http://schemas.microsoft.com/office/drawing/2014/main" id="{DB817F23-C11A-7D83-1CC5-E2F14D7F526B}"/>
              </a:ext>
            </a:extLst>
          </p:cNvPr>
          <p:cNvSpPr>
            <a:spLocks noGrp="1"/>
          </p:cNvSpPr>
          <p:nvPr>
            <p:ph type="ftr" sz="quarter" idx="11"/>
          </p:nvPr>
        </p:nvSpPr>
        <p:spPr/>
        <p:txBody>
          <a:bodyPr/>
          <a:lstStyle>
            <a:lvl1pPr>
              <a:defRPr>
                <a:solidFill>
                  <a:schemeClr val="tx1"/>
                </a:solidFill>
              </a:defRPr>
            </a:lvl1pPr>
          </a:lstStyle>
          <a:p>
            <a:endParaRPr lang="en-US"/>
          </a:p>
        </p:txBody>
      </p:sp>
      <p:sp>
        <p:nvSpPr>
          <p:cNvPr id="6" name="Slide Number Placeholder 5">
            <a:extLst>
              <a:ext uri="{FF2B5EF4-FFF2-40B4-BE49-F238E27FC236}">
                <a16:creationId xmlns:a16="http://schemas.microsoft.com/office/drawing/2014/main" id="{FAF8351B-7EE0-1B3C-597F-FBFCCFFA44DD}"/>
              </a:ext>
            </a:extLst>
          </p:cNvPr>
          <p:cNvSpPr>
            <a:spLocks noGrp="1"/>
          </p:cNvSpPr>
          <p:nvPr>
            <p:ph type="sldNum" sz="quarter" idx="12"/>
          </p:nvPr>
        </p:nvSpPr>
        <p:spPr/>
        <p:txBody>
          <a:bodyPr/>
          <a:lstStyle>
            <a:lvl1pPr>
              <a:defRPr>
                <a:solidFill>
                  <a:schemeClr val="tx1"/>
                </a:solidFill>
              </a:defRPr>
            </a:lvl1pPr>
          </a:lstStyle>
          <a:p>
            <a:fld id="{2BDFC5E2-9F0C-D24D-80A4-CB3D6FA65022}" type="slidenum">
              <a:rPr lang="en-US" smtClean="0"/>
              <a:pPr/>
              <a:t>‹#›</a:t>
            </a:fld>
            <a:endParaRPr lang="en-US"/>
          </a:p>
        </p:txBody>
      </p:sp>
      <p:pic>
        <p:nvPicPr>
          <p:cNvPr id="3" name="Picture 2" descr="A hand drawn with neon lights&#10;&#10;Description automatically generated with medium confidence">
            <a:extLst>
              <a:ext uri="{FF2B5EF4-FFF2-40B4-BE49-F238E27FC236}">
                <a16:creationId xmlns:a16="http://schemas.microsoft.com/office/drawing/2014/main" id="{7A2AEF5C-8EB4-6C59-9F51-442856EFF695}"/>
              </a:ext>
            </a:extLst>
          </p:cNvPr>
          <p:cNvPicPr>
            <a:picLocks noChangeAspect="1"/>
          </p:cNvPicPr>
          <p:nvPr userDrawn="1"/>
        </p:nvPicPr>
        <p:blipFill rotWithShape="1">
          <a:blip r:embed="rId4" cstate="screen">
            <a:extLst>
              <a:ext uri="{28A0092B-C50C-407E-A947-70E740481C1C}">
                <a14:useLocalDpi xmlns:a14="http://schemas.microsoft.com/office/drawing/2010/main"/>
              </a:ext>
            </a:extLst>
          </a:blip>
          <a:srcRect/>
          <a:stretch/>
        </p:blipFill>
        <p:spPr>
          <a:xfrm>
            <a:off x="6096000" y="0"/>
            <a:ext cx="6096000" cy="3477168"/>
          </a:xfrm>
          <a:prstGeom prst="rect">
            <a:avLst/>
          </a:prstGeom>
        </p:spPr>
      </p:pic>
      <p:pic>
        <p:nvPicPr>
          <p:cNvPr id="8" name="Picture 7" descr="A purple and white logo&#10;&#10;Description automatically generated">
            <a:extLst>
              <a:ext uri="{FF2B5EF4-FFF2-40B4-BE49-F238E27FC236}">
                <a16:creationId xmlns:a16="http://schemas.microsoft.com/office/drawing/2014/main" id="{3EAFD413-0AC7-67D2-B7C7-407E61916BBC}"/>
              </a:ext>
            </a:extLst>
          </p:cNvPr>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a:off x="1030013" y="1718093"/>
            <a:ext cx="1462416" cy="506971"/>
          </a:xfrm>
          <a:prstGeom prst="rect">
            <a:avLst/>
          </a:prstGeom>
        </p:spPr>
      </p:pic>
      <p:sp>
        <p:nvSpPr>
          <p:cNvPr id="2" name="Text Placeholder 15">
            <a:extLst>
              <a:ext uri="{FF2B5EF4-FFF2-40B4-BE49-F238E27FC236}">
                <a16:creationId xmlns:a16="http://schemas.microsoft.com/office/drawing/2014/main" id="{381B537C-C084-D7A3-C203-EA2B6637D13F}"/>
              </a:ext>
            </a:extLst>
          </p:cNvPr>
          <p:cNvSpPr>
            <a:spLocks noGrp="1"/>
          </p:cNvSpPr>
          <p:nvPr>
            <p:ph type="body" sz="quarter" idx="13" hasCustomPrompt="1"/>
          </p:nvPr>
        </p:nvSpPr>
        <p:spPr>
          <a:xfrm>
            <a:off x="1030908" y="2339999"/>
            <a:ext cx="7337587" cy="1633597"/>
          </a:xfrm>
        </p:spPr>
        <p:txBody>
          <a:bodyPr>
            <a:noAutofit/>
          </a:bodyPr>
          <a:lstStyle>
            <a:lvl1pPr marL="0" indent="0">
              <a:buNone/>
              <a:defRPr sz="4000" b="1" spc="-150"/>
            </a:lvl1pPr>
            <a:lvl2pPr marL="457200" indent="0">
              <a:buNone/>
              <a:defRPr/>
            </a:lvl2pPr>
            <a:lvl3pPr marL="914400" indent="0">
              <a:buNone/>
              <a:defRPr/>
            </a:lvl3pPr>
            <a:lvl4pPr marL="1371600" indent="0">
              <a:buNone/>
              <a:defRPr/>
            </a:lvl4pPr>
            <a:lvl5pPr marL="1828800" indent="0">
              <a:buNone/>
              <a:defRPr/>
            </a:lvl5pPr>
          </a:lstStyle>
          <a:p>
            <a:pPr lvl="0"/>
            <a:r>
              <a:rPr lang="en-GB"/>
              <a:t>Insert presentation title </a:t>
            </a:r>
            <a:br>
              <a:rPr lang="en-GB"/>
            </a:br>
            <a:r>
              <a:rPr lang="en-GB"/>
              <a:t>here over multiple lines</a:t>
            </a:r>
            <a:endParaRPr lang="en-US"/>
          </a:p>
        </p:txBody>
      </p:sp>
      <p:sp>
        <p:nvSpPr>
          <p:cNvPr id="9" name="Text Placeholder 15">
            <a:extLst>
              <a:ext uri="{FF2B5EF4-FFF2-40B4-BE49-F238E27FC236}">
                <a16:creationId xmlns:a16="http://schemas.microsoft.com/office/drawing/2014/main" id="{B48C1FED-31B6-9EEA-DF23-A45292AE002F}"/>
              </a:ext>
            </a:extLst>
          </p:cNvPr>
          <p:cNvSpPr>
            <a:spLocks noGrp="1"/>
          </p:cNvSpPr>
          <p:nvPr>
            <p:ph type="body" sz="quarter" idx="14" hasCustomPrompt="1"/>
          </p:nvPr>
        </p:nvSpPr>
        <p:spPr>
          <a:xfrm>
            <a:off x="937416" y="5103300"/>
            <a:ext cx="7337587" cy="792749"/>
          </a:xfrm>
        </p:spPr>
        <p:txBody>
          <a:bodyPr>
            <a:noAutofit/>
          </a:bodyPr>
          <a:lstStyle>
            <a:lvl1pPr marL="0" indent="0">
              <a:buNone/>
              <a:defRPr sz="1600" b="1" spc="0"/>
            </a:lvl1pPr>
            <a:lvl2pPr marL="457200" indent="0">
              <a:buNone/>
              <a:defRPr/>
            </a:lvl2pPr>
            <a:lvl3pPr marL="914400" indent="0">
              <a:buNone/>
              <a:defRPr/>
            </a:lvl3pPr>
            <a:lvl4pPr marL="1371600" indent="0">
              <a:buNone/>
              <a:defRPr/>
            </a:lvl4pPr>
            <a:lvl5pPr marL="1828800" indent="0">
              <a:buNone/>
              <a:defRPr/>
            </a:lvl5pPr>
          </a:lstStyle>
          <a:p>
            <a:pPr lvl="0"/>
            <a:r>
              <a:rPr lang="en-GB"/>
              <a:t>Insert date/version/Event</a:t>
            </a:r>
            <a:endParaRPr lang="en-US"/>
          </a:p>
        </p:txBody>
      </p:sp>
      <p:sp>
        <p:nvSpPr>
          <p:cNvPr id="10" name="Text Placeholder 15">
            <a:extLst>
              <a:ext uri="{FF2B5EF4-FFF2-40B4-BE49-F238E27FC236}">
                <a16:creationId xmlns:a16="http://schemas.microsoft.com/office/drawing/2014/main" id="{358C7847-F2CA-A58D-2C9C-23F8B848AA8D}"/>
              </a:ext>
            </a:extLst>
          </p:cNvPr>
          <p:cNvSpPr>
            <a:spLocks noGrp="1"/>
          </p:cNvSpPr>
          <p:nvPr>
            <p:ph type="body" sz="quarter" idx="15" hasCustomPrompt="1"/>
          </p:nvPr>
        </p:nvSpPr>
        <p:spPr>
          <a:xfrm>
            <a:off x="937416" y="4286219"/>
            <a:ext cx="7337587" cy="792749"/>
          </a:xfrm>
        </p:spPr>
        <p:txBody>
          <a:bodyPr>
            <a:noAutofit/>
          </a:bodyPr>
          <a:lstStyle>
            <a:lvl1pPr marL="0" indent="0">
              <a:buNone/>
              <a:defRPr sz="1800" b="0" spc="0"/>
            </a:lvl1pPr>
            <a:lvl2pPr marL="457200" indent="0">
              <a:buNone/>
              <a:defRPr/>
            </a:lvl2pPr>
            <a:lvl3pPr marL="914400" indent="0">
              <a:buNone/>
              <a:defRPr/>
            </a:lvl3pPr>
            <a:lvl4pPr marL="1371600" indent="0">
              <a:buNone/>
              <a:defRPr/>
            </a:lvl4pPr>
            <a:lvl5pPr marL="1828800" indent="0">
              <a:buNone/>
              <a:defRPr/>
            </a:lvl5pPr>
          </a:lstStyle>
          <a:p>
            <a:pPr lvl="0"/>
            <a:r>
              <a:rPr lang="en-GB"/>
              <a:t>Insert speaker name – Speaker title</a:t>
            </a:r>
            <a:endParaRPr lang="en-US"/>
          </a:p>
        </p:txBody>
      </p:sp>
    </p:spTree>
    <p:extLst>
      <p:ext uri="{BB962C8B-B14F-4D97-AF65-F5344CB8AC3E}">
        <p14:creationId xmlns:p14="http://schemas.microsoft.com/office/powerpoint/2010/main" val="307835470"/>
      </p:ext>
    </p:extLst>
  </p:cSld>
  <p:clrMapOvr>
    <a:overrideClrMapping bg1="lt1" tx1="dk1" bg2="lt2" tx2="dk2" accent1="accent1" accent2="accent2" accent3="accent3" accent4="accent4" accent5="accent5" accent6="accent6" hlink="hlink" folHlink="folHlink"/>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SupportCover_2">
    <p:bg>
      <p:bgRef idx="1001">
        <a:schemeClr val="bg1"/>
      </p:bgRef>
    </p:bg>
    <p:spTree>
      <p:nvGrpSpPr>
        <p:cNvPr id="1" name=""/>
        <p:cNvGrpSpPr/>
        <p:nvPr/>
      </p:nvGrpSpPr>
      <p:grpSpPr>
        <a:xfrm>
          <a:off x="0" y="0"/>
          <a:ext cx="0" cy="0"/>
          <a:chOff x="0" y="0"/>
          <a:chExt cx="0" cy="0"/>
        </a:xfrm>
      </p:grpSpPr>
      <p:pic>
        <p:nvPicPr>
          <p:cNvPr id="13" name="Picture 12" descr="Logo, company name&#10;&#10;Description automatically generated">
            <a:extLst>
              <a:ext uri="{FF2B5EF4-FFF2-40B4-BE49-F238E27FC236}">
                <a16:creationId xmlns:a16="http://schemas.microsoft.com/office/drawing/2014/main" id="{EE1C19F7-0DE5-B5F6-6204-FC80783D8844}"/>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24052" y="283907"/>
            <a:ext cx="1486870" cy="344954"/>
          </a:xfrm>
          <a:prstGeom prst="rect">
            <a:avLst/>
          </a:prstGeom>
        </p:spPr>
      </p:pic>
      <p:sp>
        <p:nvSpPr>
          <p:cNvPr id="4" name="Date Placeholder 3">
            <a:extLst>
              <a:ext uri="{FF2B5EF4-FFF2-40B4-BE49-F238E27FC236}">
                <a16:creationId xmlns:a16="http://schemas.microsoft.com/office/drawing/2014/main" id="{1151C398-3900-E439-1814-C7D18712CC5C}"/>
              </a:ext>
            </a:extLst>
          </p:cNvPr>
          <p:cNvSpPr>
            <a:spLocks noGrp="1"/>
          </p:cNvSpPr>
          <p:nvPr>
            <p:ph type="dt" sz="half" idx="10"/>
          </p:nvPr>
        </p:nvSpPr>
        <p:spPr/>
        <p:txBody>
          <a:bodyPr/>
          <a:lstStyle>
            <a:lvl1pPr>
              <a:defRPr>
                <a:solidFill>
                  <a:schemeClr val="tx1"/>
                </a:solidFill>
              </a:defRPr>
            </a:lvl1pPr>
          </a:lstStyle>
          <a:p>
            <a:fld id="{D38656C5-2DDE-454B-A78F-D9D73785D935}" type="datetimeFigureOut">
              <a:rPr lang="en-US" smtClean="0"/>
              <a:pPr/>
              <a:t>10/23/24</a:t>
            </a:fld>
            <a:endParaRPr lang="en-US"/>
          </a:p>
        </p:txBody>
      </p:sp>
      <p:sp>
        <p:nvSpPr>
          <p:cNvPr id="5" name="Footer Placeholder 4">
            <a:extLst>
              <a:ext uri="{FF2B5EF4-FFF2-40B4-BE49-F238E27FC236}">
                <a16:creationId xmlns:a16="http://schemas.microsoft.com/office/drawing/2014/main" id="{DB817F23-C11A-7D83-1CC5-E2F14D7F526B}"/>
              </a:ext>
            </a:extLst>
          </p:cNvPr>
          <p:cNvSpPr>
            <a:spLocks noGrp="1"/>
          </p:cNvSpPr>
          <p:nvPr>
            <p:ph type="ftr" sz="quarter" idx="11"/>
          </p:nvPr>
        </p:nvSpPr>
        <p:spPr/>
        <p:txBody>
          <a:bodyPr/>
          <a:lstStyle>
            <a:lvl1pPr>
              <a:defRPr>
                <a:solidFill>
                  <a:schemeClr val="tx1"/>
                </a:solidFill>
              </a:defRPr>
            </a:lvl1pPr>
          </a:lstStyle>
          <a:p>
            <a:endParaRPr lang="en-US"/>
          </a:p>
        </p:txBody>
      </p:sp>
      <p:sp>
        <p:nvSpPr>
          <p:cNvPr id="6" name="Slide Number Placeholder 5">
            <a:extLst>
              <a:ext uri="{FF2B5EF4-FFF2-40B4-BE49-F238E27FC236}">
                <a16:creationId xmlns:a16="http://schemas.microsoft.com/office/drawing/2014/main" id="{FAF8351B-7EE0-1B3C-597F-FBFCCFFA44DD}"/>
              </a:ext>
            </a:extLst>
          </p:cNvPr>
          <p:cNvSpPr>
            <a:spLocks noGrp="1"/>
          </p:cNvSpPr>
          <p:nvPr>
            <p:ph type="sldNum" sz="quarter" idx="12"/>
          </p:nvPr>
        </p:nvSpPr>
        <p:spPr/>
        <p:txBody>
          <a:bodyPr/>
          <a:lstStyle>
            <a:lvl1pPr>
              <a:defRPr>
                <a:solidFill>
                  <a:schemeClr val="tx1"/>
                </a:solidFill>
              </a:defRPr>
            </a:lvl1pPr>
          </a:lstStyle>
          <a:p>
            <a:fld id="{2BDFC5E2-9F0C-D24D-80A4-CB3D6FA65022}" type="slidenum">
              <a:rPr lang="en-US" smtClean="0"/>
              <a:pPr/>
              <a:t>‹#›</a:t>
            </a:fld>
            <a:endParaRPr lang="en-US"/>
          </a:p>
        </p:txBody>
      </p:sp>
      <p:pic>
        <p:nvPicPr>
          <p:cNvPr id="2" name="Picture 1" descr="A hand drawn with neon lights&#10;&#10;Description automatically generated with medium confidence">
            <a:extLst>
              <a:ext uri="{FF2B5EF4-FFF2-40B4-BE49-F238E27FC236}">
                <a16:creationId xmlns:a16="http://schemas.microsoft.com/office/drawing/2014/main" id="{A8795960-2612-2322-6384-6CF6C62E1A72}"/>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6096000" y="0"/>
            <a:ext cx="6096000" cy="3477168"/>
          </a:xfrm>
          <a:prstGeom prst="rect">
            <a:avLst/>
          </a:prstGeom>
        </p:spPr>
      </p:pic>
      <p:pic>
        <p:nvPicPr>
          <p:cNvPr id="3" name="Picture 2" descr="A purple and white logo&#10;&#10;Description automatically generated">
            <a:extLst>
              <a:ext uri="{FF2B5EF4-FFF2-40B4-BE49-F238E27FC236}">
                <a16:creationId xmlns:a16="http://schemas.microsoft.com/office/drawing/2014/main" id="{EB06E599-3033-9015-0EAF-C4064B9E61DE}"/>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1030013" y="1718093"/>
            <a:ext cx="1462416" cy="506971"/>
          </a:xfrm>
          <a:prstGeom prst="rect">
            <a:avLst/>
          </a:prstGeom>
        </p:spPr>
      </p:pic>
      <p:sp>
        <p:nvSpPr>
          <p:cNvPr id="7" name="Text Placeholder 15">
            <a:extLst>
              <a:ext uri="{FF2B5EF4-FFF2-40B4-BE49-F238E27FC236}">
                <a16:creationId xmlns:a16="http://schemas.microsoft.com/office/drawing/2014/main" id="{FB74E3C2-2C29-6901-0A73-5E1D9957DE5A}"/>
              </a:ext>
            </a:extLst>
          </p:cNvPr>
          <p:cNvSpPr>
            <a:spLocks noGrp="1"/>
          </p:cNvSpPr>
          <p:nvPr>
            <p:ph type="body" sz="quarter" idx="13" hasCustomPrompt="1"/>
          </p:nvPr>
        </p:nvSpPr>
        <p:spPr>
          <a:xfrm>
            <a:off x="1030908" y="2339999"/>
            <a:ext cx="7337587" cy="1633597"/>
          </a:xfrm>
        </p:spPr>
        <p:txBody>
          <a:bodyPr>
            <a:noAutofit/>
          </a:bodyPr>
          <a:lstStyle>
            <a:lvl1pPr marL="0" indent="0">
              <a:buNone/>
              <a:defRPr sz="4000" b="1" spc="-150"/>
            </a:lvl1pPr>
            <a:lvl2pPr marL="457200" indent="0">
              <a:buNone/>
              <a:defRPr/>
            </a:lvl2pPr>
            <a:lvl3pPr marL="914400" indent="0">
              <a:buNone/>
              <a:defRPr/>
            </a:lvl3pPr>
            <a:lvl4pPr marL="1371600" indent="0">
              <a:buNone/>
              <a:defRPr/>
            </a:lvl4pPr>
            <a:lvl5pPr marL="1828800" indent="0">
              <a:buNone/>
              <a:defRPr/>
            </a:lvl5pPr>
          </a:lstStyle>
          <a:p>
            <a:pPr lvl="0"/>
            <a:r>
              <a:rPr lang="en-GB"/>
              <a:t>Insert presentation title </a:t>
            </a:r>
            <a:br>
              <a:rPr lang="en-GB"/>
            </a:br>
            <a:r>
              <a:rPr lang="en-GB"/>
              <a:t>here over multiple lines</a:t>
            </a:r>
            <a:endParaRPr lang="en-US"/>
          </a:p>
        </p:txBody>
      </p:sp>
      <p:sp>
        <p:nvSpPr>
          <p:cNvPr id="8" name="Text Placeholder 15">
            <a:extLst>
              <a:ext uri="{FF2B5EF4-FFF2-40B4-BE49-F238E27FC236}">
                <a16:creationId xmlns:a16="http://schemas.microsoft.com/office/drawing/2014/main" id="{4F17B44C-01AD-8520-7F80-92406F1E0FD4}"/>
              </a:ext>
            </a:extLst>
          </p:cNvPr>
          <p:cNvSpPr>
            <a:spLocks noGrp="1"/>
          </p:cNvSpPr>
          <p:nvPr>
            <p:ph type="body" sz="quarter" idx="14" hasCustomPrompt="1"/>
          </p:nvPr>
        </p:nvSpPr>
        <p:spPr>
          <a:xfrm>
            <a:off x="937416" y="5103300"/>
            <a:ext cx="7337587" cy="792749"/>
          </a:xfrm>
        </p:spPr>
        <p:txBody>
          <a:bodyPr>
            <a:noAutofit/>
          </a:bodyPr>
          <a:lstStyle>
            <a:lvl1pPr marL="0" indent="0">
              <a:buNone/>
              <a:defRPr sz="1600" b="1" spc="0"/>
            </a:lvl1pPr>
            <a:lvl2pPr marL="457200" indent="0">
              <a:buNone/>
              <a:defRPr/>
            </a:lvl2pPr>
            <a:lvl3pPr marL="914400" indent="0">
              <a:buNone/>
              <a:defRPr/>
            </a:lvl3pPr>
            <a:lvl4pPr marL="1371600" indent="0">
              <a:buNone/>
              <a:defRPr/>
            </a:lvl4pPr>
            <a:lvl5pPr marL="1828800" indent="0">
              <a:buNone/>
              <a:defRPr/>
            </a:lvl5pPr>
          </a:lstStyle>
          <a:p>
            <a:pPr lvl="0"/>
            <a:r>
              <a:rPr lang="en-GB"/>
              <a:t>Insert date/version/Event</a:t>
            </a:r>
            <a:endParaRPr lang="en-US"/>
          </a:p>
        </p:txBody>
      </p:sp>
      <p:sp>
        <p:nvSpPr>
          <p:cNvPr id="9" name="Text Placeholder 15">
            <a:extLst>
              <a:ext uri="{FF2B5EF4-FFF2-40B4-BE49-F238E27FC236}">
                <a16:creationId xmlns:a16="http://schemas.microsoft.com/office/drawing/2014/main" id="{4593F390-E363-ADA6-3880-AFFA8B046D5F}"/>
              </a:ext>
            </a:extLst>
          </p:cNvPr>
          <p:cNvSpPr>
            <a:spLocks noGrp="1"/>
          </p:cNvSpPr>
          <p:nvPr>
            <p:ph type="body" sz="quarter" idx="15" hasCustomPrompt="1"/>
          </p:nvPr>
        </p:nvSpPr>
        <p:spPr>
          <a:xfrm>
            <a:off x="937416" y="4286219"/>
            <a:ext cx="7337587" cy="792749"/>
          </a:xfrm>
        </p:spPr>
        <p:txBody>
          <a:bodyPr>
            <a:noAutofit/>
          </a:bodyPr>
          <a:lstStyle>
            <a:lvl1pPr marL="0" indent="0">
              <a:buNone/>
              <a:defRPr sz="1800" b="0" spc="0"/>
            </a:lvl1pPr>
            <a:lvl2pPr marL="457200" indent="0">
              <a:buNone/>
              <a:defRPr/>
            </a:lvl2pPr>
            <a:lvl3pPr marL="914400" indent="0">
              <a:buNone/>
              <a:defRPr/>
            </a:lvl3pPr>
            <a:lvl4pPr marL="1371600" indent="0">
              <a:buNone/>
              <a:defRPr/>
            </a:lvl4pPr>
            <a:lvl5pPr marL="1828800" indent="0">
              <a:buNone/>
              <a:defRPr/>
            </a:lvl5pPr>
          </a:lstStyle>
          <a:p>
            <a:pPr lvl="0"/>
            <a:r>
              <a:rPr lang="en-GB"/>
              <a:t>Insert speaker name – Speaker title</a:t>
            </a:r>
            <a:endParaRPr lang="en-US"/>
          </a:p>
        </p:txBody>
      </p:sp>
    </p:spTree>
    <p:extLst>
      <p:ext uri="{BB962C8B-B14F-4D97-AF65-F5344CB8AC3E}">
        <p14:creationId xmlns:p14="http://schemas.microsoft.com/office/powerpoint/2010/main" val="1681524515"/>
      </p:ext>
    </p:extLst>
  </p:cSld>
  <p:clrMapOvr>
    <a:overrideClrMapping bg1="lt1" tx1="dk1" bg2="lt2" tx2="dk2" accent1="accent1" accent2="accent2" accent3="accent3" accent4="accent4" accent5="accent5" accent6="accent6" hlink="hlink" folHlink="folHlink"/>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CareCover_1">
    <p:bg>
      <p:bgRef idx="1001">
        <a:schemeClr val="bg1"/>
      </p:bgRef>
    </p:bg>
    <p:spTree>
      <p:nvGrpSpPr>
        <p:cNvPr id="1" name=""/>
        <p:cNvGrpSpPr/>
        <p:nvPr/>
      </p:nvGrpSpPr>
      <p:grpSpPr>
        <a:xfrm>
          <a:off x="0" y="0"/>
          <a:ext cx="0" cy="0"/>
          <a:chOff x="0" y="0"/>
          <a:chExt cx="0" cy="0"/>
        </a:xfrm>
      </p:grpSpPr>
      <p:pic>
        <p:nvPicPr>
          <p:cNvPr id="11" name="Picture 10" descr="A blurry image of a person's face&#10;&#10;Description automatically generated">
            <a:extLst>
              <a:ext uri="{FF2B5EF4-FFF2-40B4-BE49-F238E27FC236}">
                <a16:creationId xmlns:a16="http://schemas.microsoft.com/office/drawing/2014/main" id="{4D706700-980F-C3D5-437D-F81991733AB5}"/>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pic>
        <p:nvPicPr>
          <p:cNvPr id="13" name="Picture 12" descr="Logo, company name&#10;&#10;Description automatically generated">
            <a:extLst>
              <a:ext uri="{FF2B5EF4-FFF2-40B4-BE49-F238E27FC236}">
                <a16:creationId xmlns:a16="http://schemas.microsoft.com/office/drawing/2014/main" id="{EE1C19F7-0DE5-B5F6-6204-FC80783D8844}"/>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324052" y="283907"/>
            <a:ext cx="1486870" cy="344954"/>
          </a:xfrm>
          <a:prstGeom prst="rect">
            <a:avLst/>
          </a:prstGeom>
        </p:spPr>
      </p:pic>
      <p:sp>
        <p:nvSpPr>
          <p:cNvPr id="4" name="Date Placeholder 3">
            <a:extLst>
              <a:ext uri="{FF2B5EF4-FFF2-40B4-BE49-F238E27FC236}">
                <a16:creationId xmlns:a16="http://schemas.microsoft.com/office/drawing/2014/main" id="{1151C398-3900-E439-1814-C7D18712CC5C}"/>
              </a:ext>
            </a:extLst>
          </p:cNvPr>
          <p:cNvSpPr>
            <a:spLocks noGrp="1"/>
          </p:cNvSpPr>
          <p:nvPr>
            <p:ph type="dt" sz="half" idx="10"/>
          </p:nvPr>
        </p:nvSpPr>
        <p:spPr/>
        <p:txBody>
          <a:bodyPr/>
          <a:lstStyle>
            <a:lvl1pPr>
              <a:defRPr>
                <a:solidFill>
                  <a:schemeClr val="tx1"/>
                </a:solidFill>
              </a:defRPr>
            </a:lvl1pPr>
          </a:lstStyle>
          <a:p>
            <a:fld id="{D38656C5-2DDE-454B-A78F-D9D73785D935}" type="datetimeFigureOut">
              <a:rPr lang="en-US" smtClean="0"/>
              <a:pPr/>
              <a:t>10/23/24</a:t>
            </a:fld>
            <a:endParaRPr lang="en-US"/>
          </a:p>
        </p:txBody>
      </p:sp>
      <p:sp>
        <p:nvSpPr>
          <p:cNvPr id="5" name="Footer Placeholder 4">
            <a:extLst>
              <a:ext uri="{FF2B5EF4-FFF2-40B4-BE49-F238E27FC236}">
                <a16:creationId xmlns:a16="http://schemas.microsoft.com/office/drawing/2014/main" id="{DB817F23-C11A-7D83-1CC5-E2F14D7F526B}"/>
              </a:ext>
            </a:extLst>
          </p:cNvPr>
          <p:cNvSpPr>
            <a:spLocks noGrp="1"/>
          </p:cNvSpPr>
          <p:nvPr>
            <p:ph type="ftr" sz="quarter" idx="11"/>
          </p:nvPr>
        </p:nvSpPr>
        <p:spPr/>
        <p:txBody>
          <a:bodyPr/>
          <a:lstStyle>
            <a:lvl1pPr>
              <a:defRPr>
                <a:solidFill>
                  <a:schemeClr val="tx1"/>
                </a:solidFill>
              </a:defRPr>
            </a:lvl1pPr>
          </a:lstStyle>
          <a:p>
            <a:endParaRPr lang="en-US"/>
          </a:p>
        </p:txBody>
      </p:sp>
      <p:sp>
        <p:nvSpPr>
          <p:cNvPr id="6" name="Slide Number Placeholder 5">
            <a:extLst>
              <a:ext uri="{FF2B5EF4-FFF2-40B4-BE49-F238E27FC236}">
                <a16:creationId xmlns:a16="http://schemas.microsoft.com/office/drawing/2014/main" id="{FAF8351B-7EE0-1B3C-597F-FBFCCFFA44DD}"/>
              </a:ext>
            </a:extLst>
          </p:cNvPr>
          <p:cNvSpPr>
            <a:spLocks noGrp="1"/>
          </p:cNvSpPr>
          <p:nvPr>
            <p:ph type="sldNum" sz="quarter" idx="12"/>
          </p:nvPr>
        </p:nvSpPr>
        <p:spPr/>
        <p:txBody>
          <a:bodyPr/>
          <a:lstStyle>
            <a:lvl1pPr>
              <a:defRPr>
                <a:solidFill>
                  <a:schemeClr val="tx1"/>
                </a:solidFill>
              </a:defRPr>
            </a:lvl1pPr>
          </a:lstStyle>
          <a:p>
            <a:fld id="{2BDFC5E2-9F0C-D24D-80A4-CB3D6FA65022}" type="slidenum">
              <a:rPr lang="en-US" smtClean="0"/>
              <a:pPr/>
              <a:t>‹#›</a:t>
            </a:fld>
            <a:endParaRPr lang="en-US"/>
          </a:p>
        </p:txBody>
      </p:sp>
      <p:pic>
        <p:nvPicPr>
          <p:cNvPr id="9" name="Picture 8" descr="A blue sign with white text&#10;&#10;Description automatically generated">
            <a:extLst>
              <a:ext uri="{FF2B5EF4-FFF2-40B4-BE49-F238E27FC236}">
                <a16:creationId xmlns:a16="http://schemas.microsoft.com/office/drawing/2014/main" id="{DD681CB0-DF8D-1C3F-B8BC-76ADE3AFDB20}"/>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1030013" y="1709410"/>
            <a:ext cx="951974" cy="515653"/>
          </a:xfrm>
          <a:prstGeom prst="rect">
            <a:avLst/>
          </a:prstGeom>
        </p:spPr>
      </p:pic>
      <p:pic>
        <p:nvPicPr>
          <p:cNvPr id="15" name="Picture 14" descr="A heart shaped object with colorful lines&#10;&#10;Description automatically generated with medium confidence">
            <a:extLst>
              <a:ext uri="{FF2B5EF4-FFF2-40B4-BE49-F238E27FC236}">
                <a16:creationId xmlns:a16="http://schemas.microsoft.com/office/drawing/2014/main" id="{4FC4D0CA-0C7C-C2C8-DAAD-D81052031394}"/>
              </a:ext>
            </a:extLst>
          </p:cNvPr>
          <p:cNvPicPr>
            <a:picLocks noChangeAspect="1"/>
          </p:cNvPicPr>
          <p:nvPr userDrawn="1"/>
        </p:nvPicPr>
        <p:blipFill rotWithShape="1">
          <a:blip r:embed="rId5" cstate="screen">
            <a:extLst>
              <a:ext uri="{28A0092B-C50C-407E-A947-70E740481C1C}">
                <a14:useLocalDpi xmlns:a14="http://schemas.microsoft.com/office/drawing/2010/main"/>
              </a:ext>
            </a:extLst>
          </a:blip>
          <a:srcRect/>
          <a:stretch/>
        </p:blipFill>
        <p:spPr>
          <a:xfrm>
            <a:off x="7361499" y="0"/>
            <a:ext cx="4830501" cy="2882096"/>
          </a:xfrm>
          <a:prstGeom prst="rect">
            <a:avLst/>
          </a:prstGeom>
        </p:spPr>
      </p:pic>
      <p:sp>
        <p:nvSpPr>
          <p:cNvPr id="2" name="Text Placeholder 15">
            <a:extLst>
              <a:ext uri="{FF2B5EF4-FFF2-40B4-BE49-F238E27FC236}">
                <a16:creationId xmlns:a16="http://schemas.microsoft.com/office/drawing/2014/main" id="{F3B33761-BD65-80EB-631A-E4EC6E712E84}"/>
              </a:ext>
            </a:extLst>
          </p:cNvPr>
          <p:cNvSpPr>
            <a:spLocks noGrp="1"/>
          </p:cNvSpPr>
          <p:nvPr>
            <p:ph type="body" sz="quarter" idx="13" hasCustomPrompt="1"/>
          </p:nvPr>
        </p:nvSpPr>
        <p:spPr>
          <a:xfrm>
            <a:off x="1030908" y="2339999"/>
            <a:ext cx="7337587" cy="1633597"/>
          </a:xfrm>
        </p:spPr>
        <p:txBody>
          <a:bodyPr>
            <a:noAutofit/>
          </a:bodyPr>
          <a:lstStyle>
            <a:lvl1pPr marL="0" indent="0">
              <a:buNone/>
              <a:defRPr sz="4000" b="1" spc="-150"/>
            </a:lvl1pPr>
            <a:lvl2pPr marL="457200" indent="0">
              <a:buNone/>
              <a:defRPr/>
            </a:lvl2pPr>
            <a:lvl3pPr marL="914400" indent="0">
              <a:buNone/>
              <a:defRPr/>
            </a:lvl3pPr>
            <a:lvl4pPr marL="1371600" indent="0">
              <a:buNone/>
              <a:defRPr/>
            </a:lvl4pPr>
            <a:lvl5pPr marL="1828800" indent="0">
              <a:buNone/>
              <a:defRPr/>
            </a:lvl5pPr>
          </a:lstStyle>
          <a:p>
            <a:pPr lvl="0"/>
            <a:r>
              <a:rPr lang="en-GB"/>
              <a:t>Insert presentation title </a:t>
            </a:r>
            <a:br>
              <a:rPr lang="en-GB"/>
            </a:br>
            <a:r>
              <a:rPr lang="en-GB"/>
              <a:t>here over multiple lines</a:t>
            </a:r>
            <a:endParaRPr lang="en-US"/>
          </a:p>
        </p:txBody>
      </p:sp>
      <p:sp>
        <p:nvSpPr>
          <p:cNvPr id="3" name="Text Placeholder 15">
            <a:extLst>
              <a:ext uri="{FF2B5EF4-FFF2-40B4-BE49-F238E27FC236}">
                <a16:creationId xmlns:a16="http://schemas.microsoft.com/office/drawing/2014/main" id="{88B1E78D-FA85-96C7-E967-174D4E1A303A}"/>
              </a:ext>
            </a:extLst>
          </p:cNvPr>
          <p:cNvSpPr>
            <a:spLocks noGrp="1"/>
          </p:cNvSpPr>
          <p:nvPr>
            <p:ph type="body" sz="quarter" idx="14" hasCustomPrompt="1"/>
          </p:nvPr>
        </p:nvSpPr>
        <p:spPr>
          <a:xfrm>
            <a:off x="937416" y="5103300"/>
            <a:ext cx="7337587" cy="792749"/>
          </a:xfrm>
        </p:spPr>
        <p:txBody>
          <a:bodyPr>
            <a:noAutofit/>
          </a:bodyPr>
          <a:lstStyle>
            <a:lvl1pPr marL="0" indent="0">
              <a:buNone/>
              <a:defRPr sz="1600" b="1" spc="0"/>
            </a:lvl1pPr>
            <a:lvl2pPr marL="457200" indent="0">
              <a:buNone/>
              <a:defRPr/>
            </a:lvl2pPr>
            <a:lvl3pPr marL="914400" indent="0">
              <a:buNone/>
              <a:defRPr/>
            </a:lvl3pPr>
            <a:lvl4pPr marL="1371600" indent="0">
              <a:buNone/>
              <a:defRPr/>
            </a:lvl4pPr>
            <a:lvl5pPr marL="1828800" indent="0">
              <a:buNone/>
              <a:defRPr/>
            </a:lvl5pPr>
          </a:lstStyle>
          <a:p>
            <a:pPr lvl="0"/>
            <a:r>
              <a:rPr lang="en-GB"/>
              <a:t>Insert date/version/Event</a:t>
            </a:r>
            <a:endParaRPr lang="en-US"/>
          </a:p>
        </p:txBody>
      </p:sp>
      <p:sp>
        <p:nvSpPr>
          <p:cNvPr id="7" name="Text Placeholder 15">
            <a:extLst>
              <a:ext uri="{FF2B5EF4-FFF2-40B4-BE49-F238E27FC236}">
                <a16:creationId xmlns:a16="http://schemas.microsoft.com/office/drawing/2014/main" id="{F32E7CF9-41EF-F76B-92C5-024F6AA36FD5}"/>
              </a:ext>
            </a:extLst>
          </p:cNvPr>
          <p:cNvSpPr>
            <a:spLocks noGrp="1"/>
          </p:cNvSpPr>
          <p:nvPr>
            <p:ph type="body" sz="quarter" idx="15" hasCustomPrompt="1"/>
          </p:nvPr>
        </p:nvSpPr>
        <p:spPr>
          <a:xfrm>
            <a:off x="937416" y="4286219"/>
            <a:ext cx="7337587" cy="792749"/>
          </a:xfrm>
        </p:spPr>
        <p:txBody>
          <a:bodyPr>
            <a:noAutofit/>
          </a:bodyPr>
          <a:lstStyle>
            <a:lvl1pPr marL="0" indent="0">
              <a:buNone/>
              <a:defRPr sz="1800" b="0" spc="0"/>
            </a:lvl1pPr>
            <a:lvl2pPr marL="457200" indent="0">
              <a:buNone/>
              <a:defRPr/>
            </a:lvl2pPr>
            <a:lvl3pPr marL="914400" indent="0">
              <a:buNone/>
              <a:defRPr/>
            </a:lvl3pPr>
            <a:lvl4pPr marL="1371600" indent="0">
              <a:buNone/>
              <a:defRPr/>
            </a:lvl4pPr>
            <a:lvl5pPr marL="1828800" indent="0">
              <a:buNone/>
              <a:defRPr/>
            </a:lvl5pPr>
          </a:lstStyle>
          <a:p>
            <a:pPr lvl="0"/>
            <a:r>
              <a:rPr lang="en-GB"/>
              <a:t>Insert speaker name – Speaker title</a:t>
            </a:r>
            <a:endParaRPr lang="en-US"/>
          </a:p>
        </p:txBody>
      </p:sp>
    </p:spTree>
    <p:extLst>
      <p:ext uri="{BB962C8B-B14F-4D97-AF65-F5344CB8AC3E}">
        <p14:creationId xmlns:p14="http://schemas.microsoft.com/office/powerpoint/2010/main" val="717810992"/>
      </p:ext>
    </p:extLst>
  </p:cSld>
  <p:clrMapOvr>
    <a:overrideClrMapping bg1="lt1" tx1="dk1" bg2="lt2" tx2="dk2" accent1="accent1" accent2="accent2" accent3="accent3" accent4="accent4" accent5="accent5" accent6="accent6" hlink="hlink" folHlink="folHlink"/>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CareCover_2">
    <p:bg>
      <p:bgRef idx="1001">
        <a:schemeClr val="bg1"/>
      </p:bgRef>
    </p:bg>
    <p:spTree>
      <p:nvGrpSpPr>
        <p:cNvPr id="1" name=""/>
        <p:cNvGrpSpPr/>
        <p:nvPr/>
      </p:nvGrpSpPr>
      <p:grpSpPr>
        <a:xfrm>
          <a:off x="0" y="0"/>
          <a:ext cx="0" cy="0"/>
          <a:chOff x="0" y="0"/>
          <a:chExt cx="0" cy="0"/>
        </a:xfrm>
      </p:grpSpPr>
      <p:pic>
        <p:nvPicPr>
          <p:cNvPr id="13" name="Picture 12" descr="Logo, company name&#10;&#10;Description automatically generated">
            <a:extLst>
              <a:ext uri="{FF2B5EF4-FFF2-40B4-BE49-F238E27FC236}">
                <a16:creationId xmlns:a16="http://schemas.microsoft.com/office/drawing/2014/main" id="{EE1C19F7-0DE5-B5F6-6204-FC80783D8844}"/>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24052" y="283907"/>
            <a:ext cx="1486870" cy="344954"/>
          </a:xfrm>
          <a:prstGeom prst="rect">
            <a:avLst/>
          </a:prstGeom>
        </p:spPr>
      </p:pic>
      <p:sp>
        <p:nvSpPr>
          <p:cNvPr id="4" name="Date Placeholder 3">
            <a:extLst>
              <a:ext uri="{FF2B5EF4-FFF2-40B4-BE49-F238E27FC236}">
                <a16:creationId xmlns:a16="http://schemas.microsoft.com/office/drawing/2014/main" id="{1151C398-3900-E439-1814-C7D18712CC5C}"/>
              </a:ext>
            </a:extLst>
          </p:cNvPr>
          <p:cNvSpPr>
            <a:spLocks noGrp="1"/>
          </p:cNvSpPr>
          <p:nvPr>
            <p:ph type="dt" sz="half" idx="10"/>
          </p:nvPr>
        </p:nvSpPr>
        <p:spPr/>
        <p:txBody>
          <a:bodyPr/>
          <a:lstStyle>
            <a:lvl1pPr>
              <a:defRPr>
                <a:solidFill>
                  <a:schemeClr val="tx1"/>
                </a:solidFill>
              </a:defRPr>
            </a:lvl1pPr>
          </a:lstStyle>
          <a:p>
            <a:fld id="{D38656C5-2DDE-454B-A78F-D9D73785D935}" type="datetimeFigureOut">
              <a:rPr lang="en-US" smtClean="0"/>
              <a:pPr/>
              <a:t>10/23/24</a:t>
            </a:fld>
            <a:endParaRPr lang="en-US"/>
          </a:p>
        </p:txBody>
      </p:sp>
      <p:sp>
        <p:nvSpPr>
          <p:cNvPr id="5" name="Footer Placeholder 4">
            <a:extLst>
              <a:ext uri="{FF2B5EF4-FFF2-40B4-BE49-F238E27FC236}">
                <a16:creationId xmlns:a16="http://schemas.microsoft.com/office/drawing/2014/main" id="{DB817F23-C11A-7D83-1CC5-E2F14D7F526B}"/>
              </a:ext>
            </a:extLst>
          </p:cNvPr>
          <p:cNvSpPr>
            <a:spLocks noGrp="1"/>
          </p:cNvSpPr>
          <p:nvPr>
            <p:ph type="ftr" sz="quarter" idx="11"/>
          </p:nvPr>
        </p:nvSpPr>
        <p:spPr/>
        <p:txBody>
          <a:bodyPr/>
          <a:lstStyle>
            <a:lvl1pPr>
              <a:defRPr>
                <a:solidFill>
                  <a:schemeClr val="tx1"/>
                </a:solidFill>
              </a:defRPr>
            </a:lvl1pPr>
          </a:lstStyle>
          <a:p>
            <a:endParaRPr lang="en-US"/>
          </a:p>
        </p:txBody>
      </p:sp>
      <p:sp>
        <p:nvSpPr>
          <p:cNvPr id="6" name="Slide Number Placeholder 5">
            <a:extLst>
              <a:ext uri="{FF2B5EF4-FFF2-40B4-BE49-F238E27FC236}">
                <a16:creationId xmlns:a16="http://schemas.microsoft.com/office/drawing/2014/main" id="{FAF8351B-7EE0-1B3C-597F-FBFCCFFA44DD}"/>
              </a:ext>
            </a:extLst>
          </p:cNvPr>
          <p:cNvSpPr>
            <a:spLocks noGrp="1"/>
          </p:cNvSpPr>
          <p:nvPr>
            <p:ph type="sldNum" sz="quarter" idx="12"/>
          </p:nvPr>
        </p:nvSpPr>
        <p:spPr/>
        <p:txBody>
          <a:bodyPr/>
          <a:lstStyle>
            <a:lvl1pPr>
              <a:defRPr>
                <a:solidFill>
                  <a:schemeClr val="tx1"/>
                </a:solidFill>
              </a:defRPr>
            </a:lvl1pPr>
          </a:lstStyle>
          <a:p>
            <a:fld id="{2BDFC5E2-9F0C-D24D-80A4-CB3D6FA65022}" type="slidenum">
              <a:rPr lang="en-US" smtClean="0"/>
              <a:pPr/>
              <a:t>‹#›</a:t>
            </a:fld>
            <a:endParaRPr lang="en-US"/>
          </a:p>
        </p:txBody>
      </p:sp>
      <p:pic>
        <p:nvPicPr>
          <p:cNvPr id="7" name="Picture 6" descr="A blue sign with white text&#10;&#10;Description automatically generated">
            <a:extLst>
              <a:ext uri="{FF2B5EF4-FFF2-40B4-BE49-F238E27FC236}">
                <a16:creationId xmlns:a16="http://schemas.microsoft.com/office/drawing/2014/main" id="{ECDD2AD9-5246-9BA0-33C7-F32D24431ACC}"/>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030013" y="1709410"/>
            <a:ext cx="951974" cy="515653"/>
          </a:xfrm>
          <a:prstGeom prst="rect">
            <a:avLst/>
          </a:prstGeom>
        </p:spPr>
      </p:pic>
      <p:pic>
        <p:nvPicPr>
          <p:cNvPr id="8" name="Picture 7" descr="A heart shaped object with colorful lines&#10;&#10;Description automatically generated with medium confidence">
            <a:extLst>
              <a:ext uri="{FF2B5EF4-FFF2-40B4-BE49-F238E27FC236}">
                <a16:creationId xmlns:a16="http://schemas.microsoft.com/office/drawing/2014/main" id="{AB5DE6D7-0884-0683-5234-4B06456C29B3}"/>
              </a:ext>
            </a:extLst>
          </p:cNvPr>
          <p:cNvPicPr>
            <a:picLocks noChangeAspect="1"/>
          </p:cNvPicPr>
          <p:nvPr userDrawn="1"/>
        </p:nvPicPr>
        <p:blipFill rotWithShape="1">
          <a:blip r:embed="rId4" cstate="screen">
            <a:extLst>
              <a:ext uri="{28A0092B-C50C-407E-A947-70E740481C1C}">
                <a14:useLocalDpi xmlns:a14="http://schemas.microsoft.com/office/drawing/2010/main"/>
              </a:ext>
            </a:extLst>
          </a:blip>
          <a:srcRect/>
          <a:stretch/>
        </p:blipFill>
        <p:spPr>
          <a:xfrm>
            <a:off x="7361499" y="0"/>
            <a:ext cx="4830501" cy="2882096"/>
          </a:xfrm>
          <a:prstGeom prst="rect">
            <a:avLst/>
          </a:prstGeom>
        </p:spPr>
      </p:pic>
      <p:sp>
        <p:nvSpPr>
          <p:cNvPr id="2" name="Text Placeholder 15">
            <a:extLst>
              <a:ext uri="{FF2B5EF4-FFF2-40B4-BE49-F238E27FC236}">
                <a16:creationId xmlns:a16="http://schemas.microsoft.com/office/drawing/2014/main" id="{4BFF3D41-472E-AEC7-F9B3-33CF15EF811A}"/>
              </a:ext>
            </a:extLst>
          </p:cNvPr>
          <p:cNvSpPr>
            <a:spLocks noGrp="1"/>
          </p:cNvSpPr>
          <p:nvPr>
            <p:ph type="body" sz="quarter" idx="13" hasCustomPrompt="1"/>
          </p:nvPr>
        </p:nvSpPr>
        <p:spPr>
          <a:xfrm>
            <a:off x="1030908" y="2339999"/>
            <a:ext cx="7337587" cy="1633597"/>
          </a:xfrm>
        </p:spPr>
        <p:txBody>
          <a:bodyPr>
            <a:noAutofit/>
          </a:bodyPr>
          <a:lstStyle>
            <a:lvl1pPr marL="0" indent="0">
              <a:buNone/>
              <a:defRPr sz="4000" b="1" spc="-150"/>
            </a:lvl1pPr>
            <a:lvl2pPr marL="457200" indent="0">
              <a:buNone/>
              <a:defRPr/>
            </a:lvl2pPr>
            <a:lvl3pPr marL="914400" indent="0">
              <a:buNone/>
              <a:defRPr/>
            </a:lvl3pPr>
            <a:lvl4pPr marL="1371600" indent="0">
              <a:buNone/>
              <a:defRPr/>
            </a:lvl4pPr>
            <a:lvl5pPr marL="1828800" indent="0">
              <a:buNone/>
              <a:defRPr/>
            </a:lvl5pPr>
          </a:lstStyle>
          <a:p>
            <a:pPr lvl="0"/>
            <a:r>
              <a:rPr lang="en-GB"/>
              <a:t>Insert presentation title </a:t>
            </a:r>
            <a:br>
              <a:rPr lang="en-GB"/>
            </a:br>
            <a:r>
              <a:rPr lang="en-GB"/>
              <a:t>here over multiple lines</a:t>
            </a:r>
            <a:endParaRPr lang="en-US"/>
          </a:p>
        </p:txBody>
      </p:sp>
      <p:sp>
        <p:nvSpPr>
          <p:cNvPr id="3" name="Text Placeholder 15">
            <a:extLst>
              <a:ext uri="{FF2B5EF4-FFF2-40B4-BE49-F238E27FC236}">
                <a16:creationId xmlns:a16="http://schemas.microsoft.com/office/drawing/2014/main" id="{5416DADA-5761-90C9-CB30-ED0438977965}"/>
              </a:ext>
            </a:extLst>
          </p:cNvPr>
          <p:cNvSpPr>
            <a:spLocks noGrp="1"/>
          </p:cNvSpPr>
          <p:nvPr>
            <p:ph type="body" sz="quarter" idx="14" hasCustomPrompt="1"/>
          </p:nvPr>
        </p:nvSpPr>
        <p:spPr>
          <a:xfrm>
            <a:off x="937416" y="5103300"/>
            <a:ext cx="7337587" cy="792749"/>
          </a:xfrm>
        </p:spPr>
        <p:txBody>
          <a:bodyPr>
            <a:noAutofit/>
          </a:bodyPr>
          <a:lstStyle>
            <a:lvl1pPr marL="0" indent="0">
              <a:buNone/>
              <a:defRPr sz="1600" b="1" spc="0"/>
            </a:lvl1pPr>
            <a:lvl2pPr marL="457200" indent="0">
              <a:buNone/>
              <a:defRPr/>
            </a:lvl2pPr>
            <a:lvl3pPr marL="914400" indent="0">
              <a:buNone/>
              <a:defRPr/>
            </a:lvl3pPr>
            <a:lvl4pPr marL="1371600" indent="0">
              <a:buNone/>
              <a:defRPr/>
            </a:lvl4pPr>
            <a:lvl5pPr marL="1828800" indent="0">
              <a:buNone/>
              <a:defRPr/>
            </a:lvl5pPr>
          </a:lstStyle>
          <a:p>
            <a:pPr lvl="0"/>
            <a:r>
              <a:rPr lang="en-GB"/>
              <a:t>Insert date/version/Event</a:t>
            </a:r>
            <a:endParaRPr lang="en-US"/>
          </a:p>
        </p:txBody>
      </p:sp>
      <p:sp>
        <p:nvSpPr>
          <p:cNvPr id="9" name="Text Placeholder 15">
            <a:extLst>
              <a:ext uri="{FF2B5EF4-FFF2-40B4-BE49-F238E27FC236}">
                <a16:creationId xmlns:a16="http://schemas.microsoft.com/office/drawing/2014/main" id="{B21100D9-D08B-1693-E15D-3328D72BCC44}"/>
              </a:ext>
            </a:extLst>
          </p:cNvPr>
          <p:cNvSpPr>
            <a:spLocks noGrp="1"/>
          </p:cNvSpPr>
          <p:nvPr>
            <p:ph type="body" sz="quarter" idx="15" hasCustomPrompt="1"/>
          </p:nvPr>
        </p:nvSpPr>
        <p:spPr>
          <a:xfrm>
            <a:off x="937416" y="4286219"/>
            <a:ext cx="7337587" cy="792749"/>
          </a:xfrm>
        </p:spPr>
        <p:txBody>
          <a:bodyPr>
            <a:noAutofit/>
          </a:bodyPr>
          <a:lstStyle>
            <a:lvl1pPr marL="0" indent="0">
              <a:buNone/>
              <a:defRPr sz="1800" b="0" spc="0"/>
            </a:lvl1pPr>
            <a:lvl2pPr marL="457200" indent="0">
              <a:buNone/>
              <a:defRPr/>
            </a:lvl2pPr>
            <a:lvl3pPr marL="914400" indent="0">
              <a:buNone/>
              <a:defRPr/>
            </a:lvl3pPr>
            <a:lvl4pPr marL="1371600" indent="0">
              <a:buNone/>
              <a:defRPr/>
            </a:lvl4pPr>
            <a:lvl5pPr marL="1828800" indent="0">
              <a:buNone/>
              <a:defRPr/>
            </a:lvl5pPr>
          </a:lstStyle>
          <a:p>
            <a:pPr lvl="0"/>
            <a:r>
              <a:rPr lang="en-GB"/>
              <a:t>Insert speaker name – Speaker title</a:t>
            </a:r>
            <a:endParaRPr lang="en-US"/>
          </a:p>
        </p:txBody>
      </p:sp>
    </p:spTree>
    <p:extLst>
      <p:ext uri="{BB962C8B-B14F-4D97-AF65-F5344CB8AC3E}">
        <p14:creationId xmlns:p14="http://schemas.microsoft.com/office/powerpoint/2010/main" val="2030747566"/>
      </p:ext>
    </p:extLst>
  </p:cSld>
  <p:clrMapOvr>
    <a:overrideClrMapping bg1="lt1" tx1="dk1" bg2="lt2" tx2="dk2" accent1="accent1" accent2="accent2" accent3="accent3" accent4="accent4" accent5="accent5" accent6="accent6" hlink="hlink" folHlink="folHlink"/>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TECCover_1">
    <p:bg>
      <p:bgRef idx="1001">
        <a:schemeClr val="bg1"/>
      </p:bgRef>
    </p:bg>
    <p:spTree>
      <p:nvGrpSpPr>
        <p:cNvPr id="1" name=""/>
        <p:cNvGrpSpPr/>
        <p:nvPr/>
      </p:nvGrpSpPr>
      <p:grpSpPr>
        <a:xfrm>
          <a:off x="0" y="0"/>
          <a:ext cx="0" cy="0"/>
          <a:chOff x="0" y="0"/>
          <a:chExt cx="0" cy="0"/>
        </a:xfrm>
      </p:grpSpPr>
      <p:pic>
        <p:nvPicPr>
          <p:cNvPr id="3" name="Picture 2" descr="A blurry image of a pink and blue background&#10;&#10;Description automatically generated">
            <a:extLst>
              <a:ext uri="{FF2B5EF4-FFF2-40B4-BE49-F238E27FC236}">
                <a16:creationId xmlns:a16="http://schemas.microsoft.com/office/drawing/2014/main" id="{14C08CBA-606C-6ACB-8538-A9FF53673188}"/>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 y="0"/>
            <a:ext cx="12192001" cy="6858000"/>
          </a:xfrm>
          <a:prstGeom prst="rect">
            <a:avLst/>
          </a:prstGeom>
        </p:spPr>
      </p:pic>
      <p:pic>
        <p:nvPicPr>
          <p:cNvPr id="13" name="Picture 12" descr="Logo, company name&#10;&#10;Description automatically generated">
            <a:extLst>
              <a:ext uri="{FF2B5EF4-FFF2-40B4-BE49-F238E27FC236}">
                <a16:creationId xmlns:a16="http://schemas.microsoft.com/office/drawing/2014/main" id="{EE1C19F7-0DE5-B5F6-6204-FC80783D8844}"/>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324052" y="283907"/>
            <a:ext cx="1486870" cy="344954"/>
          </a:xfrm>
          <a:prstGeom prst="rect">
            <a:avLst/>
          </a:prstGeom>
        </p:spPr>
      </p:pic>
      <p:sp>
        <p:nvSpPr>
          <p:cNvPr id="4" name="Date Placeholder 3">
            <a:extLst>
              <a:ext uri="{FF2B5EF4-FFF2-40B4-BE49-F238E27FC236}">
                <a16:creationId xmlns:a16="http://schemas.microsoft.com/office/drawing/2014/main" id="{1151C398-3900-E439-1814-C7D18712CC5C}"/>
              </a:ext>
            </a:extLst>
          </p:cNvPr>
          <p:cNvSpPr>
            <a:spLocks noGrp="1"/>
          </p:cNvSpPr>
          <p:nvPr>
            <p:ph type="dt" sz="half" idx="10"/>
          </p:nvPr>
        </p:nvSpPr>
        <p:spPr/>
        <p:txBody>
          <a:bodyPr/>
          <a:lstStyle>
            <a:lvl1pPr>
              <a:defRPr>
                <a:solidFill>
                  <a:schemeClr val="tx1"/>
                </a:solidFill>
              </a:defRPr>
            </a:lvl1pPr>
          </a:lstStyle>
          <a:p>
            <a:fld id="{D38656C5-2DDE-454B-A78F-D9D73785D935}" type="datetimeFigureOut">
              <a:rPr lang="en-US" smtClean="0"/>
              <a:pPr/>
              <a:t>10/23/24</a:t>
            </a:fld>
            <a:endParaRPr lang="en-US"/>
          </a:p>
        </p:txBody>
      </p:sp>
      <p:sp>
        <p:nvSpPr>
          <p:cNvPr id="5" name="Footer Placeholder 4">
            <a:extLst>
              <a:ext uri="{FF2B5EF4-FFF2-40B4-BE49-F238E27FC236}">
                <a16:creationId xmlns:a16="http://schemas.microsoft.com/office/drawing/2014/main" id="{DB817F23-C11A-7D83-1CC5-E2F14D7F526B}"/>
              </a:ext>
            </a:extLst>
          </p:cNvPr>
          <p:cNvSpPr>
            <a:spLocks noGrp="1"/>
          </p:cNvSpPr>
          <p:nvPr>
            <p:ph type="ftr" sz="quarter" idx="11"/>
          </p:nvPr>
        </p:nvSpPr>
        <p:spPr/>
        <p:txBody>
          <a:bodyPr/>
          <a:lstStyle>
            <a:lvl1pPr>
              <a:defRPr>
                <a:solidFill>
                  <a:schemeClr val="tx1"/>
                </a:solidFill>
              </a:defRPr>
            </a:lvl1pPr>
          </a:lstStyle>
          <a:p>
            <a:endParaRPr lang="en-US"/>
          </a:p>
        </p:txBody>
      </p:sp>
      <p:sp>
        <p:nvSpPr>
          <p:cNvPr id="6" name="Slide Number Placeholder 5">
            <a:extLst>
              <a:ext uri="{FF2B5EF4-FFF2-40B4-BE49-F238E27FC236}">
                <a16:creationId xmlns:a16="http://schemas.microsoft.com/office/drawing/2014/main" id="{FAF8351B-7EE0-1B3C-597F-FBFCCFFA44DD}"/>
              </a:ext>
            </a:extLst>
          </p:cNvPr>
          <p:cNvSpPr>
            <a:spLocks noGrp="1"/>
          </p:cNvSpPr>
          <p:nvPr>
            <p:ph type="sldNum" sz="quarter" idx="12"/>
          </p:nvPr>
        </p:nvSpPr>
        <p:spPr/>
        <p:txBody>
          <a:bodyPr/>
          <a:lstStyle>
            <a:lvl1pPr>
              <a:defRPr>
                <a:solidFill>
                  <a:schemeClr val="tx1"/>
                </a:solidFill>
              </a:defRPr>
            </a:lvl1pPr>
          </a:lstStyle>
          <a:p>
            <a:fld id="{2BDFC5E2-9F0C-D24D-80A4-CB3D6FA65022}" type="slidenum">
              <a:rPr lang="en-US" smtClean="0"/>
              <a:pPr/>
              <a:t>‹#›</a:t>
            </a:fld>
            <a:endParaRPr lang="en-US"/>
          </a:p>
        </p:txBody>
      </p:sp>
      <p:pic>
        <p:nvPicPr>
          <p:cNvPr id="30" name="Picture 29" descr="A hand with a cross and a heart&#10;&#10;Description automatically generated">
            <a:extLst>
              <a:ext uri="{FF2B5EF4-FFF2-40B4-BE49-F238E27FC236}">
                <a16:creationId xmlns:a16="http://schemas.microsoft.com/office/drawing/2014/main" id="{F2B923C9-A56E-0F77-5E17-D4C116A70A93}"/>
              </a:ext>
            </a:extLst>
          </p:cNvPr>
          <p:cNvPicPr>
            <a:picLocks noChangeAspect="1"/>
          </p:cNvPicPr>
          <p:nvPr userDrawn="1"/>
        </p:nvPicPr>
        <p:blipFill rotWithShape="1">
          <a:blip r:embed="rId4" cstate="screen">
            <a:extLst>
              <a:ext uri="{28A0092B-C50C-407E-A947-70E740481C1C}">
                <a14:useLocalDpi xmlns:a14="http://schemas.microsoft.com/office/drawing/2010/main"/>
              </a:ext>
            </a:extLst>
          </a:blip>
          <a:srcRect/>
          <a:stretch/>
        </p:blipFill>
        <p:spPr>
          <a:xfrm>
            <a:off x="8512931" y="1"/>
            <a:ext cx="3679069" cy="3865944"/>
          </a:xfrm>
          <a:prstGeom prst="rect">
            <a:avLst/>
          </a:prstGeom>
        </p:spPr>
      </p:pic>
      <p:pic>
        <p:nvPicPr>
          <p:cNvPr id="31" name="Picture 30" descr="A close up of a logo&#10;&#10;Description automatically generated">
            <a:extLst>
              <a:ext uri="{FF2B5EF4-FFF2-40B4-BE49-F238E27FC236}">
                <a16:creationId xmlns:a16="http://schemas.microsoft.com/office/drawing/2014/main" id="{057722B6-1918-03F4-C135-D81230629188}"/>
              </a:ext>
            </a:extLst>
          </p:cNvPr>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a:off x="1024131" y="1715466"/>
            <a:ext cx="4137795" cy="511082"/>
          </a:xfrm>
          <a:prstGeom prst="rect">
            <a:avLst/>
          </a:prstGeom>
        </p:spPr>
      </p:pic>
      <p:sp>
        <p:nvSpPr>
          <p:cNvPr id="2" name="Text Placeholder 15">
            <a:extLst>
              <a:ext uri="{FF2B5EF4-FFF2-40B4-BE49-F238E27FC236}">
                <a16:creationId xmlns:a16="http://schemas.microsoft.com/office/drawing/2014/main" id="{98A1D1F7-BCF8-4D89-2680-3E8B7C738BFC}"/>
              </a:ext>
            </a:extLst>
          </p:cNvPr>
          <p:cNvSpPr>
            <a:spLocks noGrp="1"/>
          </p:cNvSpPr>
          <p:nvPr>
            <p:ph type="body" sz="quarter" idx="13" hasCustomPrompt="1"/>
          </p:nvPr>
        </p:nvSpPr>
        <p:spPr>
          <a:xfrm>
            <a:off x="1030908" y="2339999"/>
            <a:ext cx="7337587" cy="1633597"/>
          </a:xfrm>
        </p:spPr>
        <p:txBody>
          <a:bodyPr>
            <a:noAutofit/>
          </a:bodyPr>
          <a:lstStyle>
            <a:lvl1pPr marL="0" indent="0">
              <a:buNone/>
              <a:defRPr sz="4000" b="1" spc="-150"/>
            </a:lvl1pPr>
            <a:lvl2pPr marL="457200" indent="0">
              <a:buNone/>
              <a:defRPr/>
            </a:lvl2pPr>
            <a:lvl3pPr marL="914400" indent="0">
              <a:buNone/>
              <a:defRPr/>
            </a:lvl3pPr>
            <a:lvl4pPr marL="1371600" indent="0">
              <a:buNone/>
              <a:defRPr/>
            </a:lvl4pPr>
            <a:lvl5pPr marL="1828800" indent="0">
              <a:buNone/>
              <a:defRPr/>
            </a:lvl5pPr>
          </a:lstStyle>
          <a:p>
            <a:pPr lvl="0"/>
            <a:r>
              <a:rPr lang="en-GB"/>
              <a:t>Insert presentation title </a:t>
            </a:r>
            <a:br>
              <a:rPr lang="en-GB"/>
            </a:br>
            <a:r>
              <a:rPr lang="en-GB"/>
              <a:t>here over multiple lines</a:t>
            </a:r>
            <a:endParaRPr lang="en-US"/>
          </a:p>
        </p:txBody>
      </p:sp>
      <p:sp>
        <p:nvSpPr>
          <p:cNvPr id="7" name="Text Placeholder 15">
            <a:extLst>
              <a:ext uri="{FF2B5EF4-FFF2-40B4-BE49-F238E27FC236}">
                <a16:creationId xmlns:a16="http://schemas.microsoft.com/office/drawing/2014/main" id="{DB623E06-1E12-0949-0922-D730C21489E7}"/>
              </a:ext>
            </a:extLst>
          </p:cNvPr>
          <p:cNvSpPr>
            <a:spLocks noGrp="1"/>
          </p:cNvSpPr>
          <p:nvPr>
            <p:ph type="body" sz="quarter" idx="14" hasCustomPrompt="1"/>
          </p:nvPr>
        </p:nvSpPr>
        <p:spPr>
          <a:xfrm>
            <a:off x="937416" y="5103300"/>
            <a:ext cx="7337587" cy="792749"/>
          </a:xfrm>
        </p:spPr>
        <p:txBody>
          <a:bodyPr>
            <a:noAutofit/>
          </a:bodyPr>
          <a:lstStyle>
            <a:lvl1pPr marL="0" indent="0">
              <a:buNone/>
              <a:defRPr sz="1600" b="1" spc="0"/>
            </a:lvl1pPr>
            <a:lvl2pPr marL="457200" indent="0">
              <a:buNone/>
              <a:defRPr/>
            </a:lvl2pPr>
            <a:lvl3pPr marL="914400" indent="0">
              <a:buNone/>
              <a:defRPr/>
            </a:lvl3pPr>
            <a:lvl4pPr marL="1371600" indent="0">
              <a:buNone/>
              <a:defRPr/>
            </a:lvl4pPr>
            <a:lvl5pPr marL="1828800" indent="0">
              <a:buNone/>
              <a:defRPr/>
            </a:lvl5pPr>
          </a:lstStyle>
          <a:p>
            <a:pPr lvl="0"/>
            <a:r>
              <a:rPr lang="en-GB"/>
              <a:t>Insert date/version/Event</a:t>
            </a:r>
            <a:endParaRPr lang="en-US"/>
          </a:p>
        </p:txBody>
      </p:sp>
      <p:sp>
        <p:nvSpPr>
          <p:cNvPr id="8" name="Text Placeholder 15">
            <a:extLst>
              <a:ext uri="{FF2B5EF4-FFF2-40B4-BE49-F238E27FC236}">
                <a16:creationId xmlns:a16="http://schemas.microsoft.com/office/drawing/2014/main" id="{24C8FC67-C474-21E4-AE6E-3DE090917C1C}"/>
              </a:ext>
            </a:extLst>
          </p:cNvPr>
          <p:cNvSpPr>
            <a:spLocks noGrp="1"/>
          </p:cNvSpPr>
          <p:nvPr>
            <p:ph type="body" sz="quarter" idx="15" hasCustomPrompt="1"/>
          </p:nvPr>
        </p:nvSpPr>
        <p:spPr>
          <a:xfrm>
            <a:off x="937416" y="4286219"/>
            <a:ext cx="7337587" cy="792749"/>
          </a:xfrm>
        </p:spPr>
        <p:txBody>
          <a:bodyPr>
            <a:noAutofit/>
          </a:bodyPr>
          <a:lstStyle>
            <a:lvl1pPr marL="0" indent="0">
              <a:buNone/>
              <a:defRPr sz="1800" b="0" spc="0"/>
            </a:lvl1pPr>
            <a:lvl2pPr marL="457200" indent="0">
              <a:buNone/>
              <a:defRPr/>
            </a:lvl2pPr>
            <a:lvl3pPr marL="914400" indent="0">
              <a:buNone/>
              <a:defRPr/>
            </a:lvl3pPr>
            <a:lvl4pPr marL="1371600" indent="0">
              <a:buNone/>
              <a:defRPr/>
            </a:lvl4pPr>
            <a:lvl5pPr marL="1828800" indent="0">
              <a:buNone/>
              <a:defRPr/>
            </a:lvl5pPr>
          </a:lstStyle>
          <a:p>
            <a:pPr lvl="0"/>
            <a:r>
              <a:rPr lang="en-GB"/>
              <a:t>Insert speaker name – Speaker title</a:t>
            </a:r>
            <a:endParaRPr lang="en-US"/>
          </a:p>
        </p:txBody>
      </p:sp>
    </p:spTree>
    <p:extLst>
      <p:ext uri="{BB962C8B-B14F-4D97-AF65-F5344CB8AC3E}">
        <p14:creationId xmlns:p14="http://schemas.microsoft.com/office/powerpoint/2010/main" val="3967581646"/>
      </p:ext>
    </p:extLst>
  </p:cSld>
  <p:clrMapOvr>
    <a:overrideClrMapping bg1="lt1" tx1="dk1" bg2="lt2" tx2="dk2" accent1="accent1" accent2="accent2" accent3="accent3" accent4="accent4" accent5="accent5" accent6="accent6" hlink="hlink" folHlink="folHlink"/>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TECCover_2">
    <p:bg>
      <p:bgRef idx="1001">
        <a:schemeClr val="bg1"/>
      </p:bgRef>
    </p:bg>
    <p:spTree>
      <p:nvGrpSpPr>
        <p:cNvPr id="1" name=""/>
        <p:cNvGrpSpPr/>
        <p:nvPr/>
      </p:nvGrpSpPr>
      <p:grpSpPr>
        <a:xfrm>
          <a:off x="0" y="0"/>
          <a:ext cx="0" cy="0"/>
          <a:chOff x="0" y="0"/>
          <a:chExt cx="0" cy="0"/>
        </a:xfrm>
      </p:grpSpPr>
      <p:pic>
        <p:nvPicPr>
          <p:cNvPr id="20" name="Picture 19" descr="A close up of a logo&#10;&#10;Description automatically generated">
            <a:extLst>
              <a:ext uri="{FF2B5EF4-FFF2-40B4-BE49-F238E27FC236}">
                <a16:creationId xmlns:a16="http://schemas.microsoft.com/office/drawing/2014/main" id="{40FF16D0-9F8F-CA7C-4257-20B45C5F1982}"/>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24131" y="1715466"/>
            <a:ext cx="4137795" cy="511082"/>
          </a:xfrm>
          <a:prstGeom prst="rect">
            <a:avLst/>
          </a:prstGeom>
        </p:spPr>
      </p:pic>
      <p:pic>
        <p:nvPicPr>
          <p:cNvPr id="13" name="Picture 12" descr="Logo, company name&#10;&#10;Description automatically generated">
            <a:extLst>
              <a:ext uri="{FF2B5EF4-FFF2-40B4-BE49-F238E27FC236}">
                <a16:creationId xmlns:a16="http://schemas.microsoft.com/office/drawing/2014/main" id="{EE1C19F7-0DE5-B5F6-6204-FC80783D8844}"/>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324052" y="283907"/>
            <a:ext cx="1486870" cy="344954"/>
          </a:xfrm>
          <a:prstGeom prst="rect">
            <a:avLst/>
          </a:prstGeom>
        </p:spPr>
      </p:pic>
      <p:sp>
        <p:nvSpPr>
          <p:cNvPr id="4" name="Date Placeholder 3">
            <a:extLst>
              <a:ext uri="{FF2B5EF4-FFF2-40B4-BE49-F238E27FC236}">
                <a16:creationId xmlns:a16="http://schemas.microsoft.com/office/drawing/2014/main" id="{1151C398-3900-E439-1814-C7D18712CC5C}"/>
              </a:ext>
            </a:extLst>
          </p:cNvPr>
          <p:cNvSpPr>
            <a:spLocks noGrp="1"/>
          </p:cNvSpPr>
          <p:nvPr>
            <p:ph type="dt" sz="half" idx="10"/>
          </p:nvPr>
        </p:nvSpPr>
        <p:spPr/>
        <p:txBody>
          <a:bodyPr/>
          <a:lstStyle>
            <a:lvl1pPr>
              <a:defRPr>
                <a:solidFill>
                  <a:schemeClr val="tx1"/>
                </a:solidFill>
              </a:defRPr>
            </a:lvl1pPr>
          </a:lstStyle>
          <a:p>
            <a:fld id="{D38656C5-2DDE-454B-A78F-D9D73785D935}" type="datetimeFigureOut">
              <a:rPr lang="en-US" smtClean="0"/>
              <a:pPr/>
              <a:t>10/23/24</a:t>
            </a:fld>
            <a:endParaRPr lang="en-US"/>
          </a:p>
        </p:txBody>
      </p:sp>
      <p:sp>
        <p:nvSpPr>
          <p:cNvPr id="5" name="Footer Placeholder 4">
            <a:extLst>
              <a:ext uri="{FF2B5EF4-FFF2-40B4-BE49-F238E27FC236}">
                <a16:creationId xmlns:a16="http://schemas.microsoft.com/office/drawing/2014/main" id="{DB817F23-C11A-7D83-1CC5-E2F14D7F526B}"/>
              </a:ext>
            </a:extLst>
          </p:cNvPr>
          <p:cNvSpPr>
            <a:spLocks noGrp="1"/>
          </p:cNvSpPr>
          <p:nvPr>
            <p:ph type="ftr" sz="quarter" idx="11"/>
          </p:nvPr>
        </p:nvSpPr>
        <p:spPr/>
        <p:txBody>
          <a:bodyPr/>
          <a:lstStyle>
            <a:lvl1pPr>
              <a:defRPr>
                <a:solidFill>
                  <a:schemeClr val="tx1"/>
                </a:solidFill>
              </a:defRPr>
            </a:lvl1pPr>
          </a:lstStyle>
          <a:p>
            <a:endParaRPr lang="en-US"/>
          </a:p>
        </p:txBody>
      </p:sp>
      <p:sp>
        <p:nvSpPr>
          <p:cNvPr id="6" name="Slide Number Placeholder 5">
            <a:extLst>
              <a:ext uri="{FF2B5EF4-FFF2-40B4-BE49-F238E27FC236}">
                <a16:creationId xmlns:a16="http://schemas.microsoft.com/office/drawing/2014/main" id="{FAF8351B-7EE0-1B3C-597F-FBFCCFFA44DD}"/>
              </a:ext>
            </a:extLst>
          </p:cNvPr>
          <p:cNvSpPr>
            <a:spLocks noGrp="1"/>
          </p:cNvSpPr>
          <p:nvPr>
            <p:ph type="sldNum" sz="quarter" idx="12"/>
          </p:nvPr>
        </p:nvSpPr>
        <p:spPr/>
        <p:txBody>
          <a:bodyPr/>
          <a:lstStyle>
            <a:lvl1pPr>
              <a:defRPr>
                <a:solidFill>
                  <a:schemeClr val="tx1"/>
                </a:solidFill>
              </a:defRPr>
            </a:lvl1pPr>
          </a:lstStyle>
          <a:p>
            <a:fld id="{2BDFC5E2-9F0C-D24D-80A4-CB3D6FA65022}" type="slidenum">
              <a:rPr lang="en-US" smtClean="0"/>
              <a:pPr/>
              <a:t>‹#›</a:t>
            </a:fld>
            <a:endParaRPr lang="en-US"/>
          </a:p>
        </p:txBody>
      </p:sp>
      <p:pic>
        <p:nvPicPr>
          <p:cNvPr id="3" name="Picture 2" descr="A hand with a cross and a heart&#10;&#10;Description automatically generated">
            <a:extLst>
              <a:ext uri="{FF2B5EF4-FFF2-40B4-BE49-F238E27FC236}">
                <a16:creationId xmlns:a16="http://schemas.microsoft.com/office/drawing/2014/main" id="{5609C876-4C51-76E3-0094-6C794C0B1C67}"/>
              </a:ext>
            </a:extLst>
          </p:cNvPr>
          <p:cNvPicPr>
            <a:picLocks noChangeAspect="1"/>
          </p:cNvPicPr>
          <p:nvPr userDrawn="1"/>
        </p:nvPicPr>
        <p:blipFill rotWithShape="1">
          <a:blip r:embed="rId4" cstate="screen">
            <a:extLst>
              <a:ext uri="{28A0092B-C50C-407E-A947-70E740481C1C}">
                <a14:useLocalDpi xmlns:a14="http://schemas.microsoft.com/office/drawing/2010/main"/>
              </a:ext>
            </a:extLst>
          </a:blip>
          <a:srcRect/>
          <a:stretch/>
        </p:blipFill>
        <p:spPr>
          <a:xfrm>
            <a:off x="8512931" y="1"/>
            <a:ext cx="3679069" cy="3865944"/>
          </a:xfrm>
          <a:prstGeom prst="rect">
            <a:avLst/>
          </a:prstGeom>
        </p:spPr>
      </p:pic>
      <p:sp>
        <p:nvSpPr>
          <p:cNvPr id="2" name="Text Placeholder 15">
            <a:extLst>
              <a:ext uri="{FF2B5EF4-FFF2-40B4-BE49-F238E27FC236}">
                <a16:creationId xmlns:a16="http://schemas.microsoft.com/office/drawing/2014/main" id="{591D8F78-9015-415C-9041-999675CF8658}"/>
              </a:ext>
            </a:extLst>
          </p:cNvPr>
          <p:cNvSpPr>
            <a:spLocks noGrp="1"/>
          </p:cNvSpPr>
          <p:nvPr>
            <p:ph type="body" sz="quarter" idx="13" hasCustomPrompt="1"/>
          </p:nvPr>
        </p:nvSpPr>
        <p:spPr>
          <a:xfrm>
            <a:off x="1030908" y="2339999"/>
            <a:ext cx="7337587" cy="1633597"/>
          </a:xfrm>
        </p:spPr>
        <p:txBody>
          <a:bodyPr>
            <a:noAutofit/>
          </a:bodyPr>
          <a:lstStyle>
            <a:lvl1pPr marL="0" indent="0">
              <a:buNone/>
              <a:defRPr sz="4000" b="1" spc="-150"/>
            </a:lvl1pPr>
            <a:lvl2pPr marL="457200" indent="0">
              <a:buNone/>
              <a:defRPr/>
            </a:lvl2pPr>
            <a:lvl3pPr marL="914400" indent="0">
              <a:buNone/>
              <a:defRPr/>
            </a:lvl3pPr>
            <a:lvl4pPr marL="1371600" indent="0">
              <a:buNone/>
              <a:defRPr/>
            </a:lvl4pPr>
            <a:lvl5pPr marL="1828800" indent="0">
              <a:buNone/>
              <a:defRPr/>
            </a:lvl5pPr>
          </a:lstStyle>
          <a:p>
            <a:pPr lvl="0"/>
            <a:r>
              <a:rPr lang="en-GB"/>
              <a:t>Insert presentation title </a:t>
            </a:r>
            <a:br>
              <a:rPr lang="en-GB"/>
            </a:br>
            <a:r>
              <a:rPr lang="en-GB"/>
              <a:t>here over multiple lines</a:t>
            </a:r>
            <a:endParaRPr lang="en-US"/>
          </a:p>
        </p:txBody>
      </p:sp>
      <p:sp>
        <p:nvSpPr>
          <p:cNvPr id="7" name="Text Placeholder 15">
            <a:extLst>
              <a:ext uri="{FF2B5EF4-FFF2-40B4-BE49-F238E27FC236}">
                <a16:creationId xmlns:a16="http://schemas.microsoft.com/office/drawing/2014/main" id="{5C334D28-2025-E0AF-E5DE-CB6A6A42EDB5}"/>
              </a:ext>
            </a:extLst>
          </p:cNvPr>
          <p:cNvSpPr>
            <a:spLocks noGrp="1"/>
          </p:cNvSpPr>
          <p:nvPr>
            <p:ph type="body" sz="quarter" idx="14" hasCustomPrompt="1"/>
          </p:nvPr>
        </p:nvSpPr>
        <p:spPr>
          <a:xfrm>
            <a:off x="937416" y="5103300"/>
            <a:ext cx="7337587" cy="792749"/>
          </a:xfrm>
        </p:spPr>
        <p:txBody>
          <a:bodyPr>
            <a:noAutofit/>
          </a:bodyPr>
          <a:lstStyle>
            <a:lvl1pPr marL="0" indent="0">
              <a:buNone/>
              <a:defRPr sz="1600" b="1" spc="0"/>
            </a:lvl1pPr>
            <a:lvl2pPr marL="457200" indent="0">
              <a:buNone/>
              <a:defRPr/>
            </a:lvl2pPr>
            <a:lvl3pPr marL="914400" indent="0">
              <a:buNone/>
              <a:defRPr/>
            </a:lvl3pPr>
            <a:lvl4pPr marL="1371600" indent="0">
              <a:buNone/>
              <a:defRPr/>
            </a:lvl4pPr>
            <a:lvl5pPr marL="1828800" indent="0">
              <a:buNone/>
              <a:defRPr/>
            </a:lvl5pPr>
          </a:lstStyle>
          <a:p>
            <a:pPr lvl="0"/>
            <a:r>
              <a:rPr lang="en-GB"/>
              <a:t>Insert date/version/Event</a:t>
            </a:r>
            <a:endParaRPr lang="en-US"/>
          </a:p>
        </p:txBody>
      </p:sp>
      <p:sp>
        <p:nvSpPr>
          <p:cNvPr id="8" name="Text Placeholder 15">
            <a:extLst>
              <a:ext uri="{FF2B5EF4-FFF2-40B4-BE49-F238E27FC236}">
                <a16:creationId xmlns:a16="http://schemas.microsoft.com/office/drawing/2014/main" id="{8B01BCB0-469A-9D28-0231-9A6EE45176B9}"/>
              </a:ext>
            </a:extLst>
          </p:cNvPr>
          <p:cNvSpPr>
            <a:spLocks noGrp="1"/>
          </p:cNvSpPr>
          <p:nvPr>
            <p:ph type="body" sz="quarter" idx="15" hasCustomPrompt="1"/>
          </p:nvPr>
        </p:nvSpPr>
        <p:spPr>
          <a:xfrm>
            <a:off x="937416" y="4286219"/>
            <a:ext cx="7337587" cy="792749"/>
          </a:xfrm>
        </p:spPr>
        <p:txBody>
          <a:bodyPr>
            <a:noAutofit/>
          </a:bodyPr>
          <a:lstStyle>
            <a:lvl1pPr marL="0" indent="0">
              <a:buNone/>
              <a:defRPr sz="1800" b="0" spc="0"/>
            </a:lvl1pPr>
            <a:lvl2pPr marL="457200" indent="0">
              <a:buNone/>
              <a:defRPr/>
            </a:lvl2pPr>
            <a:lvl3pPr marL="914400" indent="0">
              <a:buNone/>
              <a:defRPr/>
            </a:lvl3pPr>
            <a:lvl4pPr marL="1371600" indent="0">
              <a:buNone/>
              <a:defRPr/>
            </a:lvl4pPr>
            <a:lvl5pPr marL="1828800" indent="0">
              <a:buNone/>
              <a:defRPr/>
            </a:lvl5pPr>
          </a:lstStyle>
          <a:p>
            <a:pPr lvl="0"/>
            <a:r>
              <a:rPr lang="en-GB"/>
              <a:t>Insert speaker name – Speaker title</a:t>
            </a:r>
            <a:endParaRPr lang="en-US"/>
          </a:p>
        </p:txBody>
      </p:sp>
    </p:spTree>
    <p:extLst>
      <p:ext uri="{BB962C8B-B14F-4D97-AF65-F5344CB8AC3E}">
        <p14:creationId xmlns:p14="http://schemas.microsoft.com/office/powerpoint/2010/main" val="3249000510"/>
      </p:ext>
    </p:extLst>
  </p:cSld>
  <p:clrMapOvr>
    <a:overrideClrMapping bg1="lt1" tx1="dk1" bg2="lt2" tx2="dk2" accent1="accent1" accent2="accent2" accent3="accent3" accent4="accent4" accent5="accent5" accent6="accent6" hlink="hlink" folHlink="folHlink"/>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1_PS_Cover_1">
    <p:bg>
      <p:bgRef idx="1001">
        <a:schemeClr val="bg1"/>
      </p:bgRef>
    </p:bg>
    <p:spTree>
      <p:nvGrpSpPr>
        <p:cNvPr id="1" name=""/>
        <p:cNvGrpSpPr/>
        <p:nvPr/>
      </p:nvGrpSpPr>
      <p:grpSpPr>
        <a:xfrm>
          <a:off x="0" y="0"/>
          <a:ext cx="0" cy="0"/>
          <a:chOff x="0" y="0"/>
          <a:chExt cx="0" cy="0"/>
        </a:xfrm>
      </p:grpSpPr>
      <p:pic>
        <p:nvPicPr>
          <p:cNvPr id="3" name="Picture 2" descr="A blurry image of a pink and blue background&#10;&#10;Description automatically generated">
            <a:extLst>
              <a:ext uri="{FF2B5EF4-FFF2-40B4-BE49-F238E27FC236}">
                <a16:creationId xmlns:a16="http://schemas.microsoft.com/office/drawing/2014/main" id="{14C08CBA-606C-6ACB-8538-A9FF53673188}"/>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 y="0"/>
            <a:ext cx="12192001" cy="6858000"/>
          </a:xfrm>
          <a:prstGeom prst="rect">
            <a:avLst/>
          </a:prstGeom>
        </p:spPr>
      </p:pic>
      <p:pic>
        <p:nvPicPr>
          <p:cNvPr id="13" name="Picture 12" descr="Logo, company name&#10;&#10;Description automatically generated">
            <a:extLst>
              <a:ext uri="{FF2B5EF4-FFF2-40B4-BE49-F238E27FC236}">
                <a16:creationId xmlns:a16="http://schemas.microsoft.com/office/drawing/2014/main" id="{EE1C19F7-0DE5-B5F6-6204-FC80783D8844}"/>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324052" y="283907"/>
            <a:ext cx="1486870" cy="344954"/>
          </a:xfrm>
          <a:prstGeom prst="rect">
            <a:avLst/>
          </a:prstGeom>
        </p:spPr>
      </p:pic>
      <p:sp>
        <p:nvSpPr>
          <p:cNvPr id="4" name="Date Placeholder 3">
            <a:extLst>
              <a:ext uri="{FF2B5EF4-FFF2-40B4-BE49-F238E27FC236}">
                <a16:creationId xmlns:a16="http://schemas.microsoft.com/office/drawing/2014/main" id="{1151C398-3900-E439-1814-C7D18712CC5C}"/>
              </a:ext>
            </a:extLst>
          </p:cNvPr>
          <p:cNvSpPr>
            <a:spLocks noGrp="1"/>
          </p:cNvSpPr>
          <p:nvPr>
            <p:ph type="dt" sz="half" idx="10"/>
          </p:nvPr>
        </p:nvSpPr>
        <p:spPr/>
        <p:txBody>
          <a:bodyPr/>
          <a:lstStyle>
            <a:lvl1pPr>
              <a:defRPr>
                <a:solidFill>
                  <a:schemeClr val="tx1"/>
                </a:solidFill>
              </a:defRPr>
            </a:lvl1pPr>
          </a:lstStyle>
          <a:p>
            <a:fld id="{D38656C5-2DDE-454B-A78F-D9D73785D935}" type="datetimeFigureOut">
              <a:rPr lang="en-US" smtClean="0"/>
              <a:pPr/>
              <a:t>10/23/24</a:t>
            </a:fld>
            <a:endParaRPr lang="en-US"/>
          </a:p>
        </p:txBody>
      </p:sp>
      <p:sp>
        <p:nvSpPr>
          <p:cNvPr id="5" name="Footer Placeholder 4">
            <a:extLst>
              <a:ext uri="{FF2B5EF4-FFF2-40B4-BE49-F238E27FC236}">
                <a16:creationId xmlns:a16="http://schemas.microsoft.com/office/drawing/2014/main" id="{DB817F23-C11A-7D83-1CC5-E2F14D7F526B}"/>
              </a:ext>
            </a:extLst>
          </p:cNvPr>
          <p:cNvSpPr>
            <a:spLocks noGrp="1"/>
          </p:cNvSpPr>
          <p:nvPr>
            <p:ph type="ftr" sz="quarter" idx="11"/>
          </p:nvPr>
        </p:nvSpPr>
        <p:spPr/>
        <p:txBody>
          <a:bodyPr/>
          <a:lstStyle>
            <a:lvl1pPr>
              <a:defRPr>
                <a:solidFill>
                  <a:schemeClr val="tx1"/>
                </a:solidFill>
              </a:defRPr>
            </a:lvl1pPr>
          </a:lstStyle>
          <a:p>
            <a:endParaRPr lang="en-US"/>
          </a:p>
        </p:txBody>
      </p:sp>
      <p:sp>
        <p:nvSpPr>
          <p:cNvPr id="6" name="Slide Number Placeholder 5">
            <a:extLst>
              <a:ext uri="{FF2B5EF4-FFF2-40B4-BE49-F238E27FC236}">
                <a16:creationId xmlns:a16="http://schemas.microsoft.com/office/drawing/2014/main" id="{FAF8351B-7EE0-1B3C-597F-FBFCCFFA44DD}"/>
              </a:ext>
            </a:extLst>
          </p:cNvPr>
          <p:cNvSpPr>
            <a:spLocks noGrp="1"/>
          </p:cNvSpPr>
          <p:nvPr>
            <p:ph type="sldNum" sz="quarter" idx="12"/>
          </p:nvPr>
        </p:nvSpPr>
        <p:spPr/>
        <p:txBody>
          <a:bodyPr/>
          <a:lstStyle>
            <a:lvl1pPr>
              <a:defRPr>
                <a:solidFill>
                  <a:schemeClr val="tx1"/>
                </a:solidFill>
              </a:defRPr>
            </a:lvl1pPr>
          </a:lstStyle>
          <a:p>
            <a:fld id="{2BDFC5E2-9F0C-D24D-80A4-CB3D6FA65022}" type="slidenum">
              <a:rPr lang="en-US" smtClean="0"/>
              <a:pPr/>
              <a:t>‹#›</a:t>
            </a:fld>
            <a:endParaRPr lang="en-US"/>
          </a:p>
        </p:txBody>
      </p:sp>
      <p:pic>
        <p:nvPicPr>
          <p:cNvPr id="30" name="Picture 29" descr="A hand with a cross and a heart&#10;&#10;Description automatically generated">
            <a:extLst>
              <a:ext uri="{FF2B5EF4-FFF2-40B4-BE49-F238E27FC236}">
                <a16:creationId xmlns:a16="http://schemas.microsoft.com/office/drawing/2014/main" id="{F2B923C9-A56E-0F77-5E17-D4C116A70A93}"/>
              </a:ext>
            </a:extLst>
          </p:cNvPr>
          <p:cNvPicPr>
            <a:picLocks noChangeAspect="1"/>
          </p:cNvPicPr>
          <p:nvPr userDrawn="1"/>
        </p:nvPicPr>
        <p:blipFill rotWithShape="1">
          <a:blip r:embed="rId4" cstate="screen">
            <a:extLst>
              <a:ext uri="{28A0092B-C50C-407E-A947-70E740481C1C}">
                <a14:useLocalDpi xmlns:a14="http://schemas.microsoft.com/office/drawing/2010/main"/>
              </a:ext>
            </a:extLst>
          </a:blip>
          <a:srcRect/>
          <a:stretch/>
        </p:blipFill>
        <p:spPr>
          <a:xfrm>
            <a:off x="8512931" y="1"/>
            <a:ext cx="3679069" cy="3865944"/>
          </a:xfrm>
          <a:prstGeom prst="rect">
            <a:avLst/>
          </a:prstGeom>
        </p:spPr>
      </p:pic>
      <p:sp>
        <p:nvSpPr>
          <p:cNvPr id="2" name="Text Placeholder 15">
            <a:extLst>
              <a:ext uri="{FF2B5EF4-FFF2-40B4-BE49-F238E27FC236}">
                <a16:creationId xmlns:a16="http://schemas.microsoft.com/office/drawing/2014/main" id="{98A1D1F7-BCF8-4D89-2680-3E8B7C738BFC}"/>
              </a:ext>
            </a:extLst>
          </p:cNvPr>
          <p:cNvSpPr>
            <a:spLocks noGrp="1"/>
          </p:cNvSpPr>
          <p:nvPr>
            <p:ph type="body" sz="quarter" idx="13" hasCustomPrompt="1"/>
          </p:nvPr>
        </p:nvSpPr>
        <p:spPr>
          <a:xfrm>
            <a:off x="1030908" y="2339999"/>
            <a:ext cx="7337587" cy="1633597"/>
          </a:xfrm>
        </p:spPr>
        <p:txBody>
          <a:bodyPr>
            <a:noAutofit/>
          </a:bodyPr>
          <a:lstStyle>
            <a:lvl1pPr marL="0" indent="0">
              <a:buNone/>
              <a:defRPr sz="4000" b="1" spc="-150"/>
            </a:lvl1pPr>
            <a:lvl2pPr marL="457200" indent="0">
              <a:buNone/>
              <a:defRPr/>
            </a:lvl2pPr>
            <a:lvl3pPr marL="914400" indent="0">
              <a:buNone/>
              <a:defRPr/>
            </a:lvl3pPr>
            <a:lvl4pPr marL="1371600" indent="0">
              <a:buNone/>
              <a:defRPr/>
            </a:lvl4pPr>
            <a:lvl5pPr marL="1828800" indent="0">
              <a:buNone/>
              <a:defRPr/>
            </a:lvl5pPr>
          </a:lstStyle>
          <a:p>
            <a:pPr lvl="0"/>
            <a:r>
              <a:rPr lang="en-GB"/>
              <a:t>Insert presentation title </a:t>
            </a:r>
            <a:br>
              <a:rPr lang="en-GB"/>
            </a:br>
            <a:r>
              <a:rPr lang="en-GB"/>
              <a:t>here over multiple lines</a:t>
            </a:r>
            <a:endParaRPr lang="en-US"/>
          </a:p>
        </p:txBody>
      </p:sp>
      <p:sp>
        <p:nvSpPr>
          <p:cNvPr id="7" name="Text Placeholder 15">
            <a:extLst>
              <a:ext uri="{FF2B5EF4-FFF2-40B4-BE49-F238E27FC236}">
                <a16:creationId xmlns:a16="http://schemas.microsoft.com/office/drawing/2014/main" id="{DB623E06-1E12-0949-0922-D730C21489E7}"/>
              </a:ext>
            </a:extLst>
          </p:cNvPr>
          <p:cNvSpPr>
            <a:spLocks noGrp="1"/>
          </p:cNvSpPr>
          <p:nvPr>
            <p:ph type="body" sz="quarter" idx="14" hasCustomPrompt="1"/>
          </p:nvPr>
        </p:nvSpPr>
        <p:spPr>
          <a:xfrm>
            <a:off x="937416" y="5103300"/>
            <a:ext cx="7337587" cy="792749"/>
          </a:xfrm>
        </p:spPr>
        <p:txBody>
          <a:bodyPr>
            <a:noAutofit/>
          </a:bodyPr>
          <a:lstStyle>
            <a:lvl1pPr marL="0" indent="0">
              <a:buNone/>
              <a:defRPr sz="1600" b="1" spc="0"/>
            </a:lvl1pPr>
            <a:lvl2pPr marL="457200" indent="0">
              <a:buNone/>
              <a:defRPr/>
            </a:lvl2pPr>
            <a:lvl3pPr marL="914400" indent="0">
              <a:buNone/>
              <a:defRPr/>
            </a:lvl3pPr>
            <a:lvl4pPr marL="1371600" indent="0">
              <a:buNone/>
              <a:defRPr/>
            </a:lvl4pPr>
            <a:lvl5pPr marL="1828800" indent="0">
              <a:buNone/>
              <a:defRPr/>
            </a:lvl5pPr>
          </a:lstStyle>
          <a:p>
            <a:pPr lvl="0"/>
            <a:r>
              <a:rPr lang="en-GB"/>
              <a:t>Insert date/version/Event</a:t>
            </a:r>
            <a:endParaRPr lang="en-US"/>
          </a:p>
        </p:txBody>
      </p:sp>
      <p:sp>
        <p:nvSpPr>
          <p:cNvPr id="8" name="Text Placeholder 15">
            <a:extLst>
              <a:ext uri="{FF2B5EF4-FFF2-40B4-BE49-F238E27FC236}">
                <a16:creationId xmlns:a16="http://schemas.microsoft.com/office/drawing/2014/main" id="{24C8FC67-C474-21E4-AE6E-3DE090917C1C}"/>
              </a:ext>
            </a:extLst>
          </p:cNvPr>
          <p:cNvSpPr>
            <a:spLocks noGrp="1"/>
          </p:cNvSpPr>
          <p:nvPr>
            <p:ph type="body" sz="quarter" idx="15" hasCustomPrompt="1"/>
          </p:nvPr>
        </p:nvSpPr>
        <p:spPr>
          <a:xfrm>
            <a:off x="937416" y="4286219"/>
            <a:ext cx="7337587" cy="792749"/>
          </a:xfrm>
        </p:spPr>
        <p:txBody>
          <a:bodyPr>
            <a:noAutofit/>
          </a:bodyPr>
          <a:lstStyle>
            <a:lvl1pPr marL="0" indent="0">
              <a:buNone/>
              <a:defRPr sz="1800" b="0" spc="0"/>
            </a:lvl1pPr>
            <a:lvl2pPr marL="457200" indent="0">
              <a:buNone/>
              <a:defRPr/>
            </a:lvl2pPr>
            <a:lvl3pPr marL="914400" indent="0">
              <a:buNone/>
              <a:defRPr/>
            </a:lvl3pPr>
            <a:lvl4pPr marL="1371600" indent="0">
              <a:buNone/>
              <a:defRPr/>
            </a:lvl4pPr>
            <a:lvl5pPr marL="1828800" indent="0">
              <a:buNone/>
              <a:defRPr/>
            </a:lvl5pPr>
          </a:lstStyle>
          <a:p>
            <a:pPr lvl="0"/>
            <a:r>
              <a:rPr lang="en-GB"/>
              <a:t>Insert speaker name – Speaker title</a:t>
            </a:r>
            <a:endParaRPr lang="en-US"/>
          </a:p>
        </p:txBody>
      </p:sp>
      <p:pic>
        <p:nvPicPr>
          <p:cNvPr id="9" name="Picture 8" descr="A close up of a logo&#10;&#10;Description automatically generated">
            <a:extLst>
              <a:ext uri="{FF2B5EF4-FFF2-40B4-BE49-F238E27FC236}">
                <a16:creationId xmlns:a16="http://schemas.microsoft.com/office/drawing/2014/main" id="{353E3B17-B61C-FBD6-261C-01FE3340823E}"/>
              </a:ext>
            </a:extLst>
          </p:cNvPr>
          <p:cNvPicPr>
            <a:picLocks noChangeAspect="1"/>
          </p:cNvPicPr>
          <p:nvPr userDrawn="1"/>
        </p:nvPicPr>
        <p:blipFill>
          <a:blip r:embed="rId5"/>
          <a:stretch>
            <a:fillRect/>
          </a:stretch>
        </p:blipFill>
        <p:spPr>
          <a:xfrm>
            <a:off x="1030908" y="1714636"/>
            <a:ext cx="2648162" cy="511912"/>
          </a:xfrm>
          <a:prstGeom prst="rect">
            <a:avLst/>
          </a:prstGeom>
        </p:spPr>
      </p:pic>
    </p:spTree>
    <p:extLst>
      <p:ext uri="{BB962C8B-B14F-4D97-AF65-F5344CB8AC3E}">
        <p14:creationId xmlns:p14="http://schemas.microsoft.com/office/powerpoint/2010/main" val="3119997523"/>
      </p:ext>
    </p:extLst>
  </p:cSld>
  <p:clrMapOvr>
    <a:overrideClrMapping bg1="lt1" tx1="dk1" bg2="lt2" tx2="dk2" accent1="accent1" accent2="accent2" accent3="accent3" accent4="accent4" accent5="accent5" accent6="accent6" hlink="hlink" folHlink="folHlink"/>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1_PS_Cover_2">
    <p:bg>
      <p:bgRef idx="1001">
        <a:schemeClr val="bg1"/>
      </p:bgRef>
    </p:bg>
    <p:spTree>
      <p:nvGrpSpPr>
        <p:cNvPr id="1" name=""/>
        <p:cNvGrpSpPr/>
        <p:nvPr/>
      </p:nvGrpSpPr>
      <p:grpSpPr>
        <a:xfrm>
          <a:off x="0" y="0"/>
          <a:ext cx="0" cy="0"/>
          <a:chOff x="0" y="0"/>
          <a:chExt cx="0" cy="0"/>
        </a:xfrm>
      </p:grpSpPr>
      <p:pic>
        <p:nvPicPr>
          <p:cNvPr id="13" name="Picture 12" descr="Logo, company name&#10;&#10;Description automatically generated">
            <a:extLst>
              <a:ext uri="{FF2B5EF4-FFF2-40B4-BE49-F238E27FC236}">
                <a16:creationId xmlns:a16="http://schemas.microsoft.com/office/drawing/2014/main" id="{EE1C19F7-0DE5-B5F6-6204-FC80783D8844}"/>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24052" y="283907"/>
            <a:ext cx="1486870" cy="344954"/>
          </a:xfrm>
          <a:prstGeom prst="rect">
            <a:avLst/>
          </a:prstGeom>
        </p:spPr>
      </p:pic>
      <p:sp>
        <p:nvSpPr>
          <p:cNvPr id="4" name="Date Placeholder 3">
            <a:extLst>
              <a:ext uri="{FF2B5EF4-FFF2-40B4-BE49-F238E27FC236}">
                <a16:creationId xmlns:a16="http://schemas.microsoft.com/office/drawing/2014/main" id="{1151C398-3900-E439-1814-C7D18712CC5C}"/>
              </a:ext>
            </a:extLst>
          </p:cNvPr>
          <p:cNvSpPr>
            <a:spLocks noGrp="1"/>
          </p:cNvSpPr>
          <p:nvPr>
            <p:ph type="dt" sz="half" idx="10"/>
          </p:nvPr>
        </p:nvSpPr>
        <p:spPr/>
        <p:txBody>
          <a:bodyPr/>
          <a:lstStyle>
            <a:lvl1pPr>
              <a:defRPr>
                <a:solidFill>
                  <a:schemeClr val="tx1"/>
                </a:solidFill>
              </a:defRPr>
            </a:lvl1pPr>
          </a:lstStyle>
          <a:p>
            <a:fld id="{D38656C5-2DDE-454B-A78F-D9D73785D935}" type="datetimeFigureOut">
              <a:rPr lang="en-US" smtClean="0"/>
              <a:pPr/>
              <a:t>10/23/24</a:t>
            </a:fld>
            <a:endParaRPr lang="en-US"/>
          </a:p>
        </p:txBody>
      </p:sp>
      <p:sp>
        <p:nvSpPr>
          <p:cNvPr id="5" name="Footer Placeholder 4">
            <a:extLst>
              <a:ext uri="{FF2B5EF4-FFF2-40B4-BE49-F238E27FC236}">
                <a16:creationId xmlns:a16="http://schemas.microsoft.com/office/drawing/2014/main" id="{DB817F23-C11A-7D83-1CC5-E2F14D7F526B}"/>
              </a:ext>
            </a:extLst>
          </p:cNvPr>
          <p:cNvSpPr>
            <a:spLocks noGrp="1"/>
          </p:cNvSpPr>
          <p:nvPr>
            <p:ph type="ftr" sz="quarter" idx="11"/>
          </p:nvPr>
        </p:nvSpPr>
        <p:spPr/>
        <p:txBody>
          <a:bodyPr/>
          <a:lstStyle>
            <a:lvl1pPr>
              <a:defRPr>
                <a:solidFill>
                  <a:schemeClr val="tx1"/>
                </a:solidFill>
              </a:defRPr>
            </a:lvl1pPr>
          </a:lstStyle>
          <a:p>
            <a:endParaRPr lang="en-US"/>
          </a:p>
        </p:txBody>
      </p:sp>
      <p:sp>
        <p:nvSpPr>
          <p:cNvPr id="6" name="Slide Number Placeholder 5">
            <a:extLst>
              <a:ext uri="{FF2B5EF4-FFF2-40B4-BE49-F238E27FC236}">
                <a16:creationId xmlns:a16="http://schemas.microsoft.com/office/drawing/2014/main" id="{FAF8351B-7EE0-1B3C-597F-FBFCCFFA44DD}"/>
              </a:ext>
            </a:extLst>
          </p:cNvPr>
          <p:cNvSpPr>
            <a:spLocks noGrp="1"/>
          </p:cNvSpPr>
          <p:nvPr>
            <p:ph type="sldNum" sz="quarter" idx="12"/>
          </p:nvPr>
        </p:nvSpPr>
        <p:spPr/>
        <p:txBody>
          <a:bodyPr/>
          <a:lstStyle>
            <a:lvl1pPr>
              <a:defRPr>
                <a:solidFill>
                  <a:schemeClr val="tx1"/>
                </a:solidFill>
              </a:defRPr>
            </a:lvl1pPr>
          </a:lstStyle>
          <a:p>
            <a:fld id="{2BDFC5E2-9F0C-D24D-80A4-CB3D6FA65022}" type="slidenum">
              <a:rPr lang="en-US" smtClean="0"/>
              <a:pPr/>
              <a:t>‹#›</a:t>
            </a:fld>
            <a:endParaRPr lang="en-US"/>
          </a:p>
        </p:txBody>
      </p:sp>
      <p:pic>
        <p:nvPicPr>
          <p:cNvPr id="3" name="Picture 2" descr="A hand with a cross and a heart&#10;&#10;Description automatically generated">
            <a:extLst>
              <a:ext uri="{FF2B5EF4-FFF2-40B4-BE49-F238E27FC236}">
                <a16:creationId xmlns:a16="http://schemas.microsoft.com/office/drawing/2014/main" id="{5609C876-4C51-76E3-0094-6C794C0B1C67}"/>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8512931" y="1"/>
            <a:ext cx="3679069" cy="3865944"/>
          </a:xfrm>
          <a:prstGeom prst="rect">
            <a:avLst/>
          </a:prstGeom>
        </p:spPr>
      </p:pic>
      <p:sp>
        <p:nvSpPr>
          <p:cNvPr id="2" name="Text Placeholder 15">
            <a:extLst>
              <a:ext uri="{FF2B5EF4-FFF2-40B4-BE49-F238E27FC236}">
                <a16:creationId xmlns:a16="http://schemas.microsoft.com/office/drawing/2014/main" id="{591D8F78-9015-415C-9041-999675CF8658}"/>
              </a:ext>
            </a:extLst>
          </p:cNvPr>
          <p:cNvSpPr>
            <a:spLocks noGrp="1"/>
          </p:cNvSpPr>
          <p:nvPr>
            <p:ph type="body" sz="quarter" idx="13" hasCustomPrompt="1"/>
          </p:nvPr>
        </p:nvSpPr>
        <p:spPr>
          <a:xfrm>
            <a:off x="1030908" y="2339999"/>
            <a:ext cx="7337587" cy="1633597"/>
          </a:xfrm>
        </p:spPr>
        <p:txBody>
          <a:bodyPr>
            <a:noAutofit/>
          </a:bodyPr>
          <a:lstStyle>
            <a:lvl1pPr marL="0" indent="0">
              <a:buNone/>
              <a:defRPr sz="4000" b="1" spc="-150"/>
            </a:lvl1pPr>
            <a:lvl2pPr marL="457200" indent="0">
              <a:buNone/>
              <a:defRPr/>
            </a:lvl2pPr>
            <a:lvl3pPr marL="914400" indent="0">
              <a:buNone/>
              <a:defRPr/>
            </a:lvl3pPr>
            <a:lvl4pPr marL="1371600" indent="0">
              <a:buNone/>
              <a:defRPr/>
            </a:lvl4pPr>
            <a:lvl5pPr marL="1828800" indent="0">
              <a:buNone/>
              <a:defRPr/>
            </a:lvl5pPr>
          </a:lstStyle>
          <a:p>
            <a:pPr lvl="0"/>
            <a:r>
              <a:rPr lang="en-GB"/>
              <a:t>Insert presentation title </a:t>
            </a:r>
            <a:br>
              <a:rPr lang="en-GB"/>
            </a:br>
            <a:r>
              <a:rPr lang="en-GB"/>
              <a:t>here over multiple lines</a:t>
            </a:r>
            <a:endParaRPr lang="en-US"/>
          </a:p>
        </p:txBody>
      </p:sp>
      <p:sp>
        <p:nvSpPr>
          <p:cNvPr id="7" name="Text Placeholder 15">
            <a:extLst>
              <a:ext uri="{FF2B5EF4-FFF2-40B4-BE49-F238E27FC236}">
                <a16:creationId xmlns:a16="http://schemas.microsoft.com/office/drawing/2014/main" id="{5C334D28-2025-E0AF-E5DE-CB6A6A42EDB5}"/>
              </a:ext>
            </a:extLst>
          </p:cNvPr>
          <p:cNvSpPr>
            <a:spLocks noGrp="1"/>
          </p:cNvSpPr>
          <p:nvPr>
            <p:ph type="body" sz="quarter" idx="14" hasCustomPrompt="1"/>
          </p:nvPr>
        </p:nvSpPr>
        <p:spPr>
          <a:xfrm>
            <a:off x="937416" y="5103300"/>
            <a:ext cx="7337587" cy="792749"/>
          </a:xfrm>
        </p:spPr>
        <p:txBody>
          <a:bodyPr>
            <a:noAutofit/>
          </a:bodyPr>
          <a:lstStyle>
            <a:lvl1pPr marL="0" indent="0">
              <a:buNone/>
              <a:defRPr sz="1600" b="1" spc="0"/>
            </a:lvl1pPr>
            <a:lvl2pPr marL="457200" indent="0">
              <a:buNone/>
              <a:defRPr/>
            </a:lvl2pPr>
            <a:lvl3pPr marL="914400" indent="0">
              <a:buNone/>
              <a:defRPr/>
            </a:lvl3pPr>
            <a:lvl4pPr marL="1371600" indent="0">
              <a:buNone/>
              <a:defRPr/>
            </a:lvl4pPr>
            <a:lvl5pPr marL="1828800" indent="0">
              <a:buNone/>
              <a:defRPr/>
            </a:lvl5pPr>
          </a:lstStyle>
          <a:p>
            <a:pPr lvl="0"/>
            <a:r>
              <a:rPr lang="en-GB"/>
              <a:t>Insert date/version/Event</a:t>
            </a:r>
            <a:endParaRPr lang="en-US"/>
          </a:p>
        </p:txBody>
      </p:sp>
      <p:sp>
        <p:nvSpPr>
          <p:cNvPr id="8" name="Text Placeholder 15">
            <a:extLst>
              <a:ext uri="{FF2B5EF4-FFF2-40B4-BE49-F238E27FC236}">
                <a16:creationId xmlns:a16="http://schemas.microsoft.com/office/drawing/2014/main" id="{8B01BCB0-469A-9D28-0231-9A6EE45176B9}"/>
              </a:ext>
            </a:extLst>
          </p:cNvPr>
          <p:cNvSpPr>
            <a:spLocks noGrp="1"/>
          </p:cNvSpPr>
          <p:nvPr>
            <p:ph type="body" sz="quarter" idx="15" hasCustomPrompt="1"/>
          </p:nvPr>
        </p:nvSpPr>
        <p:spPr>
          <a:xfrm>
            <a:off x="937416" y="4286219"/>
            <a:ext cx="7337587" cy="792749"/>
          </a:xfrm>
        </p:spPr>
        <p:txBody>
          <a:bodyPr>
            <a:noAutofit/>
          </a:bodyPr>
          <a:lstStyle>
            <a:lvl1pPr marL="0" indent="0">
              <a:buNone/>
              <a:defRPr sz="1800" b="0" spc="0"/>
            </a:lvl1pPr>
            <a:lvl2pPr marL="457200" indent="0">
              <a:buNone/>
              <a:defRPr/>
            </a:lvl2pPr>
            <a:lvl3pPr marL="914400" indent="0">
              <a:buNone/>
              <a:defRPr/>
            </a:lvl3pPr>
            <a:lvl4pPr marL="1371600" indent="0">
              <a:buNone/>
              <a:defRPr/>
            </a:lvl4pPr>
            <a:lvl5pPr marL="1828800" indent="0">
              <a:buNone/>
              <a:defRPr/>
            </a:lvl5pPr>
          </a:lstStyle>
          <a:p>
            <a:pPr lvl="0"/>
            <a:r>
              <a:rPr lang="en-GB"/>
              <a:t>Insert speaker name – Speaker title</a:t>
            </a:r>
            <a:endParaRPr lang="en-US"/>
          </a:p>
        </p:txBody>
      </p:sp>
      <p:pic>
        <p:nvPicPr>
          <p:cNvPr id="9" name="Picture 8" descr="A close up of a logo&#10;&#10;Description automatically generated">
            <a:extLst>
              <a:ext uri="{FF2B5EF4-FFF2-40B4-BE49-F238E27FC236}">
                <a16:creationId xmlns:a16="http://schemas.microsoft.com/office/drawing/2014/main" id="{4C88411F-77D0-2AFB-13DE-5CAF15FFB81C}"/>
              </a:ext>
            </a:extLst>
          </p:cNvPr>
          <p:cNvPicPr>
            <a:picLocks noChangeAspect="1"/>
          </p:cNvPicPr>
          <p:nvPr userDrawn="1"/>
        </p:nvPicPr>
        <p:blipFill>
          <a:blip r:embed="rId4"/>
          <a:stretch>
            <a:fillRect/>
          </a:stretch>
        </p:blipFill>
        <p:spPr>
          <a:xfrm>
            <a:off x="1030908" y="1714636"/>
            <a:ext cx="2648162" cy="511912"/>
          </a:xfrm>
          <a:prstGeom prst="rect">
            <a:avLst/>
          </a:prstGeom>
        </p:spPr>
      </p:pic>
    </p:spTree>
    <p:extLst>
      <p:ext uri="{BB962C8B-B14F-4D97-AF65-F5344CB8AC3E}">
        <p14:creationId xmlns:p14="http://schemas.microsoft.com/office/powerpoint/2010/main" val="3635432612"/>
      </p:ext>
    </p:extLst>
  </p:cSld>
  <p:clrMapOvr>
    <a:overrideClrMapping bg1="lt1" tx1="dk1" bg2="lt2" tx2="dk2" accent1="accent1" accent2="accent2" accent3="accent3" accent4="accent4" accent5="accent5" accent6="accent6" hlink="hlink" folHlink="folHlink"/>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LGCover_1">
    <p:bg>
      <p:bgRef idx="1001">
        <a:schemeClr val="bg1"/>
      </p:bgRef>
    </p:bg>
    <p:spTree>
      <p:nvGrpSpPr>
        <p:cNvPr id="1" name=""/>
        <p:cNvGrpSpPr/>
        <p:nvPr/>
      </p:nvGrpSpPr>
      <p:grpSpPr>
        <a:xfrm>
          <a:off x="0" y="0"/>
          <a:ext cx="0" cy="0"/>
          <a:chOff x="0" y="0"/>
          <a:chExt cx="0" cy="0"/>
        </a:xfrm>
      </p:grpSpPr>
      <p:pic>
        <p:nvPicPr>
          <p:cNvPr id="7" name="Picture 6" descr="A blurry image of a red white and blue circle&#10;&#10;Description automatically generated">
            <a:extLst>
              <a:ext uri="{FF2B5EF4-FFF2-40B4-BE49-F238E27FC236}">
                <a16:creationId xmlns:a16="http://schemas.microsoft.com/office/drawing/2014/main" id="{4027BB36-9ADA-195C-B5DC-AA619101E6EA}"/>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23016" y="0"/>
            <a:ext cx="12192001" cy="6858000"/>
          </a:xfrm>
          <a:prstGeom prst="rect">
            <a:avLst/>
          </a:prstGeom>
        </p:spPr>
      </p:pic>
      <p:pic>
        <p:nvPicPr>
          <p:cNvPr id="13" name="Picture 12" descr="Logo, company name&#10;&#10;Description automatically generated">
            <a:extLst>
              <a:ext uri="{FF2B5EF4-FFF2-40B4-BE49-F238E27FC236}">
                <a16:creationId xmlns:a16="http://schemas.microsoft.com/office/drawing/2014/main" id="{EE1C19F7-0DE5-B5F6-6204-FC80783D8844}"/>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324052" y="283907"/>
            <a:ext cx="1486870" cy="344954"/>
          </a:xfrm>
          <a:prstGeom prst="rect">
            <a:avLst/>
          </a:prstGeom>
        </p:spPr>
      </p:pic>
      <p:sp>
        <p:nvSpPr>
          <p:cNvPr id="4" name="Date Placeholder 3">
            <a:extLst>
              <a:ext uri="{FF2B5EF4-FFF2-40B4-BE49-F238E27FC236}">
                <a16:creationId xmlns:a16="http://schemas.microsoft.com/office/drawing/2014/main" id="{1151C398-3900-E439-1814-C7D18712CC5C}"/>
              </a:ext>
            </a:extLst>
          </p:cNvPr>
          <p:cNvSpPr>
            <a:spLocks noGrp="1"/>
          </p:cNvSpPr>
          <p:nvPr>
            <p:ph type="dt" sz="half" idx="10"/>
          </p:nvPr>
        </p:nvSpPr>
        <p:spPr/>
        <p:txBody>
          <a:bodyPr/>
          <a:lstStyle>
            <a:lvl1pPr>
              <a:defRPr>
                <a:solidFill>
                  <a:schemeClr val="tx1"/>
                </a:solidFill>
              </a:defRPr>
            </a:lvl1pPr>
          </a:lstStyle>
          <a:p>
            <a:fld id="{D38656C5-2DDE-454B-A78F-D9D73785D935}" type="datetimeFigureOut">
              <a:rPr lang="en-US" smtClean="0"/>
              <a:pPr/>
              <a:t>10/23/24</a:t>
            </a:fld>
            <a:endParaRPr lang="en-US"/>
          </a:p>
        </p:txBody>
      </p:sp>
      <p:sp>
        <p:nvSpPr>
          <p:cNvPr id="5" name="Footer Placeholder 4">
            <a:extLst>
              <a:ext uri="{FF2B5EF4-FFF2-40B4-BE49-F238E27FC236}">
                <a16:creationId xmlns:a16="http://schemas.microsoft.com/office/drawing/2014/main" id="{DB817F23-C11A-7D83-1CC5-E2F14D7F526B}"/>
              </a:ext>
            </a:extLst>
          </p:cNvPr>
          <p:cNvSpPr>
            <a:spLocks noGrp="1"/>
          </p:cNvSpPr>
          <p:nvPr>
            <p:ph type="ftr" sz="quarter" idx="11"/>
          </p:nvPr>
        </p:nvSpPr>
        <p:spPr/>
        <p:txBody>
          <a:bodyPr/>
          <a:lstStyle>
            <a:lvl1pPr>
              <a:defRPr>
                <a:solidFill>
                  <a:schemeClr val="tx1"/>
                </a:solidFill>
              </a:defRPr>
            </a:lvl1pPr>
          </a:lstStyle>
          <a:p>
            <a:endParaRPr lang="en-US"/>
          </a:p>
        </p:txBody>
      </p:sp>
      <p:sp>
        <p:nvSpPr>
          <p:cNvPr id="6" name="Slide Number Placeholder 5">
            <a:extLst>
              <a:ext uri="{FF2B5EF4-FFF2-40B4-BE49-F238E27FC236}">
                <a16:creationId xmlns:a16="http://schemas.microsoft.com/office/drawing/2014/main" id="{FAF8351B-7EE0-1B3C-597F-FBFCCFFA44DD}"/>
              </a:ext>
            </a:extLst>
          </p:cNvPr>
          <p:cNvSpPr>
            <a:spLocks noGrp="1"/>
          </p:cNvSpPr>
          <p:nvPr>
            <p:ph type="sldNum" sz="quarter" idx="12"/>
          </p:nvPr>
        </p:nvSpPr>
        <p:spPr/>
        <p:txBody>
          <a:bodyPr/>
          <a:lstStyle>
            <a:lvl1pPr>
              <a:defRPr>
                <a:solidFill>
                  <a:schemeClr val="tx1"/>
                </a:solidFill>
              </a:defRPr>
            </a:lvl1pPr>
          </a:lstStyle>
          <a:p>
            <a:fld id="{2BDFC5E2-9F0C-D24D-80A4-CB3D6FA65022}" type="slidenum">
              <a:rPr lang="en-US" smtClean="0"/>
              <a:pPr/>
              <a:t>‹#›</a:t>
            </a:fld>
            <a:endParaRPr lang="en-US"/>
          </a:p>
        </p:txBody>
      </p:sp>
      <p:pic>
        <p:nvPicPr>
          <p:cNvPr id="25" name="Picture 24" descr="A purple square with white text&#10;&#10;Description automatically generated">
            <a:extLst>
              <a:ext uri="{FF2B5EF4-FFF2-40B4-BE49-F238E27FC236}">
                <a16:creationId xmlns:a16="http://schemas.microsoft.com/office/drawing/2014/main" id="{B36DDBEC-7DC6-FBAD-77D5-457569E631C5}"/>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1030013" y="1719576"/>
            <a:ext cx="3090574" cy="506971"/>
          </a:xfrm>
          <a:prstGeom prst="rect">
            <a:avLst/>
          </a:prstGeom>
        </p:spPr>
      </p:pic>
      <p:pic>
        <p:nvPicPr>
          <p:cNvPr id="3" name="Picture 2" descr="A hand drawn with neon lights&#10;&#10;Description automatically generated with medium confidence">
            <a:extLst>
              <a:ext uri="{FF2B5EF4-FFF2-40B4-BE49-F238E27FC236}">
                <a16:creationId xmlns:a16="http://schemas.microsoft.com/office/drawing/2014/main" id="{7A2AEF5C-8EB4-6C59-9F51-442856EFF695}"/>
              </a:ext>
            </a:extLst>
          </p:cNvPr>
          <p:cNvPicPr>
            <a:picLocks noChangeAspect="1"/>
          </p:cNvPicPr>
          <p:nvPr userDrawn="1"/>
        </p:nvPicPr>
        <p:blipFill rotWithShape="1">
          <a:blip r:embed="rId5" cstate="screen">
            <a:extLst>
              <a:ext uri="{28A0092B-C50C-407E-A947-70E740481C1C}">
                <a14:useLocalDpi xmlns:a14="http://schemas.microsoft.com/office/drawing/2010/main"/>
              </a:ext>
            </a:extLst>
          </a:blip>
          <a:srcRect/>
          <a:stretch/>
        </p:blipFill>
        <p:spPr>
          <a:xfrm>
            <a:off x="6096000" y="0"/>
            <a:ext cx="6096000" cy="3477168"/>
          </a:xfrm>
          <a:prstGeom prst="rect">
            <a:avLst/>
          </a:prstGeom>
        </p:spPr>
      </p:pic>
      <p:sp>
        <p:nvSpPr>
          <p:cNvPr id="2" name="Text Placeholder 15">
            <a:extLst>
              <a:ext uri="{FF2B5EF4-FFF2-40B4-BE49-F238E27FC236}">
                <a16:creationId xmlns:a16="http://schemas.microsoft.com/office/drawing/2014/main" id="{366EBBFD-7812-E866-3474-41CB3C1D5B79}"/>
              </a:ext>
            </a:extLst>
          </p:cNvPr>
          <p:cNvSpPr>
            <a:spLocks noGrp="1"/>
          </p:cNvSpPr>
          <p:nvPr>
            <p:ph type="body" sz="quarter" idx="13" hasCustomPrompt="1"/>
          </p:nvPr>
        </p:nvSpPr>
        <p:spPr>
          <a:xfrm>
            <a:off x="1030908" y="2339999"/>
            <a:ext cx="7337587" cy="1633597"/>
          </a:xfrm>
        </p:spPr>
        <p:txBody>
          <a:bodyPr>
            <a:noAutofit/>
          </a:bodyPr>
          <a:lstStyle>
            <a:lvl1pPr marL="0" indent="0">
              <a:buNone/>
              <a:defRPr sz="4000" b="1" spc="-150"/>
            </a:lvl1pPr>
            <a:lvl2pPr marL="457200" indent="0">
              <a:buNone/>
              <a:defRPr/>
            </a:lvl2pPr>
            <a:lvl3pPr marL="914400" indent="0">
              <a:buNone/>
              <a:defRPr/>
            </a:lvl3pPr>
            <a:lvl4pPr marL="1371600" indent="0">
              <a:buNone/>
              <a:defRPr/>
            </a:lvl4pPr>
            <a:lvl5pPr marL="1828800" indent="0">
              <a:buNone/>
              <a:defRPr/>
            </a:lvl5pPr>
          </a:lstStyle>
          <a:p>
            <a:pPr lvl="0"/>
            <a:r>
              <a:rPr lang="en-GB"/>
              <a:t>Insert presentation title </a:t>
            </a:r>
            <a:br>
              <a:rPr lang="en-GB"/>
            </a:br>
            <a:r>
              <a:rPr lang="en-GB"/>
              <a:t>here over multiple lines</a:t>
            </a:r>
            <a:endParaRPr lang="en-US"/>
          </a:p>
        </p:txBody>
      </p:sp>
      <p:sp>
        <p:nvSpPr>
          <p:cNvPr id="8" name="Text Placeholder 15">
            <a:extLst>
              <a:ext uri="{FF2B5EF4-FFF2-40B4-BE49-F238E27FC236}">
                <a16:creationId xmlns:a16="http://schemas.microsoft.com/office/drawing/2014/main" id="{17BA9B4F-0BC3-340A-4EF8-3E6649246C29}"/>
              </a:ext>
            </a:extLst>
          </p:cNvPr>
          <p:cNvSpPr>
            <a:spLocks noGrp="1"/>
          </p:cNvSpPr>
          <p:nvPr>
            <p:ph type="body" sz="quarter" idx="14" hasCustomPrompt="1"/>
          </p:nvPr>
        </p:nvSpPr>
        <p:spPr>
          <a:xfrm>
            <a:off x="937416" y="5103300"/>
            <a:ext cx="7337587" cy="792749"/>
          </a:xfrm>
        </p:spPr>
        <p:txBody>
          <a:bodyPr>
            <a:noAutofit/>
          </a:bodyPr>
          <a:lstStyle>
            <a:lvl1pPr marL="0" indent="0">
              <a:buNone/>
              <a:defRPr sz="1600" b="1" spc="0"/>
            </a:lvl1pPr>
            <a:lvl2pPr marL="457200" indent="0">
              <a:buNone/>
              <a:defRPr/>
            </a:lvl2pPr>
            <a:lvl3pPr marL="914400" indent="0">
              <a:buNone/>
              <a:defRPr/>
            </a:lvl3pPr>
            <a:lvl4pPr marL="1371600" indent="0">
              <a:buNone/>
              <a:defRPr/>
            </a:lvl4pPr>
            <a:lvl5pPr marL="1828800" indent="0">
              <a:buNone/>
              <a:defRPr/>
            </a:lvl5pPr>
          </a:lstStyle>
          <a:p>
            <a:pPr lvl="0"/>
            <a:r>
              <a:rPr lang="en-GB"/>
              <a:t>Insert date/version/Event</a:t>
            </a:r>
            <a:endParaRPr lang="en-US"/>
          </a:p>
        </p:txBody>
      </p:sp>
      <p:sp>
        <p:nvSpPr>
          <p:cNvPr id="9" name="Text Placeholder 15">
            <a:extLst>
              <a:ext uri="{FF2B5EF4-FFF2-40B4-BE49-F238E27FC236}">
                <a16:creationId xmlns:a16="http://schemas.microsoft.com/office/drawing/2014/main" id="{B2C3E8C0-9FA1-F168-80BD-7CE3EEC4830C}"/>
              </a:ext>
            </a:extLst>
          </p:cNvPr>
          <p:cNvSpPr>
            <a:spLocks noGrp="1"/>
          </p:cNvSpPr>
          <p:nvPr>
            <p:ph type="body" sz="quarter" idx="15" hasCustomPrompt="1"/>
          </p:nvPr>
        </p:nvSpPr>
        <p:spPr>
          <a:xfrm>
            <a:off x="937416" y="4286219"/>
            <a:ext cx="7337587" cy="792749"/>
          </a:xfrm>
        </p:spPr>
        <p:txBody>
          <a:bodyPr>
            <a:noAutofit/>
          </a:bodyPr>
          <a:lstStyle>
            <a:lvl1pPr marL="0" indent="0">
              <a:buNone/>
              <a:defRPr sz="1800" b="0" spc="0"/>
            </a:lvl1pPr>
            <a:lvl2pPr marL="457200" indent="0">
              <a:buNone/>
              <a:defRPr/>
            </a:lvl2pPr>
            <a:lvl3pPr marL="914400" indent="0">
              <a:buNone/>
              <a:defRPr/>
            </a:lvl3pPr>
            <a:lvl4pPr marL="1371600" indent="0">
              <a:buNone/>
              <a:defRPr/>
            </a:lvl4pPr>
            <a:lvl5pPr marL="1828800" indent="0">
              <a:buNone/>
              <a:defRPr/>
            </a:lvl5pPr>
          </a:lstStyle>
          <a:p>
            <a:pPr lvl="0"/>
            <a:r>
              <a:rPr lang="en-GB"/>
              <a:t>Insert speaker name – Speaker title</a:t>
            </a:r>
            <a:endParaRPr lang="en-US"/>
          </a:p>
        </p:txBody>
      </p:sp>
    </p:spTree>
    <p:extLst>
      <p:ext uri="{BB962C8B-B14F-4D97-AF65-F5344CB8AC3E}">
        <p14:creationId xmlns:p14="http://schemas.microsoft.com/office/powerpoint/2010/main" val="459761994"/>
      </p:ext>
    </p:extLst>
  </p:cSld>
  <p:clrMapOvr>
    <a:overrideClrMapping bg1="lt1" tx1="dk1" bg2="lt2" tx2="dk2" accent1="accent1" accent2="accent2" accent3="accent3" accent4="accent4" accent5="accent5" accent6="accent6" hlink="hlink" folHlink="folHlink"/>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LGCover_2">
    <p:bg>
      <p:bgRef idx="1001">
        <a:schemeClr val="bg1"/>
      </p:bgRef>
    </p:bg>
    <p:spTree>
      <p:nvGrpSpPr>
        <p:cNvPr id="1" name=""/>
        <p:cNvGrpSpPr/>
        <p:nvPr/>
      </p:nvGrpSpPr>
      <p:grpSpPr>
        <a:xfrm>
          <a:off x="0" y="0"/>
          <a:ext cx="0" cy="0"/>
          <a:chOff x="0" y="0"/>
          <a:chExt cx="0" cy="0"/>
        </a:xfrm>
      </p:grpSpPr>
      <p:pic>
        <p:nvPicPr>
          <p:cNvPr id="8" name="Picture 7" descr="A purple square with white text&#10;&#10;Description automatically generated">
            <a:extLst>
              <a:ext uri="{FF2B5EF4-FFF2-40B4-BE49-F238E27FC236}">
                <a16:creationId xmlns:a16="http://schemas.microsoft.com/office/drawing/2014/main" id="{6800584B-43F0-9F8E-C8D3-22135A2D90E9}"/>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30013" y="1719576"/>
            <a:ext cx="3090574" cy="506971"/>
          </a:xfrm>
          <a:prstGeom prst="rect">
            <a:avLst/>
          </a:prstGeom>
        </p:spPr>
      </p:pic>
      <p:pic>
        <p:nvPicPr>
          <p:cNvPr id="13" name="Picture 12" descr="Logo, company name&#10;&#10;Description automatically generated">
            <a:extLst>
              <a:ext uri="{FF2B5EF4-FFF2-40B4-BE49-F238E27FC236}">
                <a16:creationId xmlns:a16="http://schemas.microsoft.com/office/drawing/2014/main" id="{EE1C19F7-0DE5-B5F6-6204-FC80783D8844}"/>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324052" y="283907"/>
            <a:ext cx="1486870" cy="344954"/>
          </a:xfrm>
          <a:prstGeom prst="rect">
            <a:avLst/>
          </a:prstGeom>
        </p:spPr>
      </p:pic>
      <p:sp>
        <p:nvSpPr>
          <p:cNvPr id="4" name="Date Placeholder 3">
            <a:extLst>
              <a:ext uri="{FF2B5EF4-FFF2-40B4-BE49-F238E27FC236}">
                <a16:creationId xmlns:a16="http://schemas.microsoft.com/office/drawing/2014/main" id="{1151C398-3900-E439-1814-C7D18712CC5C}"/>
              </a:ext>
            </a:extLst>
          </p:cNvPr>
          <p:cNvSpPr>
            <a:spLocks noGrp="1"/>
          </p:cNvSpPr>
          <p:nvPr>
            <p:ph type="dt" sz="half" idx="10"/>
          </p:nvPr>
        </p:nvSpPr>
        <p:spPr/>
        <p:txBody>
          <a:bodyPr/>
          <a:lstStyle>
            <a:lvl1pPr>
              <a:defRPr>
                <a:solidFill>
                  <a:schemeClr val="tx1"/>
                </a:solidFill>
              </a:defRPr>
            </a:lvl1pPr>
          </a:lstStyle>
          <a:p>
            <a:fld id="{D38656C5-2DDE-454B-A78F-D9D73785D935}" type="datetimeFigureOut">
              <a:rPr lang="en-US" smtClean="0"/>
              <a:pPr/>
              <a:t>10/23/24</a:t>
            </a:fld>
            <a:endParaRPr lang="en-US"/>
          </a:p>
        </p:txBody>
      </p:sp>
      <p:sp>
        <p:nvSpPr>
          <p:cNvPr id="5" name="Footer Placeholder 4">
            <a:extLst>
              <a:ext uri="{FF2B5EF4-FFF2-40B4-BE49-F238E27FC236}">
                <a16:creationId xmlns:a16="http://schemas.microsoft.com/office/drawing/2014/main" id="{DB817F23-C11A-7D83-1CC5-E2F14D7F526B}"/>
              </a:ext>
            </a:extLst>
          </p:cNvPr>
          <p:cNvSpPr>
            <a:spLocks noGrp="1"/>
          </p:cNvSpPr>
          <p:nvPr>
            <p:ph type="ftr" sz="quarter" idx="11"/>
          </p:nvPr>
        </p:nvSpPr>
        <p:spPr/>
        <p:txBody>
          <a:bodyPr/>
          <a:lstStyle>
            <a:lvl1pPr>
              <a:defRPr>
                <a:solidFill>
                  <a:schemeClr val="tx1"/>
                </a:solidFill>
              </a:defRPr>
            </a:lvl1pPr>
          </a:lstStyle>
          <a:p>
            <a:endParaRPr lang="en-US"/>
          </a:p>
        </p:txBody>
      </p:sp>
      <p:sp>
        <p:nvSpPr>
          <p:cNvPr id="6" name="Slide Number Placeholder 5">
            <a:extLst>
              <a:ext uri="{FF2B5EF4-FFF2-40B4-BE49-F238E27FC236}">
                <a16:creationId xmlns:a16="http://schemas.microsoft.com/office/drawing/2014/main" id="{FAF8351B-7EE0-1B3C-597F-FBFCCFFA44DD}"/>
              </a:ext>
            </a:extLst>
          </p:cNvPr>
          <p:cNvSpPr>
            <a:spLocks noGrp="1"/>
          </p:cNvSpPr>
          <p:nvPr>
            <p:ph type="sldNum" sz="quarter" idx="12"/>
          </p:nvPr>
        </p:nvSpPr>
        <p:spPr/>
        <p:txBody>
          <a:bodyPr/>
          <a:lstStyle>
            <a:lvl1pPr>
              <a:defRPr>
                <a:solidFill>
                  <a:schemeClr val="tx1"/>
                </a:solidFill>
              </a:defRPr>
            </a:lvl1pPr>
          </a:lstStyle>
          <a:p>
            <a:fld id="{2BDFC5E2-9F0C-D24D-80A4-CB3D6FA65022}" type="slidenum">
              <a:rPr lang="en-US" smtClean="0"/>
              <a:pPr/>
              <a:t>‹#›</a:t>
            </a:fld>
            <a:endParaRPr lang="en-US"/>
          </a:p>
        </p:txBody>
      </p:sp>
      <p:sp>
        <p:nvSpPr>
          <p:cNvPr id="16" name="Text Placeholder 15">
            <a:extLst>
              <a:ext uri="{FF2B5EF4-FFF2-40B4-BE49-F238E27FC236}">
                <a16:creationId xmlns:a16="http://schemas.microsoft.com/office/drawing/2014/main" id="{54D781DE-38EF-A459-B86A-E72859EB45DC}"/>
              </a:ext>
            </a:extLst>
          </p:cNvPr>
          <p:cNvSpPr>
            <a:spLocks noGrp="1"/>
          </p:cNvSpPr>
          <p:nvPr>
            <p:ph type="body" sz="quarter" idx="13" hasCustomPrompt="1"/>
          </p:nvPr>
        </p:nvSpPr>
        <p:spPr>
          <a:xfrm>
            <a:off x="1030908" y="2339999"/>
            <a:ext cx="7337587" cy="1633597"/>
          </a:xfrm>
        </p:spPr>
        <p:txBody>
          <a:bodyPr>
            <a:noAutofit/>
          </a:bodyPr>
          <a:lstStyle>
            <a:lvl1pPr marL="0" indent="0">
              <a:buNone/>
              <a:defRPr sz="4000" b="1" spc="-150"/>
            </a:lvl1pPr>
            <a:lvl2pPr marL="457200" indent="0">
              <a:buNone/>
              <a:defRPr/>
            </a:lvl2pPr>
            <a:lvl3pPr marL="914400" indent="0">
              <a:buNone/>
              <a:defRPr/>
            </a:lvl3pPr>
            <a:lvl4pPr marL="1371600" indent="0">
              <a:buNone/>
              <a:defRPr/>
            </a:lvl4pPr>
            <a:lvl5pPr marL="1828800" indent="0">
              <a:buNone/>
              <a:defRPr/>
            </a:lvl5pPr>
          </a:lstStyle>
          <a:p>
            <a:pPr lvl="0"/>
            <a:r>
              <a:rPr lang="en-GB"/>
              <a:t>Insert presentation title </a:t>
            </a:r>
            <a:br>
              <a:rPr lang="en-GB"/>
            </a:br>
            <a:r>
              <a:rPr lang="en-GB"/>
              <a:t>here over multiple lines</a:t>
            </a:r>
            <a:endParaRPr lang="en-US"/>
          </a:p>
        </p:txBody>
      </p:sp>
      <p:sp>
        <p:nvSpPr>
          <p:cNvPr id="17" name="Text Placeholder 15">
            <a:extLst>
              <a:ext uri="{FF2B5EF4-FFF2-40B4-BE49-F238E27FC236}">
                <a16:creationId xmlns:a16="http://schemas.microsoft.com/office/drawing/2014/main" id="{D4573492-6ED4-654F-23CF-B2027C93F139}"/>
              </a:ext>
            </a:extLst>
          </p:cNvPr>
          <p:cNvSpPr>
            <a:spLocks noGrp="1"/>
          </p:cNvSpPr>
          <p:nvPr>
            <p:ph type="body" sz="quarter" idx="14" hasCustomPrompt="1"/>
          </p:nvPr>
        </p:nvSpPr>
        <p:spPr>
          <a:xfrm>
            <a:off x="937416" y="5103300"/>
            <a:ext cx="7337587" cy="792749"/>
          </a:xfrm>
        </p:spPr>
        <p:txBody>
          <a:bodyPr>
            <a:noAutofit/>
          </a:bodyPr>
          <a:lstStyle>
            <a:lvl1pPr marL="0" indent="0">
              <a:buNone/>
              <a:defRPr sz="1600" b="1" spc="0"/>
            </a:lvl1pPr>
            <a:lvl2pPr marL="457200" indent="0">
              <a:buNone/>
              <a:defRPr/>
            </a:lvl2pPr>
            <a:lvl3pPr marL="914400" indent="0">
              <a:buNone/>
              <a:defRPr/>
            </a:lvl3pPr>
            <a:lvl4pPr marL="1371600" indent="0">
              <a:buNone/>
              <a:defRPr/>
            </a:lvl4pPr>
            <a:lvl5pPr marL="1828800" indent="0">
              <a:buNone/>
              <a:defRPr/>
            </a:lvl5pPr>
          </a:lstStyle>
          <a:p>
            <a:pPr lvl="0"/>
            <a:r>
              <a:rPr lang="en-GB"/>
              <a:t>Insert date/version/Event</a:t>
            </a:r>
            <a:endParaRPr lang="en-US"/>
          </a:p>
        </p:txBody>
      </p:sp>
      <p:sp>
        <p:nvSpPr>
          <p:cNvPr id="18" name="Text Placeholder 15">
            <a:extLst>
              <a:ext uri="{FF2B5EF4-FFF2-40B4-BE49-F238E27FC236}">
                <a16:creationId xmlns:a16="http://schemas.microsoft.com/office/drawing/2014/main" id="{97B2FC9F-C8CE-EB4D-A6AB-EC7AB21785A9}"/>
              </a:ext>
            </a:extLst>
          </p:cNvPr>
          <p:cNvSpPr>
            <a:spLocks noGrp="1"/>
          </p:cNvSpPr>
          <p:nvPr>
            <p:ph type="body" sz="quarter" idx="15" hasCustomPrompt="1"/>
          </p:nvPr>
        </p:nvSpPr>
        <p:spPr>
          <a:xfrm>
            <a:off x="937416" y="4286219"/>
            <a:ext cx="7337587" cy="792749"/>
          </a:xfrm>
        </p:spPr>
        <p:txBody>
          <a:bodyPr>
            <a:noAutofit/>
          </a:bodyPr>
          <a:lstStyle>
            <a:lvl1pPr marL="0" indent="0">
              <a:buNone/>
              <a:defRPr sz="1800" b="0" spc="0"/>
            </a:lvl1pPr>
            <a:lvl2pPr marL="457200" indent="0">
              <a:buNone/>
              <a:defRPr/>
            </a:lvl2pPr>
            <a:lvl3pPr marL="914400" indent="0">
              <a:buNone/>
              <a:defRPr/>
            </a:lvl3pPr>
            <a:lvl4pPr marL="1371600" indent="0">
              <a:buNone/>
              <a:defRPr/>
            </a:lvl4pPr>
            <a:lvl5pPr marL="1828800" indent="0">
              <a:buNone/>
              <a:defRPr/>
            </a:lvl5pPr>
          </a:lstStyle>
          <a:p>
            <a:pPr lvl="0"/>
            <a:r>
              <a:rPr lang="en-GB"/>
              <a:t>Insert speaker name – Speaker title</a:t>
            </a:r>
            <a:endParaRPr lang="en-US"/>
          </a:p>
        </p:txBody>
      </p:sp>
      <p:pic>
        <p:nvPicPr>
          <p:cNvPr id="2" name="Picture 1" descr="A hand drawn with neon lights&#10;&#10;Description automatically generated with medium confidence">
            <a:extLst>
              <a:ext uri="{FF2B5EF4-FFF2-40B4-BE49-F238E27FC236}">
                <a16:creationId xmlns:a16="http://schemas.microsoft.com/office/drawing/2014/main" id="{A8795960-2612-2322-6384-6CF6C62E1A72}"/>
              </a:ext>
            </a:extLst>
          </p:cNvPr>
          <p:cNvPicPr>
            <a:picLocks noChangeAspect="1"/>
          </p:cNvPicPr>
          <p:nvPr userDrawn="1"/>
        </p:nvPicPr>
        <p:blipFill rotWithShape="1">
          <a:blip r:embed="rId4" cstate="screen">
            <a:extLst>
              <a:ext uri="{28A0092B-C50C-407E-A947-70E740481C1C}">
                <a14:useLocalDpi xmlns:a14="http://schemas.microsoft.com/office/drawing/2010/main"/>
              </a:ext>
            </a:extLst>
          </a:blip>
          <a:srcRect/>
          <a:stretch/>
        </p:blipFill>
        <p:spPr>
          <a:xfrm>
            <a:off x="6096000" y="0"/>
            <a:ext cx="6096000" cy="3477168"/>
          </a:xfrm>
          <a:prstGeom prst="rect">
            <a:avLst/>
          </a:prstGeom>
        </p:spPr>
      </p:pic>
    </p:spTree>
    <p:extLst>
      <p:ext uri="{BB962C8B-B14F-4D97-AF65-F5344CB8AC3E}">
        <p14:creationId xmlns:p14="http://schemas.microsoft.com/office/powerpoint/2010/main" val="1555448957"/>
      </p:ext>
    </p:extLst>
  </p:cSld>
  <p:clrMapOvr>
    <a:overrideClrMapping bg1="lt1" tx1="dk1" bg2="lt2" tx2="dk2" accent1="accent1" accent2="accent2" accent3="accent3" accent4="accent4" accent5="accent5" accent6="accent6" hlink="hlink" folHlink="folHlink"/>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Health_Divider">
    <p:bg>
      <p:bgRef idx="1001">
        <a:schemeClr val="bg1"/>
      </p:bgRef>
    </p:bg>
    <p:spTree>
      <p:nvGrpSpPr>
        <p:cNvPr id="1" name=""/>
        <p:cNvGrpSpPr/>
        <p:nvPr/>
      </p:nvGrpSpPr>
      <p:grpSpPr>
        <a:xfrm>
          <a:off x="0" y="0"/>
          <a:ext cx="0" cy="0"/>
          <a:chOff x="0" y="0"/>
          <a:chExt cx="0" cy="0"/>
        </a:xfrm>
      </p:grpSpPr>
      <p:pic>
        <p:nvPicPr>
          <p:cNvPr id="35" name="Picture 34" descr="A blurry blue and white background&#10;&#10;Description automatically generated">
            <a:extLst>
              <a:ext uri="{FF2B5EF4-FFF2-40B4-BE49-F238E27FC236}">
                <a16:creationId xmlns:a16="http://schemas.microsoft.com/office/drawing/2014/main" id="{EDBF3DD6-2679-9ECE-2A75-D915A1993042}"/>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1"/>
            <a:ext cx="12192000" cy="6858001"/>
          </a:xfrm>
          <a:prstGeom prst="rect">
            <a:avLst/>
          </a:prstGeom>
        </p:spPr>
      </p:pic>
      <p:pic>
        <p:nvPicPr>
          <p:cNvPr id="13" name="Picture 12" descr="Logo, company name&#10;&#10;Description automatically generated">
            <a:extLst>
              <a:ext uri="{FF2B5EF4-FFF2-40B4-BE49-F238E27FC236}">
                <a16:creationId xmlns:a16="http://schemas.microsoft.com/office/drawing/2014/main" id="{EE1C19F7-0DE5-B5F6-6204-FC80783D8844}"/>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324052" y="283907"/>
            <a:ext cx="1486870" cy="344954"/>
          </a:xfrm>
          <a:prstGeom prst="rect">
            <a:avLst/>
          </a:prstGeom>
        </p:spPr>
      </p:pic>
      <p:pic>
        <p:nvPicPr>
          <p:cNvPr id="33" name="Picture 32" descr="A blue and black text&#10;&#10;Description automatically generated with medium confidence">
            <a:extLst>
              <a:ext uri="{FF2B5EF4-FFF2-40B4-BE49-F238E27FC236}">
                <a16:creationId xmlns:a16="http://schemas.microsoft.com/office/drawing/2014/main" id="{718C1DB1-AE53-6242-4C83-B96A536C224E}"/>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1024131" y="1716366"/>
            <a:ext cx="1275453" cy="510181"/>
          </a:xfrm>
          <a:prstGeom prst="rect">
            <a:avLst/>
          </a:prstGeom>
        </p:spPr>
      </p:pic>
      <p:pic>
        <p:nvPicPr>
          <p:cNvPr id="36" name="Picture 35" descr="A logo of a plus&#10;&#10;Description automatically generated with medium confidence">
            <a:extLst>
              <a:ext uri="{FF2B5EF4-FFF2-40B4-BE49-F238E27FC236}">
                <a16:creationId xmlns:a16="http://schemas.microsoft.com/office/drawing/2014/main" id="{364A9F9D-BA15-5470-B1D1-0B67465B45B9}"/>
              </a:ext>
            </a:extLst>
          </p:cNvPr>
          <p:cNvPicPr>
            <a:picLocks noChangeAspect="1"/>
          </p:cNvPicPr>
          <p:nvPr userDrawn="1"/>
        </p:nvPicPr>
        <p:blipFill rotWithShape="1">
          <a:blip r:embed="rId5" cstate="screen">
            <a:extLst>
              <a:ext uri="{28A0092B-C50C-407E-A947-70E740481C1C}">
                <a14:useLocalDpi xmlns:a14="http://schemas.microsoft.com/office/drawing/2010/main"/>
              </a:ext>
            </a:extLst>
          </a:blip>
          <a:srcRect/>
          <a:stretch/>
        </p:blipFill>
        <p:spPr>
          <a:xfrm>
            <a:off x="8368494" y="-1"/>
            <a:ext cx="3823505" cy="2766350"/>
          </a:xfrm>
          <a:prstGeom prst="rect">
            <a:avLst/>
          </a:prstGeom>
        </p:spPr>
      </p:pic>
      <p:sp>
        <p:nvSpPr>
          <p:cNvPr id="2" name="Text Placeholder 15">
            <a:extLst>
              <a:ext uri="{FF2B5EF4-FFF2-40B4-BE49-F238E27FC236}">
                <a16:creationId xmlns:a16="http://schemas.microsoft.com/office/drawing/2014/main" id="{C862DFA1-7A42-02E5-8BAA-DA3E44D1E5D7}"/>
              </a:ext>
            </a:extLst>
          </p:cNvPr>
          <p:cNvSpPr>
            <a:spLocks noGrp="1"/>
          </p:cNvSpPr>
          <p:nvPr>
            <p:ph type="body" sz="quarter" idx="13" hasCustomPrompt="1"/>
          </p:nvPr>
        </p:nvSpPr>
        <p:spPr>
          <a:xfrm>
            <a:off x="1030908" y="2339999"/>
            <a:ext cx="8407732" cy="2943201"/>
          </a:xfrm>
        </p:spPr>
        <p:txBody>
          <a:bodyPr>
            <a:noAutofit/>
          </a:bodyPr>
          <a:lstStyle>
            <a:lvl1pPr marL="0" indent="0">
              <a:buNone/>
              <a:defRPr sz="4000" b="1" spc="-150"/>
            </a:lvl1pPr>
            <a:lvl2pPr marL="457200" indent="0">
              <a:buNone/>
              <a:defRPr/>
            </a:lvl2pPr>
            <a:lvl3pPr marL="914400" indent="0">
              <a:buNone/>
              <a:defRPr/>
            </a:lvl3pPr>
            <a:lvl4pPr marL="1371600" indent="0">
              <a:buNone/>
              <a:defRPr/>
            </a:lvl4pPr>
            <a:lvl5pPr marL="1828800" indent="0">
              <a:buNone/>
              <a:defRPr/>
            </a:lvl5pPr>
          </a:lstStyle>
          <a:p>
            <a:pPr lvl="0"/>
            <a:r>
              <a:rPr lang="en-GB"/>
              <a:t>Insert section divider title </a:t>
            </a:r>
            <a:br>
              <a:rPr lang="en-GB"/>
            </a:br>
            <a:r>
              <a:rPr lang="en-GB"/>
              <a:t>here over multiple lines</a:t>
            </a:r>
            <a:endParaRPr lang="en-US"/>
          </a:p>
        </p:txBody>
      </p:sp>
    </p:spTree>
    <p:extLst>
      <p:ext uri="{BB962C8B-B14F-4D97-AF65-F5344CB8AC3E}">
        <p14:creationId xmlns:p14="http://schemas.microsoft.com/office/powerpoint/2010/main" val="100272433"/>
      </p:ext>
    </p:extLst>
  </p:cSld>
  <p:clrMapOvr>
    <a:overrideClrMapping bg1="lt1" tx1="dk1" bg2="lt2" tx2="dk2" accent1="accent1" accent2="accent2" accent3="accent3" accent4="accent4" accent5="accent5" accent6="accent6" hlink="hlink" folHlink="folHlink"/>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Support_Divider">
    <p:bg>
      <p:bgRef idx="1001">
        <a:schemeClr val="bg1"/>
      </p:bgRef>
    </p:bg>
    <p:spTree>
      <p:nvGrpSpPr>
        <p:cNvPr id="1" name=""/>
        <p:cNvGrpSpPr/>
        <p:nvPr/>
      </p:nvGrpSpPr>
      <p:grpSpPr>
        <a:xfrm>
          <a:off x="0" y="0"/>
          <a:ext cx="0" cy="0"/>
          <a:chOff x="0" y="0"/>
          <a:chExt cx="0" cy="0"/>
        </a:xfrm>
      </p:grpSpPr>
      <p:pic>
        <p:nvPicPr>
          <p:cNvPr id="7" name="Picture 6" descr="A blurry image of a red white and blue circle&#10;&#10;Description automatically generated">
            <a:extLst>
              <a:ext uri="{FF2B5EF4-FFF2-40B4-BE49-F238E27FC236}">
                <a16:creationId xmlns:a16="http://schemas.microsoft.com/office/drawing/2014/main" id="{4027BB36-9ADA-195C-B5DC-AA619101E6EA}"/>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 y="0"/>
            <a:ext cx="12192001" cy="6858000"/>
          </a:xfrm>
          <a:prstGeom prst="rect">
            <a:avLst/>
          </a:prstGeom>
        </p:spPr>
      </p:pic>
      <p:pic>
        <p:nvPicPr>
          <p:cNvPr id="13" name="Picture 12" descr="Logo, company name&#10;&#10;Description automatically generated">
            <a:extLst>
              <a:ext uri="{FF2B5EF4-FFF2-40B4-BE49-F238E27FC236}">
                <a16:creationId xmlns:a16="http://schemas.microsoft.com/office/drawing/2014/main" id="{EE1C19F7-0DE5-B5F6-6204-FC80783D8844}"/>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324052" y="283907"/>
            <a:ext cx="1486870" cy="344954"/>
          </a:xfrm>
          <a:prstGeom prst="rect">
            <a:avLst/>
          </a:prstGeom>
        </p:spPr>
      </p:pic>
      <p:pic>
        <p:nvPicPr>
          <p:cNvPr id="3" name="Picture 2" descr="A hand drawn with neon lights&#10;&#10;Description automatically generated with medium confidence">
            <a:extLst>
              <a:ext uri="{FF2B5EF4-FFF2-40B4-BE49-F238E27FC236}">
                <a16:creationId xmlns:a16="http://schemas.microsoft.com/office/drawing/2014/main" id="{7A2AEF5C-8EB4-6C59-9F51-442856EFF695}"/>
              </a:ext>
            </a:extLst>
          </p:cNvPr>
          <p:cNvPicPr>
            <a:picLocks noChangeAspect="1"/>
          </p:cNvPicPr>
          <p:nvPr userDrawn="1"/>
        </p:nvPicPr>
        <p:blipFill rotWithShape="1">
          <a:blip r:embed="rId4" cstate="screen">
            <a:extLst>
              <a:ext uri="{28A0092B-C50C-407E-A947-70E740481C1C}">
                <a14:useLocalDpi xmlns:a14="http://schemas.microsoft.com/office/drawing/2010/main"/>
              </a:ext>
            </a:extLst>
          </a:blip>
          <a:srcRect/>
          <a:stretch/>
        </p:blipFill>
        <p:spPr>
          <a:xfrm>
            <a:off x="6096000" y="0"/>
            <a:ext cx="6096000" cy="3477168"/>
          </a:xfrm>
          <a:prstGeom prst="rect">
            <a:avLst/>
          </a:prstGeom>
        </p:spPr>
      </p:pic>
      <p:pic>
        <p:nvPicPr>
          <p:cNvPr id="8" name="Picture 7" descr="A purple and white logo&#10;&#10;Description automatically generated">
            <a:extLst>
              <a:ext uri="{FF2B5EF4-FFF2-40B4-BE49-F238E27FC236}">
                <a16:creationId xmlns:a16="http://schemas.microsoft.com/office/drawing/2014/main" id="{3EAFD413-0AC7-67D2-B7C7-407E61916BBC}"/>
              </a:ext>
            </a:extLst>
          </p:cNvPr>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a:off x="1030013" y="1718093"/>
            <a:ext cx="1462416" cy="506971"/>
          </a:xfrm>
          <a:prstGeom prst="rect">
            <a:avLst/>
          </a:prstGeom>
        </p:spPr>
      </p:pic>
      <p:sp>
        <p:nvSpPr>
          <p:cNvPr id="4" name="Text Placeholder 15">
            <a:extLst>
              <a:ext uri="{FF2B5EF4-FFF2-40B4-BE49-F238E27FC236}">
                <a16:creationId xmlns:a16="http://schemas.microsoft.com/office/drawing/2014/main" id="{C2AE09FD-8176-5F04-9911-FC501A8E09C3}"/>
              </a:ext>
            </a:extLst>
          </p:cNvPr>
          <p:cNvSpPr>
            <a:spLocks noGrp="1"/>
          </p:cNvSpPr>
          <p:nvPr>
            <p:ph type="body" sz="quarter" idx="13" hasCustomPrompt="1"/>
          </p:nvPr>
        </p:nvSpPr>
        <p:spPr>
          <a:xfrm>
            <a:off x="1030908" y="2339999"/>
            <a:ext cx="8407732" cy="2943201"/>
          </a:xfrm>
        </p:spPr>
        <p:txBody>
          <a:bodyPr>
            <a:noAutofit/>
          </a:bodyPr>
          <a:lstStyle>
            <a:lvl1pPr marL="0" indent="0">
              <a:buNone/>
              <a:defRPr sz="4000" b="1" spc="-150"/>
            </a:lvl1pPr>
            <a:lvl2pPr marL="457200" indent="0">
              <a:buNone/>
              <a:defRPr/>
            </a:lvl2pPr>
            <a:lvl3pPr marL="914400" indent="0">
              <a:buNone/>
              <a:defRPr/>
            </a:lvl3pPr>
            <a:lvl4pPr marL="1371600" indent="0">
              <a:buNone/>
              <a:defRPr/>
            </a:lvl4pPr>
            <a:lvl5pPr marL="1828800" indent="0">
              <a:buNone/>
              <a:defRPr/>
            </a:lvl5pPr>
          </a:lstStyle>
          <a:p>
            <a:pPr lvl="0"/>
            <a:r>
              <a:rPr lang="en-GB"/>
              <a:t>Insert section divider title </a:t>
            </a:r>
            <a:br>
              <a:rPr lang="en-GB"/>
            </a:br>
            <a:r>
              <a:rPr lang="en-GB"/>
              <a:t>here over multiple lines</a:t>
            </a:r>
            <a:endParaRPr lang="en-US"/>
          </a:p>
        </p:txBody>
      </p:sp>
    </p:spTree>
    <p:extLst>
      <p:ext uri="{BB962C8B-B14F-4D97-AF65-F5344CB8AC3E}">
        <p14:creationId xmlns:p14="http://schemas.microsoft.com/office/powerpoint/2010/main" val="277312089"/>
      </p:ext>
    </p:extLst>
  </p:cSld>
  <p:clrMapOvr>
    <a:overrideClrMapping bg1="lt1" tx1="dk1" bg2="lt2" tx2="dk2" accent1="accent1" accent2="accent2" accent3="accent3" accent4="accent4" accent5="accent5" accent6="accent6" hlink="hlink" folHlink="folHlink"/>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Care_Divider">
    <p:bg>
      <p:bgRef idx="1001">
        <a:schemeClr val="bg1"/>
      </p:bgRef>
    </p:bg>
    <p:spTree>
      <p:nvGrpSpPr>
        <p:cNvPr id="1" name=""/>
        <p:cNvGrpSpPr/>
        <p:nvPr/>
      </p:nvGrpSpPr>
      <p:grpSpPr>
        <a:xfrm>
          <a:off x="0" y="0"/>
          <a:ext cx="0" cy="0"/>
          <a:chOff x="0" y="0"/>
          <a:chExt cx="0" cy="0"/>
        </a:xfrm>
      </p:grpSpPr>
      <p:pic>
        <p:nvPicPr>
          <p:cNvPr id="11" name="Picture 10" descr="A blurry image of a person's face&#10;&#10;Description automatically generated">
            <a:extLst>
              <a:ext uri="{FF2B5EF4-FFF2-40B4-BE49-F238E27FC236}">
                <a16:creationId xmlns:a16="http://schemas.microsoft.com/office/drawing/2014/main" id="{4D706700-980F-C3D5-437D-F81991733AB5}"/>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pic>
        <p:nvPicPr>
          <p:cNvPr id="13" name="Picture 12" descr="Logo, company name&#10;&#10;Description automatically generated">
            <a:extLst>
              <a:ext uri="{FF2B5EF4-FFF2-40B4-BE49-F238E27FC236}">
                <a16:creationId xmlns:a16="http://schemas.microsoft.com/office/drawing/2014/main" id="{EE1C19F7-0DE5-B5F6-6204-FC80783D8844}"/>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324052" y="283907"/>
            <a:ext cx="1486870" cy="344954"/>
          </a:xfrm>
          <a:prstGeom prst="rect">
            <a:avLst/>
          </a:prstGeom>
        </p:spPr>
      </p:pic>
      <p:pic>
        <p:nvPicPr>
          <p:cNvPr id="9" name="Picture 8" descr="A blue sign with white text&#10;&#10;Description automatically generated">
            <a:extLst>
              <a:ext uri="{FF2B5EF4-FFF2-40B4-BE49-F238E27FC236}">
                <a16:creationId xmlns:a16="http://schemas.microsoft.com/office/drawing/2014/main" id="{DD681CB0-DF8D-1C3F-B8BC-76ADE3AFDB20}"/>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1030013" y="1709410"/>
            <a:ext cx="951974" cy="515653"/>
          </a:xfrm>
          <a:prstGeom prst="rect">
            <a:avLst/>
          </a:prstGeom>
        </p:spPr>
      </p:pic>
      <p:pic>
        <p:nvPicPr>
          <p:cNvPr id="15" name="Picture 14" descr="A heart shaped object with colorful lines&#10;&#10;Description automatically generated with medium confidence">
            <a:extLst>
              <a:ext uri="{FF2B5EF4-FFF2-40B4-BE49-F238E27FC236}">
                <a16:creationId xmlns:a16="http://schemas.microsoft.com/office/drawing/2014/main" id="{4FC4D0CA-0C7C-C2C8-DAAD-D81052031394}"/>
              </a:ext>
            </a:extLst>
          </p:cNvPr>
          <p:cNvPicPr>
            <a:picLocks noChangeAspect="1"/>
          </p:cNvPicPr>
          <p:nvPr userDrawn="1"/>
        </p:nvPicPr>
        <p:blipFill rotWithShape="1">
          <a:blip r:embed="rId5" cstate="screen">
            <a:extLst>
              <a:ext uri="{28A0092B-C50C-407E-A947-70E740481C1C}">
                <a14:useLocalDpi xmlns:a14="http://schemas.microsoft.com/office/drawing/2010/main"/>
              </a:ext>
            </a:extLst>
          </a:blip>
          <a:srcRect/>
          <a:stretch/>
        </p:blipFill>
        <p:spPr>
          <a:xfrm>
            <a:off x="7361499" y="0"/>
            <a:ext cx="4830501" cy="2882096"/>
          </a:xfrm>
          <a:prstGeom prst="rect">
            <a:avLst/>
          </a:prstGeom>
        </p:spPr>
      </p:pic>
      <p:sp>
        <p:nvSpPr>
          <p:cNvPr id="3" name="Text Placeholder 15">
            <a:extLst>
              <a:ext uri="{FF2B5EF4-FFF2-40B4-BE49-F238E27FC236}">
                <a16:creationId xmlns:a16="http://schemas.microsoft.com/office/drawing/2014/main" id="{BFE69372-6A80-95EB-6EAE-A689330F5F90}"/>
              </a:ext>
            </a:extLst>
          </p:cNvPr>
          <p:cNvSpPr>
            <a:spLocks noGrp="1"/>
          </p:cNvSpPr>
          <p:nvPr>
            <p:ph type="body" sz="quarter" idx="13" hasCustomPrompt="1"/>
          </p:nvPr>
        </p:nvSpPr>
        <p:spPr>
          <a:xfrm>
            <a:off x="1030908" y="2339999"/>
            <a:ext cx="8407732" cy="2943201"/>
          </a:xfrm>
        </p:spPr>
        <p:txBody>
          <a:bodyPr>
            <a:noAutofit/>
          </a:bodyPr>
          <a:lstStyle>
            <a:lvl1pPr marL="0" indent="0">
              <a:buNone/>
              <a:defRPr sz="4000" b="1" spc="-150"/>
            </a:lvl1pPr>
            <a:lvl2pPr marL="457200" indent="0">
              <a:buNone/>
              <a:defRPr/>
            </a:lvl2pPr>
            <a:lvl3pPr marL="914400" indent="0">
              <a:buNone/>
              <a:defRPr/>
            </a:lvl3pPr>
            <a:lvl4pPr marL="1371600" indent="0">
              <a:buNone/>
              <a:defRPr/>
            </a:lvl4pPr>
            <a:lvl5pPr marL="1828800" indent="0">
              <a:buNone/>
              <a:defRPr/>
            </a:lvl5pPr>
          </a:lstStyle>
          <a:p>
            <a:pPr lvl="0"/>
            <a:r>
              <a:rPr lang="en-GB"/>
              <a:t>Insert section divider title </a:t>
            </a:r>
            <a:br>
              <a:rPr lang="en-GB"/>
            </a:br>
            <a:r>
              <a:rPr lang="en-GB"/>
              <a:t>here over multiple lines</a:t>
            </a:r>
            <a:endParaRPr lang="en-US"/>
          </a:p>
        </p:txBody>
      </p:sp>
    </p:spTree>
    <p:extLst>
      <p:ext uri="{BB962C8B-B14F-4D97-AF65-F5344CB8AC3E}">
        <p14:creationId xmlns:p14="http://schemas.microsoft.com/office/powerpoint/2010/main" val="45956945"/>
      </p:ext>
    </p:extLst>
  </p:cSld>
  <p:clrMapOvr>
    <a:overrideClrMapping bg1="lt1" tx1="dk1" bg2="lt2" tx2="dk2" accent1="accent1" accent2="accent2" accent3="accent3" accent4="accent4" accent5="accent5" accent6="accent6" hlink="hlink" folHlink="folHlink"/>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TEC_Divider">
    <p:bg>
      <p:bgRef idx="1001">
        <a:schemeClr val="bg1"/>
      </p:bgRef>
    </p:bg>
    <p:spTree>
      <p:nvGrpSpPr>
        <p:cNvPr id="1" name=""/>
        <p:cNvGrpSpPr/>
        <p:nvPr/>
      </p:nvGrpSpPr>
      <p:grpSpPr>
        <a:xfrm>
          <a:off x="0" y="0"/>
          <a:ext cx="0" cy="0"/>
          <a:chOff x="0" y="0"/>
          <a:chExt cx="0" cy="0"/>
        </a:xfrm>
      </p:grpSpPr>
      <p:pic>
        <p:nvPicPr>
          <p:cNvPr id="3" name="Picture 2" descr="A blurry image of a pink and blue background&#10;&#10;Description automatically generated">
            <a:extLst>
              <a:ext uri="{FF2B5EF4-FFF2-40B4-BE49-F238E27FC236}">
                <a16:creationId xmlns:a16="http://schemas.microsoft.com/office/drawing/2014/main" id="{14C08CBA-606C-6ACB-8538-A9FF53673188}"/>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 y="0"/>
            <a:ext cx="12192001" cy="6858000"/>
          </a:xfrm>
          <a:prstGeom prst="rect">
            <a:avLst/>
          </a:prstGeom>
        </p:spPr>
      </p:pic>
      <p:pic>
        <p:nvPicPr>
          <p:cNvPr id="13" name="Picture 12" descr="Logo, company name&#10;&#10;Description automatically generated">
            <a:extLst>
              <a:ext uri="{FF2B5EF4-FFF2-40B4-BE49-F238E27FC236}">
                <a16:creationId xmlns:a16="http://schemas.microsoft.com/office/drawing/2014/main" id="{EE1C19F7-0DE5-B5F6-6204-FC80783D8844}"/>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324052" y="283907"/>
            <a:ext cx="1486870" cy="344954"/>
          </a:xfrm>
          <a:prstGeom prst="rect">
            <a:avLst/>
          </a:prstGeom>
        </p:spPr>
      </p:pic>
      <p:pic>
        <p:nvPicPr>
          <p:cNvPr id="30" name="Picture 29" descr="A hand with a cross and a heart&#10;&#10;Description automatically generated">
            <a:extLst>
              <a:ext uri="{FF2B5EF4-FFF2-40B4-BE49-F238E27FC236}">
                <a16:creationId xmlns:a16="http://schemas.microsoft.com/office/drawing/2014/main" id="{F2B923C9-A56E-0F77-5E17-D4C116A70A93}"/>
              </a:ext>
            </a:extLst>
          </p:cNvPr>
          <p:cNvPicPr>
            <a:picLocks noChangeAspect="1"/>
          </p:cNvPicPr>
          <p:nvPr userDrawn="1"/>
        </p:nvPicPr>
        <p:blipFill rotWithShape="1">
          <a:blip r:embed="rId4" cstate="screen">
            <a:extLst>
              <a:ext uri="{28A0092B-C50C-407E-A947-70E740481C1C}">
                <a14:useLocalDpi xmlns:a14="http://schemas.microsoft.com/office/drawing/2010/main"/>
              </a:ext>
            </a:extLst>
          </a:blip>
          <a:srcRect/>
          <a:stretch/>
        </p:blipFill>
        <p:spPr>
          <a:xfrm>
            <a:off x="8512931" y="1"/>
            <a:ext cx="3679069" cy="3865944"/>
          </a:xfrm>
          <a:prstGeom prst="rect">
            <a:avLst/>
          </a:prstGeom>
        </p:spPr>
      </p:pic>
      <p:pic>
        <p:nvPicPr>
          <p:cNvPr id="31" name="Picture 30" descr="A close up of a logo&#10;&#10;Description automatically generated">
            <a:extLst>
              <a:ext uri="{FF2B5EF4-FFF2-40B4-BE49-F238E27FC236}">
                <a16:creationId xmlns:a16="http://schemas.microsoft.com/office/drawing/2014/main" id="{057722B6-1918-03F4-C135-D81230629188}"/>
              </a:ext>
            </a:extLst>
          </p:cNvPr>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a:off x="1024131" y="1715466"/>
            <a:ext cx="4137795" cy="511082"/>
          </a:xfrm>
          <a:prstGeom prst="rect">
            <a:avLst/>
          </a:prstGeom>
        </p:spPr>
      </p:pic>
      <p:sp>
        <p:nvSpPr>
          <p:cNvPr id="4" name="Text Placeholder 15">
            <a:extLst>
              <a:ext uri="{FF2B5EF4-FFF2-40B4-BE49-F238E27FC236}">
                <a16:creationId xmlns:a16="http://schemas.microsoft.com/office/drawing/2014/main" id="{C0626330-B32B-A848-ACDD-70399EFCE29F}"/>
              </a:ext>
            </a:extLst>
          </p:cNvPr>
          <p:cNvSpPr>
            <a:spLocks noGrp="1"/>
          </p:cNvSpPr>
          <p:nvPr>
            <p:ph type="body" sz="quarter" idx="13" hasCustomPrompt="1"/>
          </p:nvPr>
        </p:nvSpPr>
        <p:spPr>
          <a:xfrm>
            <a:off x="1030908" y="2339999"/>
            <a:ext cx="8407732" cy="2943201"/>
          </a:xfrm>
        </p:spPr>
        <p:txBody>
          <a:bodyPr>
            <a:noAutofit/>
          </a:bodyPr>
          <a:lstStyle>
            <a:lvl1pPr marL="0" indent="0">
              <a:buNone/>
              <a:defRPr sz="4000" b="1" spc="-150"/>
            </a:lvl1pPr>
            <a:lvl2pPr marL="457200" indent="0">
              <a:buNone/>
              <a:defRPr/>
            </a:lvl2pPr>
            <a:lvl3pPr marL="914400" indent="0">
              <a:buNone/>
              <a:defRPr/>
            </a:lvl3pPr>
            <a:lvl4pPr marL="1371600" indent="0">
              <a:buNone/>
              <a:defRPr/>
            </a:lvl4pPr>
            <a:lvl5pPr marL="1828800" indent="0">
              <a:buNone/>
              <a:defRPr/>
            </a:lvl5pPr>
          </a:lstStyle>
          <a:p>
            <a:pPr lvl="0"/>
            <a:r>
              <a:rPr lang="en-GB"/>
              <a:t>Insert section divider title </a:t>
            </a:r>
            <a:br>
              <a:rPr lang="en-GB"/>
            </a:br>
            <a:r>
              <a:rPr lang="en-GB"/>
              <a:t>here over multiple lines</a:t>
            </a:r>
            <a:endParaRPr lang="en-US"/>
          </a:p>
        </p:txBody>
      </p:sp>
    </p:spTree>
    <p:extLst>
      <p:ext uri="{BB962C8B-B14F-4D97-AF65-F5344CB8AC3E}">
        <p14:creationId xmlns:p14="http://schemas.microsoft.com/office/powerpoint/2010/main" val="890314279"/>
      </p:ext>
    </p:extLst>
  </p:cSld>
  <p:clrMapOvr>
    <a:overrideClrMapping bg1="lt1" tx1="dk1" bg2="lt2" tx2="dk2" accent1="accent1" accent2="accent2" accent3="accent3" accent4="accent4" accent5="accent5" accent6="accent6" hlink="hlink" folHlink="folHlink"/>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1_PS_Divider">
    <p:bg>
      <p:bgRef idx="1001">
        <a:schemeClr val="bg1"/>
      </p:bgRef>
    </p:bg>
    <p:spTree>
      <p:nvGrpSpPr>
        <p:cNvPr id="1" name=""/>
        <p:cNvGrpSpPr/>
        <p:nvPr/>
      </p:nvGrpSpPr>
      <p:grpSpPr>
        <a:xfrm>
          <a:off x="0" y="0"/>
          <a:ext cx="0" cy="0"/>
          <a:chOff x="0" y="0"/>
          <a:chExt cx="0" cy="0"/>
        </a:xfrm>
      </p:grpSpPr>
      <p:pic>
        <p:nvPicPr>
          <p:cNvPr id="3" name="Picture 2" descr="A blurry image of a pink and blue background&#10;&#10;Description automatically generated">
            <a:extLst>
              <a:ext uri="{FF2B5EF4-FFF2-40B4-BE49-F238E27FC236}">
                <a16:creationId xmlns:a16="http://schemas.microsoft.com/office/drawing/2014/main" id="{14C08CBA-606C-6ACB-8538-A9FF53673188}"/>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 y="0"/>
            <a:ext cx="12192001" cy="6858000"/>
          </a:xfrm>
          <a:prstGeom prst="rect">
            <a:avLst/>
          </a:prstGeom>
        </p:spPr>
      </p:pic>
      <p:pic>
        <p:nvPicPr>
          <p:cNvPr id="13" name="Picture 12" descr="Logo, company name&#10;&#10;Description automatically generated">
            <a:extLst>
              <a:ext uri="{FF2B5EF4-FFF2-40B4-BE49-F238E27FC236}">
                <a16:creationId xmlns:a16="http://schemas.microsoft.com/office/drawing/2014/main" id="{EE1C19F7-0DE5-B5F6-6204-FC80783D8844}"/>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324052" y="283907"/>
            <a:ext cx="1486870" cy="344954"/>
          </a:xfrm>
          <a:prstGeom prst="rect">
            <a:avLst/>
          </a:prstGeom>
        </p:spPr>
      </p:pic>
      <p:pic>
        <p:nvPicPr>
          <p:cNvPr id="30" name="Picture 29" descr="A hand with a cross and a heart&#10;&#10;Description automatically generated">
            <a:extLst>
              <a:ext uri="{FF2B5EF4-FFF2-40B4-BE49-F238E27FC236}">
                <a16:creationId xmlns:a16="http://schemas.microsoft.com/office/drawing/2014/main" id="{F2B923C9-A56E-0F77-5E17-D4C116A70A93}"/>
              </a:ext>
            </a:extLst>
          </p:cNvPr>
          <p:cNvPicPr>
            <a:picLocks noChangeAspect="1"/>
          </p:cNvPicPr>
          <p:nvPr userDrawn="1"/>
        </p:nvPicPr>
        <p:blipFill rotWithShape="1">
          <a:blip r:embed="rId4" cstate="screen">
            <a:extLst>
              <a:ext uri="{28A0092B-C50C-407E-A947-70E740481C1C}">
                <a14:useLocalDpi xmlns:a14="http://schemas.microsoft.com/office/drawing/2010/main"/>
              </a:ext>
            </a:extLst>
          </a:blip>
          <a:srcRect/>
          <a:stretch/>
        </p:blipFill>
        <p:spPr>
          <a:xfrm>
            <a:off x="8512931" y="1"/>
            <a:ext cx="3679069" cy="3865944"/>
          </a:xfrm>
          <a:prstGeom prst="rect">
            <a:avLst/>
          </a:prstGeom>
        </p:spPr>
      </p:pic>
      <p:sp>
        <p:nvSpPr>
          <p:cNvPr id="4" name="Text Placeholder 15">
            <a:extLst>
              <a:ext uri="{FF2B5EF4-FFF2-40B4-BE49-F238E27FC236}">
                <a16:creationId xmlns:a16="http://schemas.microsoft.com/office/drawing/2014/main" id="{C0626330-B32B-A848-ACDD-70399EFCE29F}"/>
              </a:ext>
            </a:extLst>
          </p:cNvPr>
          <p:cNvSpPr>
            <a:spLocks noGrp="1"/>
          </p:cNvSpPr>
          <p:nvPr>
            <p:ph type="body" sz="quarter" idx="13" hasCustomPrompt="1"/>
          </p:nvPr>
        </p:nvSpPr>
        <p:spPr>
          <a:xfrm>
            <a:off x="1030908" y="2339999"/>
            <a:ext cx="8407732" cy="2943201"/>
          </a:xfrm>
        </p:spPr>
        <p:txBody>
          <a:bodyPr>
            <a:noAutofit/>
          </a:bodyPr>
          <a:lstStyle>
            <a:lvl1pPr marL="0" indent="0">
              <a:buNone/>
              <a:defRPr sz="4000" b="1" spc="-150"/>
            </a:lvl1pPr>
            <a:lvl2pPr marL="457200" indent="0">
              <a:buNone/>
              <a:defRPr/>
            </a:lvl2pPr>
            <a:lvl3pPr marL="914400" indent="0">
              <a:buNone/>
              <a:defRPr/>
            </a:lvl3pPr>
            <a:lvl4pPr marL="1371600" indent="0">
              <a:buNone/>
              <a:defRPr/>
            </a:lvl4pPr>
            <a:lvl5pPr marL="1828800" indent="0">
              <a:buNone/>
              <a:defRPr/>
            </a:lvl5pPr>
          </a:lstStyle>
          <a:p>
            <a:pPr lvl="0"/>
            <a:r>
              <a:rPr lang="en-GB"/>
              <a:t>Insert section divider title </a:t>
            </a:r>
            <a:br>
              <a:rPr lang="en-GB"/>
            </a:br>
            <a:r>
              <a:rPr lang="en-GB"/>
              <a:t>here over multiple lines</a:t>
            </a:r>
            <a:endParaRPr lang="en-US"/>
          </a:p>
        </p:txBody>
      </p:sp>
      <p:pic>
        <p:nvPicPr>
          <p:cNvPr id="5" name="Picture 4" descr="A close up of a logo&#10;&#10;Description automatically generated">
            <a:extLst>
              <a:ext uri="{FF2B5EF4-FFF2-40B4-BE49-F238E27FC236}">
                <a16:creationId xmlns:a16="http://schemas.microsoft.com/office/drawing/2014/main" id="{1AB14E74-F312-3956-70B2-81598679082C}"/>
              </a:ext>
            </a:extLst>
          </p:cNvPr>
          <p:cNvPicPr>
            <a:picLocks noChangeAspect="1"/>
          </p:cNvPicPr>
          <p:nvPr userDrawn="1"/>
        </p:nvPicPr>
        <p:blipFill>
          <a:blip r:embed="rId5"/>
          <a:stretch>
            <a:fillRect/>
          </a:stretch>
        </p:blipFill>
        <p:spPr>
          <a:xfrm>
            <a:off x="1030908" y="1714636"/>
            <a:ext cx="2648162" cy="511912"/>
          </a:xfrm>
          <a:prstGeom prst="rect">
            <a:avLst/>
          </a:prstGeom>
        </p:spPr>
      </p:pic>
    </p:spTree>
    <p:extLst>
      <p:ext uri="{BB962C8B-B14F-4D97-AF65-F5344CB8AC3E}">
        <p14:creationId xmlns:p14="http://schemas.microsoft.com/office/powerpoint/2010/main" val="3094303515"/>
      </p:ext>
    </p:extLst>
  </p:cSld>
  <p:clrMapOvr>
    <a:overrideClrMapping bg1="lt1" tx1="dk1" bg2="lt2" tx2="dk2" accent1="accent1" accent2="accent2" accent3="accent3" accent4="accent4" accent5="accent5" accent6="accent6" hlink="hlink" folHlink="folHlink"/>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LG_Divider">
    <p:bg>
      <p:bgRef idx="1001">
        <a:schemeClr val="bg1"/>
      </p:bgRef>
    </p:bg>
    <p:spTree>
      <p:nvGrpSpPr>
        <p:cNvPr id="1" name=""/>
        <p:cNvGrpSpPr/>
        <p:nvPr/>
      </p:nvGrpSpPr>
      <p:grpSpPr>
        <a:xfrm>
          <a:off x="0" y="0"/>
          <a:ext cx="0" cy="0"/>
          <a:chOff x="0" y="0"/>
          <a:chExt cx="0" cy="0"/>
        </a:xfrm>
      </p:grpSpPr>
      <p:pic>
        <p:nvPicPr>
          <p:cNvPr id="7" name="Picture 6" descr="A blurry image of a red white and blue circle&#10;&#10;Description automatically generated">
            <a:extLst>
              <a:ext uri="{FF2B5EF4-FFF2-40B4-BE49-F238E27FC236}">
                <a16:creationId xmlns:a16="http://schemas.microsoft.com/office/drawing/2014/main" id="{4027BB36-9ADA-195C-B5DC-AA619101E6EA}"/>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 y="0"/>
            <a:ext cx="12192001" cy="6858000"/>
          </a:xfrm>
          <a:prstGeom prst="rect">
            <a:avLst/>
          </a:prstGeom>
        </p:spPr>
      </p:pic>
      <p:pic>
        <p:nvPicPr>
          <p:cNvPr id="13" name="Picture 12" descr="Logo, company name&#10;&#10;Description automatically generated">
            <a:extLst>
              <a:ext uri="{FF2B5EF4-FFF2-40B4-BE49-F238E27FC236}">
                <a16:creationId xmlns:a16="http://schemas.microsoft.com/office/drawing/2014/main" id="{EE1C19F7-0DE5-B5F6-6204-FC80783D8844}"/>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324052" y="283907"/>
            <a:ext cx="1486870" cy="344954"/>
          </a:xfrm>
          <a:prstGeom prst="rect">
            <a:avLst/>
          </a:prstGeom>
        </p:spPr>
      </p:pic>
      <p:pic>
        <p:nvPicPr>
          <p:cNvPr id="25" name="Picture 24" descr="A purple square with white text&#10;&#10;Description automatically generated">
            <a:extLst>
              <a:ext uri="{FF2B5EF4-FFF2-40B4-BE49-F238E27FC236}">
                <a16:creationId xmlns:a16="http://schemas.microsoft.com/office/drawing/2014/main" id="{B36DDBEC-7DC6-FBAD-77D5-457569E631C5}"/>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1030013" y="1719576"/>
            <a:ext cx="3090574" cy="506971"/>
          </a:xfrm>
          <a:prstGeom prst="rect">
            <a:avLst/>
          </a:prstGeom>
        </p:spPr>
      </p:pic>
      <p:pic>
        <p:nvPicPr>
          <p:cNvPr id="3" name="Picture 2" descr="A hand drawn with neon lights&#10;&#10;Description automatically generated with medium confidence">
            <a:extLst>
              <a:ext uri="{FF2B5EF4-FFF2-40B4-BE49-F238E27FC236}">
                <a16:creationId xmlns:a16="http://schemas.microsoft.com/office/drawing/2014/main" id="{7A2AEF5C-8EB4-6C59-9F51-442856EFF695}"/>
              </a:ext>
            </a:extLst>
          </p:cNvPr>
          <p:cNvPicPr>
            <a:picLocks noChangeAspect="1"/>
          </p:cNvPicPr>
          <p:nvPr userDrawn="1"/>
        </p:nvPicPr>
        <p:blipFill rotWithShape="1">
          <a:blip r:embed="rId5" cstate="screen">
            <a:extLst>
              <a:ext uri="{28A0092B-C50C-407E-A947-70E740481C1C}">
                <a14:useLocalDpi xmlns:a14="http://schemas.microsoft.com/office/drawing/2010/main"/>
              </a:ext>
            </a:extLst>
          </a:blip>
          <a:srcRect/>
          <a:stretch/>
        </p:blipFill>
        <p:spPr>
          <a:xfrm>
            <a:off x="6096000" y="0"/>
            <a:ext cx="6096000" cy="3477168"/>
          </a:xfrm>
          <a:prstGeom prst="rect">
            <a:avLst/>
          </a:prstGeom>
        </p:spPr>
      </p:pic>
      <p:sp>
        <p:nvSpPr>
          <p:cNvPr id="2" name="Text Placeholder 15">
            <a:extLst>
              <a:ext uri="{FF2B5EF4-FFF2-40B4-BE49-F238E27FC236}">
                <a16:creationId xmlns:a16="http://schemas.microsoft.com/office/drawing/2014/main" id="{5DA4F1B0-8EF2-A46D-18A1-751590FDB24C}"/>
              </a:ext>
            </a:extLst>
          </p:cNvPr>
          <p:cNvSpPr>
            <a:spLocks noGrp="1"/>
          </p:cNvSpPr>
          <p:nvPr>
            <p:ph type="body" sz="quarter" idx="13" hasCustomPrompt="1"/>
          </p:nvPr>
        </p:nvSpPr>
        <p:spPr>
          <a:xfrm>
            <a:off x="1030908" y="2339999"/>
            <a:ext cx="8407732" cy="2943201"/>
          </a:xfrm>
        </p:spPr>
        <p:txBody>
          <a:bodyPr>
            <a:noAutofit/>
          </a:bodyPr>
          <a:lstStyle>
            <a:lvl1pPr marL="0" indent="0">
              <a:buNone/>
              <a:defRPr sz="4000" b="1" spc="-150"/>
            </a:lvl1pPr>
            <a:lvl2pPr marL="457200" indent="0">
              <a:buNone/>
              <a:defRPr/>
            </a:lvl2pPr>
            <a:lvl3pPr marL="914400" indent="0">
              <a:buNone/>
              <a:defRPr/>
            </a:lvl3pPr>
            <a:lvl4pPr marL="1371600" indent="0">
              <a:buNone/>
              <a:defRPr/>
            </a:lvl4pPr>
            <a:lvl5pPr marL="1828800" indent="0">
              <a:buNone/>
              <a:defRPr/>
            </a:lvl5pPr>
          </a:lstStyle>
          <a:p>
            <a:pPr lvl="0"/>
            <a:r>
              <a:rPr lang="en-GB"/>
              <a:t>Insert section divider title </a:t>
            </a:r>
            <a:br>
              <a:rPr lang="en-GB"/>
            </a:br>
            <a:r>
              <a:rPr lang="en-GB"/>
              <a:t>here over multiple lines</a:t>
            </a:r>
            <a:endParaRPr lang="en-US"/>
          </a:p>
        </p:txBody>
      </p:sp>
    </p:spTree>
    <p:extLst>
      <p:ext uri="{BB962C8B-B14F-4D97-AF65-F5344CB8AC3E}">
        <p14:creationId xmlns:p14="http://schemas.microsoft.com/office/powerpoint/2010/main" val="975481001"/>
      </p:ext>
    </p:extLst>
  </p:cSld>
  <p:clrMapOvr>
    <a:overrideClrMapping bg1="lt1" tx1="dk1" bg2="lt2" tx2="dk2" accent1="accent1" accent2="accent2" accent3="accent3" accent4="accent4" accent5="accent5" accent6="accent6" hlink="hlink" folHlink="folHlink"/>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Health_End">
    <p:bg>
      <p:bgRef idx="1001">
        <a:schemeClr val="bg1"/>
      </p:bgRef>
    </p:bg>
    <p:spTree>
      <p:nvGrpSpPr>
        <p:cNvPr id="1" name=""/>
        <p:cNvGrpSpPr/>
        <p:nvPr/>
      </p:nvGrpSpPr>
      <p:grpSpPr>
        <a:xfrm>
          <a:off x="0" y="0"/>
          <a:ext cx="0" cy="0"/>
          <a:chOff x="0" y="0"/>
          <a:chExt cx="0" cy="0"/>
        </a:xfrm>
      </p:grpSpPr>
      <p:pic>
        <p:nvPicPr>
          <p:cNvPr id="35" name="Picture 34" descr="A blurry blue and white background&#10;&#10;Description automatically generated">
            <a:extLst>
              <a:ext uri="{FF2B5EF4-FFF2-40B4-BE49-F238E27FC236}">
                <a16:creationId xmlns:a16="http://schemas.microsoft.com/office/drawing/2014/main" id="{EDBF3DD6-2679-9ECE-2A75-D915A1993042}"/>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1"/>
            <a:ext cx="12192000" cy="6858001"/>
          </a:xfrm>
          <a:prstGeom prst="rect">
            <a:avLst/>
          </a:prstGeom>
        </p:spPr>
      </p:pic>
      <p:pic>
        <p:nvPicPr>
          <p:cNvPr id="13" name="Picture 12" descr="Logo, company name&#10;&#10;Description automatically generated">
            <a:extLst>
              <a:ext uri="{FF2B5EF4-FFF2-40B4-BE49-F238E27FC236}">
                <a16:creationId xmlns:a16="http://schemas.microsoft.com/office/drawing/2014/main" id="{EE1C19F7-0DE5-B5F6-6204-FC80783D8844}"/>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324052" y="283907"/>
            <a:ext cx="1486870" cy="344954"/>
          </a:xfrm>
          <a:prstGeom prst="rect">
            <a:avLst/>
          </a:prstGeom>
        </p:spPr>
      </p:pic>
      <p:pic>
        <p:nvPicPr>
          <p:cNvPr id="33" name="Picture 32" descr="A blue and black text&#10;&#10;Description automatically generated with medium confidence">
            <a:extLst>
              <a:ext uri="{FF2B5EF4-FFF2-40B4-BE49-F238E27FC236}">
                <a16:creationId xmlns:a16="http://schemas.microsoft.com/office/drawing/2014/main" id="{718C1DB1-AE53-6242-4C83-B96A536C224E}"/>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1024131" y="1716366"/>
            <a:ext cx="1275453" cy="510181"/>
          </a:xfrm>
          <a:prstGeom prst="rect">
            <a:avLst/>
          </a:prstGeom>
        </p:spPr>
      </p:pic>
      <p:pic>
        <p:nvPicPr>
          <p:cNvPr id="36" name="Picture 35" descr="A logo of a plus&#10;&#10;Description automatically generated with medium confidence">
            <a:extLst>
              <a:ext uri="{FF2B5EF4-FFF2-40B4-BE49-F238E27FC236}">
                <a16:creationId xmlns:a16="http://schemas.microsoft.com/office/drawing/2014/main" id="{364A9F9D-BA15-5470-B1D1-0B67465B45B9}"/>
              </a:ext>
            </a:extLst>
          </p:cNvPr>
          <p:cNvPicPr>
            <a:picLocks noChangeAspect="1"/>
          </p:cNvPicPr>
          <p:nvPr userDrawn="1"/>
        </p:nvPicPr>
        <p:blipFill rotWithShape="1">
          <a:blip r:embed="rId5" cstate="screen">
            <a:extLst>
              <a:ext uri="{28A0092B-C50C-407E-A947-70E740481C1C}">
                <a14:useLocalDpi xmlns:a14="http://schemas.microsoft.com/office/drawing/2010/main"/>
              </a:ext>
            </a:extLst>
          </a:blip>
          <a:srcRect/>
          <a:stretch/>
        </p:blipFill>
        <p:spPr>
          <a:xfrm>
            <a:off x="8368494" y="-1"/>
            <a:ext cx="3823505" cy="2766350"/>
          </a:xfrm>
          <a:prstGeom prst="rect">
            <a:avLst/>
          </a:prstGeom>
        </p:spPr>
      </p:pic>
      <p:pic>
        <p:nvPicPr>
          <p:cNvPr id="2" name="Graphic 1" descr="Circle with left arrow with solid fill">
            <a:extLst>
              <a:ext uri="{FF2B5EF4-FFF2-40B4-BE49-F238E27FC236}">
                <a16:creationId xmlns:a16="http://schemas.microsoft.com/office/drawing/2014/main" id="{26CDF311-A9B0-C8E2-3AB6-9DF9C1A21D84}"/>
              </a:ext>
            </a:extLst>
          </p:cNvPr>
          <p:cNvPicPr>
            <a:picLocks noChangeAspect="1"/>
          </p:cNvPicPr>
          <p:nvPr userDrawn="1"/>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rot="10800000">
            <a:off x="1030013" y="4656216"/>
            <a:ext cx="386027" cy="386027"/>
          </a:xfrm>
          <a:prstGeom prst="rect">
            <a:avLst/>
          </a:prstGeom>
        </p:spPr>
      </p:pic>
      <p:grpSp>
        <p:nvGrpSpPr>
          <p:cNvPr id="3" name="Group 2">
            <a:extLst>
              <a:ext uri="{FF2B5EF4-FFF2-40B4-BE49-F238E27FC236}">
                <a16:creationId xmlns:a16="http://schemas.microsoft.com/office/drawing/2014/main" id="{C3B858C2-A43C-69BF-BDC7-74B691358EE6}"/>
              </a:ext>
            </a:extLst>
          </p:cNvPr>
          <p:cNvGrpSpPr/>
          <p:nvPr userDrawn="1"/>
        </p:nvGrpSpPr>
        <p:grpSpPr>
          <a:xfrm>
            <a:off x="1047634" y="3431037"/>
            <a:ext cx="1271812" cy="63312"/>
            <a:chOff x="654424" y="1831094"/>
            <a:chExt cx="2124633" cy="95765"/>
          </a:xfrm>
        </p:grpSpPr>
        <p:sp>
          <p:nvSpPr>
            <p:cNvPr id="4" name="Rectangle 3">
              <a:extLst>
                <a:ext uri="{FF2B5EF4-FFF2-40B4-BE49-F238E27FC236}">
                  <a16:creationId xmlns:a16="http://schemas.microsoft.com/office/drawing/2014/main" id="{219218F1-7D48-F3CD-DB2D-02B38722E684}"/>
                </a:ext>
              </a:extLst>
            </p:cNvPr>
            <p:cNvSpPr/>
            <p:nvPr/>
          </p:nvSpPr>
          <p:spPr>
            <a:xfrm>
              <a:off x="654424" y="1831096"/>
              <a:ext cx="708211" cy="9576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F4BCD929-FA73-7361-A340-B56C8686E4F1}"/>
                </a:ext>
              </a:extLst>
            </p:cNvPr>
            <p:cNvSpPr/>
            <p:nvPr/>
          </p:nvSpPr>
          <p:spPr>
            <a:xfrm>
              <a:off x="1362635" y="1831095"/>
              <a:ext cx="708211" cy="95763"/>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800DD364-7A2A-E181-96F8-C94B27DE7A98}"/>
                </a:ext>
              </a:extLst>
            </p:cNvPr>
            <p:cNvSpPr/>
            <p:nvPr/>
          </p:nvSpPr>
          <p:spPr>
            <a:xfrm>
              <a:off x="2070846" y="1831094"/>
              <a:ext cx="708211" cy="9576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7" name="Straight Connector 6">
            <a:extLst>
              <a:ext uri="{FF2B5EF4-FFF2-40B4-BE49-F238E27FC236}">
                <a16:creationId xmlns:a16="http://schemas.microsoft.com/office/drawing/2014/main" id="{6C1D0214-E298-ADA4-0D33-160A23D68D8B}"/>
              </a:ext>
            </a:extLst>
          </p:cNvPr>
          <p:cNvCxnSpPr>
            <a:cxnSpLocks/>
          </p:cNvCxnSpPr>
          <p:nvPr userDrawn="1"/>
        </p:nvCxnSpPr>
        <p:spPr>
          <a:xfrm>
            <a:off x="7642124" y="1856232"/>
            <a:ext cx="0" cy="385398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8" name="Triangle 7">
            <a:extLst>
              <a:ext uri="{FF2B5EF4-FFF2-40B4-BE49-F238E27FC236}">
                <a16:creationId xmlns:a16="http://schemas.microsoft.com/office/drawing/2014/main" id="{5D5E92D0-B1B5-D7A7-A4D1-C2AF6116AF8C}"/>
              </a:ext>
            </a:extLst>
          </p:cNvPr>
          <p:cNvSpPr/>
          <p:nvPr userDrawn="1"/>
        </p:nvSpPr>
        <p:spPr>
          <a:xfrm rot="16487802">
            <a:off x="11325992" y="4941877"/>
            <a:ext cx="431988" cy="649190"/>
          </a:xfrm>
          <a:prstGeom prst="triangle">
            <a:avLst>
              <a:gd name="adj" fmla="val 24397"/>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riangle 8">
            <a:extLst>
              <a:ext uri="{FF2B5EF4-FFF2-40B4-BE49-F238E27FC236}">
                <a16:creationId xmlns:a16="http://schemas.microsoft.com/office/drawing/2014/main" id="{D8694815-77CF-1BF9-D84E-FBD7984168FE}"/>
              </a:ext>
            </a:extLst>
          </p:cNvPr>
          <p:cNvSpPr/>
          <p:nvPr userDrawn="1"/>
        </p:nvSpPr>
        <p:spPr>
          <a:xfrm rot="18675952">
            <a:off x="10921695" y="5677934"/>
            <a:ext cx="370137" cy="517923"/>
          </a:xfrm>
          <a:prstGeom prst="triangle">
            <a:avLst>
              <a:gd name="adj" fmla="val 64148"/>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riangle 9">
            <a:extLst>
              <a:ext uri="{FF2B5EF4-FFF2-40B4-BE49-F238E27FC236}">
                <a16:creationId xmlns:a16="http://schemas.microsoft.com/office/drawing/2014/main" id="{865DDF6E-6CCE-F683-AF94-4623B08FB4DF}"/>
              </a:ext>
            </a:extLst>
          </p:cNvPr>
          <p:cNvSpPr/>
          <p:nvPr userDrawn="1"/>
        </p:nvSpPr>
        <p:spPr>
          <a:xfrm rot="2374940">
            <a:off x="8226233" y="5688058"/>
            <a:ext cx="356281" cy="457401"/>
          </a:xfrm>
          <a:prstGeom prst="triangle">
            <a:avLst>
              <a:gd name="adj" fmla="val 24397"/>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utcomeTitle">
            <a:extLst>
              <a:ext uri="{FF2B5EF4-FFF2-40B4-BE49-F238E27FC236}">
                <a16:creationId xmlns:a16="http://schemas.microsoft.com/office/drawing/2014/main" id="{5A941A4D-A3CB-5FA7-9762-241D7BB48453}"/>
              </a:ext>
            </a:extLst>
          </p:cNvPr>
          <p:cNvSpPr txBox="1">
            <a:spLocks/>
          </p:cNvSpPr>
          <p:nvPr userDrawn="1"/>
        </p:nvSpPr>
        <p:spPr>
          <a:xfrm>
            <a:off x="8113740" y="2457517"/>
            <a:ext cx="3387842" cy="360515"/>
          </a:xfrm>
          <a:prstGeom prst="rect">
            <a:avLst/>
          </a:prstGeom>
          <a:noFill/>
        </p:spPr>
        <p:txBody>
          <a:bodyPr vert="horz" lIns="0" tIns="45720" rIns="0" bIns="45720" rtlCol="0">
            <a:normAutofit/>
          </a:bodyPr>
          <a:lstStyle>
            <a:lvl1pPr marL="0" indent="0" algn="l" defTabSz="914400" rtl="0" eaLnBrk="1" latinLnBrk="0" hangingPunct="1">
              <a:lnSpc>
                <a:spcPct val="100000"/>
              </a:lnSpc>
              <a:spcBef>
                <a:spcPts val="0"/>
              </a:spcBef>
              <a:buFont typeface="Arial" panose="020B0604020202020204" pitchFamily="34" charset="0"/>
              <a:buNone/>
              <a:defRPr sz="2400" b="1" kern="1200">
                <a:solidFill>
                  <a:schemeClr val="bg1"/>
                </a:solidFill>
                <a:latin typeface="Open Sans" panose="020B0606030504020204" pitchFamily="34" charset="0"/>
                <a:ea typeface="Open Sans" panose="020B0606030504020204" pitchFamily="34" charset="0"/>
                <a:cs typeface="Open Sans" panose="020B0606030504020204" pitchFamily="34" charset="0"/>
              </a:defRPr>
            </a:lvl1pPr>
            <a:lvl2pPr marL="457167" indent="0" algn="ctr" defTabSz="914400" rtl="0" eaLnBrk="1" latinLnBrk="0" hangingPunct="1">
              <a:lnSpc>
                <a:spcPct val="100000"/>
              </a:lnSpc>
              <a:spcBef>
                <a:spcPts val="1200"/>
              </a:spcBef>
              <a:buClr>
                <a:schemeClr val="accent1"/>
              </a:buClr>
              <a:buFont typeface="Arial" panose="020B0604020202020204" pitchFamily="34" charset="0"/>
              <a:buNone/>
              <a:tabLst/>
              <a:defRPr sz="20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2pPr>
            <a:lvl3pPr marL="914332" indent="0" algn="ctr" defTabSz="914400" rtl="0" eaLnBrk="1" latinLnBrk="0" hangingPunct="1">
              <a:lnSpc>
                <a:spcPct val="100000"/>
              </a:lnSpc>
              <a:spcBef>
                <a:spcPts val="1200"/>
              </a:spcBef>
              <a:buClr>
                <a:schemeClr val="accent1"/>
              </a:buClr>
              <a:buFont typeface="Arial" panose="020B0604020202020204" pitchFamily="34" charset="0"/>
              <a:buNone/>
              <a:tabLst/>
              <a:defRPr sz="18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3pPr>
            <a:lvl4pPr marL="1371498" indent="0" algn="ctr" defTabSz="914400" rtl="0" eaLnBrk="1" latinLnBrk="0" hangingPunct="1">
              <a:lnSpc>
                <a:spcPct val="100000"/>
              </a:lnSpc>
              <a:spcBef>
                <a:spcPts val="1200"/>
              </a:spcBef>
              <a:buClr>
                <a:schemeClr val="accent2"/>
              </a:buClr>
              <a:buFont typeface="Arial" panose="020B0604020202020204" pitchFamily="34" charset="0"/>
              <a:buNone/>
              <a:tabLst/>
              <a:defRPr sz="16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4pPr>
            <a:lvl5pPr marL="1828664" indent="0" algn="ctr" defTabSz="914400" rtl="0" eaLnBrk="1" latinLnBrk="0" hangingPunct="1">
              <a:lnSpc>
                <a:spcPct val="100000"/>
              </a:lnSpc>
              <a:spcBef>
                <a:spcPts val="1200"/>
              </a:spcBef>
              <a:buClr>
                <a:schemeClr val="accent5"/>
              </a:buClr>
              <a:buFont typeface="Arial" panose="020B0604020202020204" pitchFamily="34" charset="0"/>
              <a:buNone/>
              <a:tabLst/>
              <a:defRPr sz="16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5pPr>
            <a:lvl6pPr marL="228583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2994"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16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327"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0" marR="0" lvl="0" indent="0" algn="l" defTabSz="914400" rtl="0" eaLnBrk="1" fontAlgn="auto" latinLnBrk="0" hangingPunct="1">
              <a:spcBef>
                <a:spcPts val="0"/>
              </a:spcBef>
              <a:spcAft>
                <a:spcPts val="0"/>
              </a:spcAft>
              <a:buClrTx/>
              <a:buSzTx/>
              <a:buFont typeface="Arial" panose="020B0604020202020204" pitchFamily="34" charset="0"/>
              <a:buNone/>
              <a:tabLst/>
              <a:defRPr/>
            </a:pPr>
            <a:r>
              <a:rPr lang="en-GB" sz="1100" i="0" u="none" strike="noStrike">
                <a:solidFill>
                  <a:schemeClr val="tx1"/>
                </a:solidFill>
                <a:effectLst/>
              </a:rPr>
              <a:t>About The Access Group</a:t>
            </a:r>
            <a:endParaRPr kumimoji="0" lang="en-US" sz="1100" i="0" u="none" strike="noStrike" kern="1200" cap="none" spc="0" normalizeH="0" baseline="0" noProof="0">
              <a:ln>
                <a:noFill/>
              </a:ln>
              <a:solidFill>
                <a:schemeClr val="tx1"/>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12" name="ServiceOutcome">
            <a:extLst>
              <a:ext uri="{FF2B5EF4-FFF2-40B4-BE49-F238E27FC236}">
                <a16:creationId xmlns:a16="http://schemas.microsoft.com/office/drawing/2014/main" id="{68972111-959A-162C-55D0-E412E04557B4}"/>
              </a:ext>
            </a:extLst>
          </p:cNvPr>
          <p:cNvSpPr txBox="1">
            <a:spLocks/>
          </p:cNvSpPr>
          <p:nvPr userDrawn="1"/>
        </p:nvSpPr>
        <p:spPr>
          <a:xfrm>
            <a:off x="8121354" y="2818034"/>
            <a:ext cx="3380228" cy="1863694"/>
          </a:xfrm>
          <a:prstGeom prst="rect">
            <a:avLst/>
          </a:prstGeom>
          <a:noFill/>
        </p:spPr>
        <p:txBody>
          <a:bodyPr vert="horz" lIns="0" tIns="45720" rIns="0" bIns="45720" rtlCol="0">
            <a:normAutofit lnSpcReduction="10000"/>
          </a:bodyPr>
          <a:lstStyle>
            <a:lvl1pPr marL="0" indent="0" algn="l" defTabSz="914400" rtl="0" eaLnBrk="1" latinLnBrk="0" hangingPunct="1">
              <a:lnSpc>
                <a:spcPct val="100000"/>
              </a:lnSpc>
              <a:spcBef>
                <a:spcPts val="0"/>
              </a:spcBef>
              <a:buFont typeface="Arial" panose="020B0604020202020204" pitchFamily="34" charset="0"/>
              <a:buNone/>
              <a:defRPr sz="2400" b="1" kern="1200">
                <a:solidFill>
                  <a:schemeClr val="bg1"/>
                </a:solidFill>
                <a:latin typeface="Open Sans" panose="020B0606030504020204" pitchFamily="34" charset="0"/>
                <a:ea typeface="Open Sans" panose="020B0606030504020204" pitchFamily="34" charset="0"/>
                <a:cs typeface="Open Sans" panose="020B0606030504020204" pitchFamily="34" charset="0"/>
              </a:defRPr>
            </a:lvl1pPr>
            <a:lvl2pPr marL="457167" indent="0" algn="ctr" defTabSz="914400" rtl="0" eaLnBrk="1" latinLnBrk="0" hangingPunct="1">
              <a:lnSpc>
                <a:spcPct val="100000"/>
              </a:lnSpc>
              <a:spcBef>
                <a:spcPts val="1200"/>
              </a:spcBef>
              <a:buClr>
                <a:schemeClr val="accent1"/>
              </a:buClr>
              <a:buFont typeface="Arial" panose="020B0604020202020204" pitchFamily="34" charset="0"/>
              <a:buNone/>
              <a:tabLst/>
              <a:defRPr sz="20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2pPr>
            <a:lvl3pPr marL="914332" indent="0" algn="ctr" defTabSz="914400" rtl="0" eaLnBrk="1" latinLnBrk="0" hangingPunct="1">
              <a:lnSpc>
                <a:spcPct val="100000"/>
              </a:lnSpc>
              <a:spcBef>
                <a:spcPts val="1200"/>
              </a:spcBef>
              <a:buClr>
                <a:schemeClr val="accent1"/>
              </a:buClr>
              <a:buFont typeface="Arial" panose="020B0604020202020204" pitchFamily="34" charset="0"/>
              <a:buNone/>
              <a:tabLst/>
              <a:defRPr sz="18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3pPr>
            <a:lvl4pPr marL="1371498" indent="0" algn="ctr" defTabSz="914400" rtl="0" eaLnBrk="1" latinLnBrk="0" hangingPunct="1">
              <a:lnSpc>
                <a:spcPct val="100000"/>
              </a:lnSpc>
              <a:spcBef>
                <a:spcPts val="1200"/>
              </a:spcBef>
              <a:buClr>
                <a:schemeClr val="accent2"/>
              </a:buClr>
              <a:buFont typeface="Arial" panose="020B0604020202020204" pitchFamily="34" charset="0"/>
              <a:buNone/>
              <a:tabLst/>
              <a:defRPr sz="16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4pPr>
            <a:lvl5pPr marL="1828664" indent="0" algn="ctr" defTabSz="914400" rtl="0" eaLnBrk="1" latinLnBrk="0" hangingPunct="1">
              <a:lnSpc>
                <a:spcPct val="100000"/>
              </a:lnSpc>
              <a:spcBef>
                <a:spcPts val="1200"/>
              </a:spcBef>
              <a:buClr>
                <a:schemeClr val="accent5"/>
              </a:buClr>
              <a:buFont typeface="Arial" panose="020B0604020202020204" pitchFamily="34" charset="0"/>
              <a:buNone/>
              <a:tabLst/>
              <a:defRPr sz="16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5pPr>
            <a:lvl6pPr marL="228583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2994"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16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327"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0" marR="0" lvl="0" indent="0" algn="l" defTabSz="914400" rtl="0" eaLnBrk="1" fontAlgn="auto" latinLnBrk="0" hangingPunct="1">
              <a:spcBef>
                <a:spcPts val="0"/>
              </a:spcBef>
              <a:spcAft>
                <a:spcPts val="0"/>
              </a:spcAft>
              <a:buClrTx/>
              <a:buSzTx/>
              <a:buFont typeface="Arial" panose="020B0604020202020204" pitchFamily="34" charset="0"/>
              <a:buNone/>
              <a:tabLst/>
              <a:defRPr/>
            </a:pPr>
            <a:r>
              <a:rPr lang="en-GB" sz="1100" b="0" i="0" u="none" strike="noStrike">
                <a:solidFill>
                  <a:schemeClr val="tx1"/>
                </a:solidFill>
                <a:effectLst/>
              </a:rPr>
              <a:t>The Access Group is one of the largest UK-headquartered providers of business management software to small and mid-sized organisations in the UK, Ireland, USA and Asia Pacific. It helps more than 100,000 customers across commercial and non-profit sectors become more productive and efficient. Its innovative cloud solutions transform how business software is used, giving every employee the freedom to do more of what’s important to them. Founded in 1991, The Access Group employs approximately 6,800 people.</a:t>
            </a:r>
            <a:endParaRPr kumimoji="0" lang="en-US" sz="1400" b="0" i="0" u="none" strike="noStrike" kern="1200" cap="none" spc="0" normalizeH="0" baseline="0" noProof="0">
              <a:ln>
                <a:noFill/>
              </a:ln>
              <a:solidFill>
                <a:schemeClr val="tx1"/>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14" name="OutcomeTitle">
            <a:extLst>
              <a:ext uri="{FF2B5EF4-FFF2-40B4-BE49-F238E27FC236}">
                <a16:creationId xmlns:a16="http://schemas.microsoft.com/office/drawing/2014/main" id="{28661A8D-94BD-9350-E966-83E9F3AAEDFC}"/>
              </a:ext>
            </a:extLst>
          </p:cNvPr>
          <p:cNvSpPr txBox="1">
            <a:spLocks/>
          </p:cNvSpPr>
          <p:nvPr userDrawn="1"/>
        </p:nvSpPr>
        <p:spPr>
          <a:xfrm>
            <a:off x="8113740" y="4681728"/>
            <a:ext cx="3387842" cy="360515"/>
          </a:xfrm>
          <a:prstGeom prst="rect">
            <a:avLst/>
          </a:prstGeom>
          <a:noFill/>
        </p:spPr>
        <p:txBody>
          <a:bodyPr vert="horz" lIns="0" tIns="45720" rIns="0" bIns="45720" rtlCol="0">
            <a:normAutofit/>
          </a:bodyPr>
          <a:lstStyle>
            <a:lvl1pPr marL="0" indent="0" algn="l" defTabSz="914400" rtl="0" eaLnBrk="1" latinLnBrk="0" hangingPunct="1">
              <a:lnSpc>
                <a:spcPct val="100000"/>
              </a:lnSpc>
              <a:spcBef>
                <a:spcPts val="0"/>
              </a:spcBef>
              <a:buFont typeface="Arial" panose="020B0604020202020204" pitchFamily="34" charset="0"/>
              <a:buNone/>
              <a:defRPr sz="2400" b="1" kern="1200">
                <a:solidFill>
                  <a:schemeClr val="bg1"/>
                </a:solidFill>
                <a:latin typeface="Open Sans" panose="020B0606030504020204" pitchFamily="34" charset="0"/>
                <a:ea typeface="Open Sans" panose="020B0606030504020204" pitchFamily="34" charset="0"/>
                <a:cs typeface="Open Sans" panose="020B0606030504020204" pitchFamily="34" charset="0"/>
              </a:defRPr>
            </a:lvl1pPr>
            <a:lvl2pPr marL="457167" indent="0" algn="ctr" defTabSz="914400" rtl="0" eaLnBrk="1" latinLnBrk="0" hangingPunct="1">
              <a:lnSpc>
                <a:spcPct val="100000"/>
              </a:lnSpc>
              <a:spcBef>
                <a:spcPts val="1200"/>
              </a:spcBef>
              <a:buClr>
                <a:schemeClr val="accent1"/>
              </a:buClr>
              <a:buFont typeface="Arial" panose="020B0604020202020204" pitchFamily="34" charset="0"/>
              <a:buNone/>
              <a:tabLst/>
              <a:defRPr sz="20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2pPr>
            <a:lvl3pPr marL="914332" indent="0" algn="ctr" defTabSz="914400" rtl="0" eaLnBrk="1" latinLnBrk="0" hangingPunct="1">
              <a:lnSpc>
                <a:spcPct val="100000"/>
              </a:lnSpc>
              <a:spcBef>
                <a:spcPts val="1200"/>
              </a:spcBef>
              <a:buClr>
                <a:schemeClr val="accent1"/>
              </a:buClr>
              <a:buFont typeface="Arial" panose="020B0604020202020204" pitchFamily="34" charset="0"/>
              <a:buNone/>
              <a:tabLst/>
              <a:defRPr sz="18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3pPr>
            <a:lvl4pPr marL="1371498" indent="0" algn="ctr" defTabSz="914400" rtl="0" eaLnBrk="1" latinLnBrk="0" hangingPunct="1">
              <a:lnSpc>
                <a:spcPct val="100000"/>
              </a:lnSpc>
              <a:spcBef>
                <a:spcPts val="1200"/>
              </a:spcBef>
              <a:buClr>
                <a:schemeClr val="accent2"/>
              </a:buClr>
              <a:buFont typeface="Arial" panose="020B0604020202020204" pitchFamily="34" charset="0"/>
              <a:buNone/>
              <a:tabLst/>
              <a:defRPr sz="16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4pPr>
            <a:lvl5pPr marL="1828664" indent="0" algn="ctr" defTabSz="914400" rtl="0" eaLnBrk="1" latinLnBrk="0" hangingPunct="1">
              <a:lnSpc>
                <a:spcPct val="100000"/>
              </a:lnSpc>
              <a:spcBef>
                <a:spcPts val="1200"/>
              </a:spcBef>
              <a:buClr>
                <a:schemeClr val="accent5"/>
              </a:buClr>
              <a:buFont typeface="Arial" panose="020B0604020202020204" pitchFamily="34" charset="0"/>
              <a:buNone/>
              <a:tabLst/>
              <a:defRPr sz="16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5pPr>
            <a:lvl6pPr marL="228583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2994"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16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327"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0" marR="0" lvl="0" indent="0" algn="l" defTabSz="914400" rtl="0" eaLnBrk="1" fontAlgn="auto" latinLnBrk="0" hangingPunct="1">
              <a:spcBef>
                <a:spcPts val="0"/>
              </a:spcBef>
              <a:spcAft>
                <a:spcPts val="0"/>
              </a:spcAft>
              <a:buClrTx/>
              <a:buSzTx/>
              <a:buFont typeface="Arial" panose="020B0604020202020204" pitchFamily="34" charset="0"/>
              <a:buNone/>
              <a:tabLst/>
              <a:defRPr/>
            </a:pPr>
            <a:r>
              <a:rPr lang="en-GB" sz="1000" b="1" i="0" u="none" strike="noStrike">
                <a:solidFill>
                  <a:schemeClr val="tx1"/>
                </a:solidFill>
                <a:effectLst/>
                <a:hlinkClick r:id="rId8">
                  <a:extLst>
                    <a:ext uri="{A12FA001-AC4F-418D-AE19-62706E023703}">
                      <ahyp:hlinkClr xmlns:ahyp="http://schemas.microsoft.com/office/drawing/2018/hyperlinkcolor" val="tx"/>
                    </a:ext>
                  </a:extLst>
                </a:hlinkClick>
              </a:rPr>
              <a:t>theaccessgroup.com</a:t>
            </a:r>
            <a:endParaRPr kumimoji="0" lang="en-US" sz="1100" i="0" u="none" strike="noStrike" kern="1200" cap="none" spc="0" normalizeH="0" baseline="0" noProof="0">
              <a:ln>
                <a:noFill/>
              </a:ln>
              <a:solidFill>
                <a:schemeClr val="tx1"/>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19" name="Text Placeholder 15">
            <a:extLst>
              <a:ext uri="{FF2B5EF4-FFF2-40B4-BE49-F238E27FC236}">
                <a16:creationId xmlns:a16="http://schemas.microsoft.com/office/drawing/2014/main" id="{26B84675-3525-749F-7517-FC1E0ADA7CFB}"/>
              </a:ext>
            </a:extLst>
          </p:cNvPr>
          <p:cNvSpPr>
            <a:spLocks noGrp="1"/>
          </p:cNvSpPr>
          <p:nvPr>
            <p:ph type="body" sz="quarter" idx="14" hasCustomPrompt="1"/>
          </p:nvPr>
        </p:nvSpPr>
        <p:spPr>
          <a:xfrm>
            <a:off x="1455609" y="4726263"/>
            <a:ext cx="4914712" cy="1847829"/>
          </a:xfrm>
        </p:spPr>
        <p:txBody>
          <a:bodyPr>
            <a:noAutofit/>
          </a:bodyPr>
          <a:lstStyle>
            <a:lvl1pPr marL="0" indent="0">
              <a:buNone/>
              <a:defRPr sz="1400" b="0" spc="0"/>
            </a:lvl1pPr>
            <a:lvl2pPr marL="457200" indent="0">
              <a:buNone/>
              <a:defRPr/>
            </a:lvl2pPr>
            <a:lvl3pPr marL="914400" indent="0">
              <a:buNone/>
              <a:defRPr/>
            </a:lvl3pPr>
            <a:lvl4pPr marL="1371600" indent="0">
              <a:buNone/>
              <a:defRPr/>
            </a:lvl4pPr>
            <a:lvl5pPr marL="1828800" indent="0">
              <a:buNone/>
              <a:defRPr/>
            </a:lvl5pPr>
          </a:lstStyle>
          <a:p>
            <a:pPr lvl="0"/>
            <a:r>
              <a:rPr lang="en-GB"/>
              <a:t>Insert your contact info here</a:t>
            </a:r>
            <a:endParaRPr lang="en-US"/>
          </a:p>
        </p:txBody>
      </p:sp>
      <p:sp>
        <p:nvSpPr>
          <p:cNvPr id="20" name="Text Placeholder 15">
            <a:extLst>
              <a:ext uri="{FF2B5EF4-FFF2-40B4-BE49-F238E27FC236}">
                <a16:creationId xmlns:a16="http://schemas.microsoft.com/office/drawing/2014/main" id="{710A94BF-F0BB-5302-337D-0A62A01961ED}"/>
              </a:ext>
            </a:extLst>
          </p:cNvPr>
          <p:cNvSpPr>
            <a:spLocks noGrp="1"/>
          </p:cNvSpPr>
          <p:nvPr>
            <p:ph type="body" sz="quarter" idx="15" hasCustomPrompt="1"/>
          </p:nvPr>
        </p:nvSpPr>
        <p:spPr>
          <a:xfrm>
            <a:off x="945419" y="3782200"/>
            <a:ext cx="4914712" cy="315203"/>
          </a:xfrm>
        </p:spPr>
        <p:txBody>
          <a:bodyPr>
            <a:noAutofit/>
          </a:bodyPr>
          <a:lstStyle>
            <a:lvl1pPr marL="0" indent="0">
              <a:buNone/>
              <a:defRPr sz="1600" b="1" spc="0"/>
            </a:lvl1pPr>
            <a:lvl2pPr marL="457200" indent="0">
              <a:buNone/>
              <a:defRPr/>
            </a:lvl2pPr>
            <a:lvl3pPr marL="914400" indent="0">
              <a:buNone/>
              <a:defRPr/>
            </a:lvl3pPr>
            <a:lvl4pPr marL="1371600" indent="0">
              <a:buNone/>
              <a:defRPr/>
            </a:lvl4pPr>
            <a:lvl5pPr marL="1828800" indent="0">
              <a:buNone/>
              <a:defRPr/>
            </a:lvl5pPr>
          </a:lstStyle>
          <a:p>
            <a:pPr lvl="0"/>
            <a:r>
              <a:rPr lang="en-GB"/>
              <a:t>Insert your name here</a:t>
            </a:r>
            <a:endParaRPr lang="en-US"/>
          </a:p>
        </p:txBody>
      </p:sp>
      <p:sp>
        <p:nvSpPr>
          <p:cNvPr id="21" name="Text Placeholder 15">
            <a:extLst>
              <a:ext uri="{FF2B5EF4-FFF2-40B4-BE49-F238E27FC236}">
                <a16:creationId xmlns:a16="http://schemas.microsoft.com/office/drawing/2014/main" id="{8C497C72-3F8B-DCD1-84EA-0EFD73512F68}"/>
              </a:ext>
            </a:extLst>
          </p:cNvPr>
          <p:cNvSpPr>
            <a:spLocks noGrp="1"/>
          </p:cNvSpPr>
          <p:nvPr>
            <p:ph type="body" sz="quarter" idx="16" hasCustomPrompt="1"/>
          </p:nvPr>
        </p:nvSpPr>
        <p:spPr>
          <a:xfrm>
            <a:off x="945419" y="4097160"/>
            <a:ext cx="4914712" cy="315203"/>
          </a:xfrm>
        </p:spPr>
        <p:txBody>
          <a:bodyPr>
            <a:noAutofit/>
          </a:bodyPr>
          <a:lstStyle>
            <a:lvl1pPr marL="0" indent="0">
              <a:buNone/>
              <a:defRPr sz="1400" b="0" spc="0"/>
            </a:lvl1pPr>
            <a:lvl2pPr marL="457200" indent="0">
              <a:buNone/>
              <a:defRPr/>
            </a:lvl2pPr>
            <a:lvl3pPr marL="914400" indent="0">
              <a:buNone/>
              <a:defRPr/>
            </a:lvl3pPr>
            <a:lvl4pPr marL="1371600" indent="0">
              <a:buNone/>
              <a:defRPr/>
            </a:lvl4pPr>
            <a:lvl5pPr marL="1828800" indent="0">
              <a:buNone/>
              <a:defRPr/>
            </a:lvl5pPr>
          </a:lstStyle>
          <a:p>
            <a:pPr lvl="0"/>
            <a:r>
              <a:rPr lang="en-GB"/>
              <a:t>Insert your job title here</a:t>
            </a:r>
            <a:endParaRPr lang="en-US"/>
          </a:p>
        </p:txBody>
      </p:sp>
      <p:sp>
        <p:nvSpPr>
          <p:cNvPr id="22" name="Text Placeholder 15">
            <a:extLst>
              <a:ext uri="{FF2B5EF4-FFF2-40B4-BE49-F238E27FC236}">
                <a16:creationId xmlns:a16="http://schemas.microsoft.com/office/drawing/2014/main" id="{8445B753-6EE4-C10C-D722-81595219C632}"/>
              </a:ext>
            </a:extLst>
          </p:cNvPr>
          <p:cNvSpPr>
            <a:spLocks noGrp="1"/>
          </p:cNvSpPr>
          <p:nvPr>
            <p:ph type="body" sz="quarter" idx="13" hasCustomPrompt="1"/>
          </p:nvPr>
        </p:nvSpPr>
        <p:spPr>
          <a:xfrm>
            <a:off x="945420" y="2499717"/>
            <a:ext cx="6613620" cy="817546"/>
          </a:xfrm>
        </p:spPr>
        <p:txBody>
          <a:bodyPr>
            <a:noAutofit/>
          </a:bodyPr>
          <a:lstStyle>
            <a:lvl1pPr marL="0" indent="0">
              <a:buNone/>
              <a:defRPr sz="2400" b="1" spc="-150"/>
            </a:lvl1pPr>
            <a:lvl2pPr marL="457200" indent="0">
              <a:buNone/>
              <a:defRPr/>
            </a:lvl2pPr>
            <a:lvl3pPr marL="914400" indent="0">
              <a:buNone/>
              <a:defRPr/>
            </a:lvl3pPr>
            <a:lvl4pPr marL="1371600" indent="0">
              <a:buNone/>
              <a:defRPr/>
            </a:lvl4pPr>
            <a:lvl5pPr marL="1828800" indent="0">
              <a:buNone/>
              <a:defRPr/>
            </a:lvl5pPr>
          </a:lstStyle>
          <a:p>
            <a:pPr lvl="0"/>
            <a:r>
              <a:rPr lang="en-GB"/>
              <a:t>Insert your closing message or </a:t>
            </a:r>
            <a:br>
              <a:rPr lang="en-GB"/>
            </a:br>
            <a:r>
              <a:rPr lang="en-GB"/>
              <a:t>thank you here over multiple lines</a:t>
            </a:r>
            <a:endParaRPr lang="en-US"/>
          </a:p>
        </p:txBody>
      </p:sp>
    </p:spTree>
    <p:extLst>
      <p:ext uri="{BB962C8B-B14F-4D97-AF65-F5344CB8AC3E}">
        <p14:creationId xmlns:p14="http://schemas.microsoft.com/office/powerpoint/2010/main" val="2131278442"/>
      </p:ext>
    </p:extLst>
  </p:cSld>
  <p:clrMapOvr>
    <a:overrideClrMapping bg1="lt1" tx1="dk1" bg2="lt2" tx2="dk2" accent1="accent1" accent2="accent2" accent3="accent3" accent4="accent4" accent5="accent5" accent6="accent6" hlink="hlink" folHlink="folHlink"/>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Support_End">
    <p:bg>
      <p:bgRef idx="1001">
        <a:schemeClr val="bg1"/>
      </p:bgRef>
    </p:bg>
    <p:spTree>
      <p:nvGrpSpPr>
        <p:cNvPr id="1" name=""/>
        <p:cNvGrpSpPr/>
        <p:nvPr/>
      </p:nvGrpSpPr>
      <p:grpSpPr>
        <a:xfrm>
          <a:off x="0" y="0"/>
          <a:ext cx="0" cy="0"/>
          <a:chOff x="0" y="0"/>
          <a:chExt cx="0" cy="0"/>
        </a:xfrm>
      </p:grpSpPr>
      <p:pic>
        <p:nvPicPr>
          <p:cNvPr id="7" name="Picture 6" descr="A blurry image of a red white and blue circle&#10;&#10;Description automatically generated">
            <a:extLst>
              <a:ext uri="{FF2B5EF4-FFF2-40B4-BE49-F238E27FC236}">
                <a16:creationId xmlns:a16="http://schemas.microsoft.com/office/drawing/2014/main" id="{4027BB36-9ADA-195C-B5DC-AA619101E6EA}"/>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 y="0"/>
            <a:ext cx="12192001" cy="6858000"/>
          </a:xfrm>
          <a:prstGeom prst="rect">
            <a:avLst/>
          </a:prstGeom>
        </p:spPr>
      </p:pic>
      <p:pic>
        <p:nvPicPr>
          <p:cNvPr id="13" name="Picture 12" descr="Logo, company name&#10;&#10;Description automatically generated">
            <a:extLst>
              <a:ext uri="{FF2B5EF4-FFF2-40B4-BE49-F238E27FC236}">
                <a16:creationId xmlns:a16="http://schemas.microsoft.com/office/drawing/2014/main" id="{EE1C19F7-0DE5-B5F6-6204-FC80783D8844}"/>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324052" y="283907"/>
            <a:ext cx="1486870" cy="344954"/>
          </a:xfrm>
          <a:prstGeom prst="rect">
            <a:avLst/>
          </a:prstGeom>
        </p:spPr>
      </p:pic>
      <p:pic>
        <p:nvPicPr>
          <p:cNvPr id="3" name="Picture 2" descr="A hand drawn with neon lights&#10;&#10;Description automatically generated with medium confidence">
            <a:extLst>
              <a:ext uri="{FF2B5EF4-FFF2-40B4-BE49-F238E27FC236}">
                <a16:creationId xmlns:a16="http://schemas.microsoft.com/office/drawing/2014/main" id="{7A2AEF5C-8EB4-6C59-9F51-442856EFF695}"/>
              </a:ext>
            </a:extLst>
          </p:cNvPr>
          <p:cNvPicPr>
            <a:picLocks noChangeAspect="1"/>
          </p:cNvPicPr>
          <p:nvPr userDrawn="1"/>
        </p:nvPicPr>
        <p:blipFill rotWithShape="1">
          <a:blip r:embed="rId4" cstate="screen">
            <a:extLst>
              <a:ext uri="{28A0092B-C50C-407E-A947-70E740481C1C}">
                <a14:useLocalDpi xmlns:a14="http://schemas.microsoft.com/office/drawing/2010/main"/>
              </a:ext>
            </a:extLst>
          </a:blip>
          <a:srcRect/>
          <a:stretch/>
        </p:blipFill>
        <p:spPr>
          <a:xfrm>
            <a:off x="6096000" y="0"/>
            <a:ext cx="6096000" cy="3477168"/>
          </a:xfrm>
          <a:prstGeom prst="rect">
            <a:avLst/>
          </a:prstGeom>
        </p:spPr>
      </p:pic>
      <p:pic>
        <p:nvPicPr>
          <p:cNvPr id="8" name="Picture 7" descr="A purple and white logo&#10;&#10;Description automatically generated">
            <a:extLst>
              <a:ext uri="{FF2B5EF4-FFF2-40B4-BE49-F238E27FC236}">
                <a16:creationId xmlns:a16="http://schemas.microsoft.com/office/drawing/2014/main" id="{3EAFD413-0AC7-67D2-B7C7-407E61916BBC}"/>
              </a:ext>
            </a:extLst>
          </p:cNvPr>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a:off x="1030013" y="1718093"/>
            <a:ext cx="1462416" cy="506971"/>
          </a:xfrm>
          <a:prstGeom prst="rect">
            <a:avLst/>
          </a:prstGeom>
        </p:spPr>
      </p:pic>
      <p:pic>
        <p:nvPicPr>
          <p:cNvPr id="4" name="Graphic 3" descr="Circle with left arrow with solid fill">
            <a:extLst>
              <a:ext uri="{FF2B5EF4-FFF2-40B4-BE49-F238E27FC236}">
                <a16:creationId xmlns:a16="http://schemas.microsoft.com/office/drawing/2014/main" id="{444531F7-5AA6-E793-8D31-619FEFD60CA9}"/>
              </a:ext>
            </a:extLst>
          </p:cNvPr>
          <p:cNvPicPr>
            <a:picLocks noChangeAspect="1"/>
          </p:cNvPicPr>
          <p:nvPr userDrawn="1"/>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rot="10800000">
            <a:off x="1030013" y="4656216"/>
            <a:ext cx="386027" cy="386027"/>
          </a:xfrm>
          <a:prstGeom prst="rect">
            <a:avLst/>
          </a:prstGeom>
        </p:spPr>
      </p:pic>
      <p:grpSp>
        <p:nvGrpSpPr>
          <p:cNvPr id="5" name="Group 4">
            <a:extLst>
              <a:ext uri="{FF2B5EF4-FFF2-40B4-BE49-F238E27FC236}">
                <a16:creationId xmlns:a16="http://schemas.microsoft.com/office/drawing/2014/main" id="{86D93D6E-ADDD-995D-FFC3-A1D2E73630DF}"/>
              </a:ext>
            </a:extLst>
          </p:cNvPr>
          <p:cNvGrpSpPr/>
          <p:nvPr userDrawn="1"/>
        </p:nvGrpSpPr>
        <p:grpSpPr>
          <a:xfrm>
            <a:off x="1047634" y="3431037"/>
            <a:ext cx="1271812" cy="63312"/>
            <a:chOff x="654424" y="1831094"/>
            <a:chExt cx="2124633" cy="95765"/>
          </a:xfrm>
        </p:grpSpPr>
        <p:sp>
          <p:nvSpPr>
            <p:cNvPr id="9" name="Rectangle 8">
              <a:extLst>
                <a:ext uri="{FF2B5EF4-FFF2-40B4-BE49-F238E27FC236}">
                  <a16:creationId xmlns:a16="http://schemas.microsoft.com/office/drawing/2014/main" id="{2AB1D839-23D5-2214-62DB-033DA160B461}"/>
                </a:ext>
              </a:extLst>
            </p:cNvPr>
            <p:cNvSpPr/>
            <p:nvPr/>
          </p:nvSpPr>
          <p:spPr>
            <a:xfrm>
              <a:off x="654424" y="1831096"/>
              <a:ext cx="708211" cy="9576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6AF9613F-C443-4FA1-8688-716B72695D40}"/>
                </a:ext>
              </a:extLst>
            </p:cNvPr>
            <p:cNvSpPr/>
            <p:nvPr/>
          </p:nvSpPr>
          <p:spPr>
            <a:xfrm>
              <a:off x="1362635" y="1831095"/>
              <a:ext cx="708211" cy="95763"/>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DC27B2A0-7ACD-FF23-7E2A-D30B701B56F3}"/>
                </a:ext>
              </a:extLst>
            </p:cNvPr>
            <p:cNvSpPr/>
            <p:nvPr/>
          </p:nvSpPr>
          <p:spPr>
            <a:xfrm>
              <a:off x="2070846" y="1831094"/>
              <a:ext cx="708211" cy="9576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2" name="Straight Connector 11">
            <a:extLst>
              <a:ext uri="{FF2B5EF4-FFF2-40B4-BE49-F238E27FC236}">
                <a16:creationId xmlns:a16="http://schemas.microsoft.com/office/drawing/2014/main" id="{5E8C3754-5AF5-AD57-3BB1-B61C1A44C515}"/>
              </a:ext>
            </a:extLst>
          </p:cNvPr>
          <p:cNvCxnSpPr>
            <a:cxnSpLocks/>
          </p:cNvCxnSpPr>
          <p:nvPr userDrawn="1"/>
        </p:nvCxnSpPr>
        <p:spPr>
          <a:xfrm>
            <a:off x="7642124" y="1856232"/>
            <a:ext cx="0" cy="385398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Triangle 13">
            <a:extLst>
              <a:ext uri="{FF2B5EF4-FFF2-40B4-BE49-F238E27FC236}">
                <a16:creationId xmlns:a16="http://schemas.microsoft.com/office/drawing/2014/main" id="{2F25431D-5056-B4FD-CD65-DC0FDDB25E11}"/>
              </a:ext>
            </a:extLst>
          </p:cNvPr>
          <p:cNvSpPr/>
          <p:nvPr userDrawn="1"/>
        </p:nvSpPr>
        <p:spPr>
          <a:xfrm rot="16487802">
            <a:off x="11325992" y="4941877"/>
            <a:ext cx="431988" cy="649190"/>
          </a:xfrm>
          <a:prstGeom prst="triangle">
            <a:avLst>
              <a:gd name="adj" fmla="val 24397"/>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riangle 14">
            <a:extLst>
              <a:ext uri="{FF2B5EF4-FFF2-40B4-BE49-F238E27FC236}">
                <a16:creationId xmlns:a16="http://schemas.microsoft.com/office/drawing/2014/main" id="{77662CDD-3F9F-29FF-4681-1F9837FA6B77}"/>
              </a:ext>
            </a:extLst>
          </p:cNvPr>
          <p:cNvSpPr/>
          <p:nvPr userDrawn="1"/>
        </p:nvSpPr>
        <p:spPr>
          <a:xfrm rot="18675952">
            <a:off x="10921695" y="5677934"/>
            <a:ext cx="370137" cy="517923"/>
          </a:xfrm>
          <a:prstGeom prst="triangle">
            <a:avLst>
              <a:gd name="adj" fmla="val 64148"/>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riangle 15">
            <a:extLst>
              <a:ext uri="{FF2B5EF4-FFF2-40B4-BE49-F238E27FC236}">
                <a16:creationId xmlns:a16="http://schemas.microsoft.com/office/drawing/2014/main" id="{11A81BCC-7C90-17A2-F7AA-2A26543E7B5A}"/>
              </a:ext>
            </a:extLst>
          </p:cNvPr>
          <p:cNvSpPr/>
          <p:nvPr userDrawn="1"/>
        </p:nvSpPr>
        <p:spPr>
          <a:xfrm rot="2374940">
            <a:off x="8226233" y="5688058"/>
            <a:ext cx="356281" cy="457401"/>
          </a:xfrm>
          <a:prstGeom prst="triangle">
            <a:avLst>
              <a:gd name="adj" fmla="val 24397"/>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utcomeTitle">
            <a:extLst>
              <a:ext uri="{FF2B5EF4-FFF2-40B4-BE49-F238E27FC236}">
                <a16:creationId xmlns:a16="http://schemas.microsoft.com/office/drawing/2014/main" id="{2CD7681E-CABD-0F51-2951-F47D0F093C4A}"/>
              </a:ext>
            </a:extLst>
          </p:cNvPr>
          <p:cNvSpPr txBox="1">
            <a:spLocks/>
          </p:cNvSpPr>
          <p:nvPr userDrawn="1"/>
        </p:nvSpPr>
        <p:spPr>
          <a:xfrm>
            <a:off x="8113740" y="2457517"/>
            <a:ext cx="3387842" cy="360515"/>
          </a:xfrm>
          <a:prstGeom prst="rect">
            <a:avLst/>
          </a:prstGeom>
          <a:noFill/>
        </p:spPr>
        <p:txBody>
          <a:bodyPr vert="horz" lIns="0" tIns="45720" rIns="0" bIns="45720" rtlCol="0">
            <a:normAutofit/>
          </a:bodyPr>
          <a:lstStyle>
            <a:lvl1pPr marL="0" indent="0" algn="l" defTabSz="914400" rtl="0" eaLnBrk="1" latinLnBrk="0" hangingPunct="1">
              <a:lnSpc>
                <a:spcPct val="100000"/>
              </a:lnSpc>
              <a:spcBef>
                <a:spcPts val="0"/>
              </a:spcBef>
              <a:buFont typeface="Arial" panose="020B0604020202020204" pitchFamily="34" charset="0"/>
              <a:buNone/>
              <a:defRPr sz="2400" b="1" kern="1200">
                <a:solidFill>
                  <a:schemeClr val="bg1"/>
                </a:solidFill>
                <a:latin typeface="Open Sans" panose="020B0606030504020204" pitchFamily="34" charset="0"/>
                <a:ea typeface="Open Sans" panose="020B0606030504020204" pitchFamily="34" charset="0"/>
                <a:cs typeface="Open Sans" panose="020B0606030504020204" pitchFamily="34" charset="0"/>
              </a:defRPr>
            </a:lvl1pPr>
            <a:lvl2pPr marL="457167" indent="0" algn="ctr" defTabSz="914400" rtl="0" eaLnBrk="1" latinLnBrk="0" hangingPunct="1">
              <a:lnSpc>
                <a:spcPct val="100000"/>
              </a:lnSpc>
              <a:spcBef>
                <a:spcPts val="1200"/>
              </a:spcBef>
              <a:buClr>
                <a:schemeClr val="accent1"/>
              </a:buClr>
              <a:buFont typeface="Arial" panose="020B0604020202020204" pitchFamily="34" charset="0"/>
              <a:buNone/>
              <a:tabLst/>
              <a:defRPr sz="20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2pPr>
            <a:lvl3pPr marL="914332" indent="0" algn="ctr" defTabSz="914400" rtl="0" eaLnBrk="1" latinLnBrk="0" hangingPunct="1">
              <a:lnSpc>
                <a:spcPct val="100000"/>
              </a:lnSpc>
              <a:spcBef>
                <a:spcPts val="1200"/>
              </a:spcBef>
              <a:buClr>
                <a:schemeClr val="accent1"/>
              </a:buClr>
              <a:buFont typeface="Arial" panose="020B0604020202020204" pitchFamily="34" charset="0"/>
              <a:buNone/>
              <a:tabLst/>
              <a:defRPr sz="18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3pPr>
            <a:lvl4pPr marL="1371498" indent="0" algn="ctr" defTabSz="914400" rtl="0" eaLnBrk="1" latinLnBrk="0" hangingPunct="1">
              <a:lnSpc>
                <a:spcPct val="100000"/>
              </a:lnSpc>
              <a:spcBef>
                <a:spcPts val="1200"/>
              </a:spcBef>
              <a:buClr>
                <a:schemeClr val="accent2"/>
              </a:buClr>
              <a:buFont typeface="Arial" panose="020B0604020202020204" pitchFamily="34" charset="0"/>
              <a:buNone/>
              <a:tabLst/>
              <a:defRPr sz="16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4pPr>
            <a:lvl5pPr marL="1828664" indent="0" algn="ctr" defTabSz="914400" rtl="0" eaLnBrk="1" latinLnBrk="0" hangingPunct="1">
              <a:lnSpc>
                <a:spcPct val="100000"/>
              </a:lnSpc>
              <a:spcBef>
                <a:spcPts val="1200"/>
              </a:spcBef>
              <a:buClr>
                <a:schemeClr val="accent5"/>
              </a:buClr>
              <a:buFont typeface="Arial" panose="020B0604020202020204" pitchFamily="34" charset="0"/>
              <a:buNone/>
              <a:tabLst/>
              <a:defRPr sz="16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5pPr>
            <a:lvl6pPr marL="228583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2994"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16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327"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0" marR="0" lvl="0" indent="0" algn="l" defTabSz="914400" rtl="0" eaLnBrk="1" fontAlgn="auto" latinLnBrk="0" hangingPunct="1">
              <a:spcBef>
                <a:spcPts val="0"/>
              </a:spcBef>
              <a:spcAft>
                <a:spcPts val="0"/>
              </a:spcAft>
              <a:buClrTx/>
              <a:buSzTx/>
              <a:buFont typeface="Arial" panose="020B0604020202020204" pitchFamily="34" charset="0"/>
              <a:buNone/>
              <a:tabLst/>
              <a:defRPr/>
            </a:pPr>
            <a:r>
              <a:rPr lang="en-GB" sz="1100" i="0" u="none" strike="noStrike">
                <a:solidFill>
                  <a:schemeClr val="tx1"/>
                </a:solidFill>
                <a:effectLst/>
              </a:rPr>
              <a:t>About The Access Group</a:t>
            </a:r>
            <a:endParaRPr kumimoji="0" lang="en-US" sz="1100" i="0" u="none" strike="noStrike" kern="1200" cap="none" spc="0" normalizeH="0" baseline="0" noProof="0">
              <a:ln>
                <a:noFill/>
              </a:ln>
              <a:solidFill>
                <a:schemeClr val="tx1"/>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18" name="ServiceOutcome">
            <a:extLst>
              <a:ext uri="{FF2B5EF4-FFF2-40B4-BE49-F238E27FC236}">
                <a16:creationId xmlns:a16="http://schemas.microsoft.com/office/drawing/2014/main" id="{809F91C6-E527-DE71-F751-326C5C757E4D}"/>
              </a:ext>
            </a:extLst>
          </p:cNvPr>
          <p:cNvSpPr txBox="1">
            <a:spLocks/>
          </p:cNvSpPr>
          <p:nvPr userDrawn="1"/>
        </p:nvSpPr>
        <p:spPr>
          <a:xfrm>
            <a:off x="8121354" y="2818034"/>
            <a:ext cx="3380228" cy="1863694"/>
          </a:xfrm>
          <a:prstGeom prst="rect">
            <a:avLst/>
          </a:prstGeom>
          <a:noFill/>
        </p:spPr>
        <p:txBody>
          <a:bodyPr vert="horz" lIns="0" tIns="45720" rIns="0" bIns="45720" rtlCol="0">
            <a:normAutofit lnSpcReduction="10000"/>
          </a:bodyPr>
          <a:lstStyle>
            <a:lvl1pPr marL="0" indent="0" algn="l" defTabSz="914400" rtl="0" eaLnBrk="1" latinLnBrk="0" hangingPunct="1">
              <a:lnSpc>
                <a:spcPct val="100000"/>
              </a:lnSpc>
              <a:spcBef>
                <a:spcPts val="0"/>
              </a:spcBef>
              <a:buFont typeface="Arial" panose="020B0604020202020204" pitchFamily="34" charset="0"/>
              <a:buNone/>
              <a:defRPr sz="2400" b="1" kern="1200">
                <a:solidFill>
                  <a:schemeClr val="bg1"/>
                </a:solidFill>
                <a:latin typeface="Open Sans" panose="020B0606030504020204" pitchFamily="34" charset="0"/>
                <a:ea typeface="Open Sans" panose="020B0606030504020204" pitchFamily="34" charset="0"/>
                <a:cs typeface="Open Sans" panose="020B0606030504020204" pitchFamily="34" charset="0"/>
              </a:defRPr>
            </a:lvl1pPr>
            <a:lvl2pPr marL="457167" indent="0" algn="ctr" defTabSz="914400" rtl="0" eaLnBrk="1" latinLnBrk="0" hangingPunct="1">
              <a:lnSpc>
                <a:spcPct val="100000"/>
              </a:lnSpc>
              <a:spcBef>
                <a:spcPts val="1200"/>
              </a:spcBef>
              <a:buClr>
                <a:schemeClr val="accent1"/>
              </a:buClr>
              <a:buFont typeface="Arial" panose="020B0604020202020204" pitchFamily="34" charset="0"/>
              <a:buNone/>
              <a:tabLst/>
              <a:defRPr sz="20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2pPr>
            <a:lvl3pPr marL="914332" indent="0" algn="ctr" defTabSz="914400" rtl="0" eaLnBrk="1" latinLnBrk="0" hangingPunct="1">
              <a:lnSpc>
                <a:spcPct val="100000"/>
              </a:lnSpc>
              <a:spcBef>
                <a:spcPts val="1200"/>
              </a:spcBef>
              <a:buClr>
                <a:schemeClr val="accent1"/>
              </a:buClr>
              <a:buFont typeface="Arial" panose="020B0604020202020204" pitchFamily="34" charset="0"/>
              <a:buNone/>
              <a:tabLst/>
              <a:defRPr sz="18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3pPr>
            <a:lvl4pPr marL="1371498" indent="0" algn="ctr" defTabSz="914400" rtl="0" eaLnBrk="1" latinLnBrk="0" hangingPunct="1">
              <a:lnSpc>
                <a:spcPct val="100000"/>
              </a:lnSpc>
              <a:spcBef>
                <a:spcPts val="1200"/>
              </a:spcBef>
              <a:buClr>
                <a:schemeClr val="accent2"/>
              </a:buClr>
              <a:buFont typeface="Arial" panose="020B0604020202020204" pitchFamily="34" charset="0"/>
              <a:buNone/>
              <a:tabLst/>
              <a:defRPr sz="16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4pPr>
            <a:lvl5pPr marL="1828664" indent="0" algn="ctr" defTabSz="914400" rtl="0" eaLnBrk="1" latinLnBrk="0" hangingPunct="1">
              <a:lnSpc>
                <a:spcPct val="100000"/>
              </a:lnSpc>
              <a:spcBef>
                <a:spcPts val="1200"/>
              </a:spcBef>
              <a:buClr>
                <a:schemeClr val="accent5"/>
              </a:buClr>
              <a:buFont typeface="Arial" panose="020B0604020202020204" pitchFamily="34" charset="0"/>
              <a:buNone/>
              <a:tabLst/>
              <a:defRPr sz="16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5pPr>
            <a:lvl6pPr marL="228583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2994"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16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327"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0" marR="0" lvl="0" indent="0" algn="l" defTabSz="914400" rtl="0" eaLnBrk="1" fontAlgn="auto" latinLnBrk="0" hangingPunct="1">
              <a:spcBef>
                <a:spcPts val="0"/>
              </a:spcBef>
              <a:spcAft>
                <a:spcPts val="0"/>
              </a:spcAft>
              <a:buClrTx/>
              <a:buSzTx/>
              <a:buFont typeface="Arial" panose="020B0604020202020204" pitchFamily="34" charset="0"/>
              <a:buNone/>
              <a:tabLst/>
              <a:defRPr/>
            </a:pPr>
            <a:r>
              <a:rPr lang="en-GB" sz="1100" b="0" i="0" u="none" strike="noStrike">
                <a:solidFill>
                  <a:schemeClr val="tx1"/>
                </a:solidFill>
                <a:effectLst/>
              </a:rPr>
              <a:t>The Access Group is one of the largest UK-headquartered providers of business management software to small and mid-sized organisations in the UK, Ireland, USA and Asia Pacific. It helps more than 100,000 customers across commercial and non-profit sectors become more productive and efficient. Its innovative cloud solutions transform how business software is used, giving every employee the freedom to do more of what’s important to them. Founded in 1991, The Access Group employs approximately 6,800 people.</a:t>
            </a:r>
            <a:endParaRPr kumimoji="0" lang="en-US" sz="1400" b="0" i="0" u="none" strike="noStrike" kern="1200" cap="none" spc="0" normalizeH="0" baseline="0" noProof="0">
              <a:ln>
                <a:noFill/>
              </a:ln>
              <a:solidFill>
                <a:schemeClr val="tx1"/>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19" name="OutcomeTitle">
            <a:extLst>
              <a:ext uri="{FF2B5EF4-FFF2-40B4-BE49-F238E27FC236}">
                <a16:creationId xmlns:a16="http://schemas.microsoft.com/office/drawing/2014/main" id="{00553541-BA25-50DD-1776-B5A6C15CA54E}"/>
              </a:ext>
            </a:extLst>
          </p:cNvPr>
          <p:cNvSpPr txBox="1">
            <a:spLocks/>
          </p:cNvSpPr>
          <p:nvPr userDrawn="1"/>
        </p:nvSpPr>
        <p:spPr>
          <a:xfrm>
            <a:off x="8113740" y="4681728"/>
            <a:ext cx="3387842" cy="360515"/>
          </a:xfrm>
          <a:prstGeom prst="rect">
            <a:avLst/>
          </a:prstGeom>
          <a:noFill/>
        </p:spPr>
        <p:txBody>
          <a:bodyPr vert="horz" lIns="0" tIns="45720" rIns="0" bIns="45720" rtlCol="0">
            <a:normAutofit/>
          </a:bodyPr>
          <a:lstStyle>
            <a:lvl1pPr marL="0" indent="0" algn="l" defTabSz="914400" rtl="0" eaLnBrk="1" latinLnBrk="0" hangingPunct="1">
              <a:lnSpc>
                <a:spcPct val="100000"/>
              </a:lnSpc>
              <a:spcBef>
                <a:spcPts val="0"/>
              </a:spcBef>
              <a:buFont typeface="Arial" panose="020B0604020202020204" pitchFamily="34" charset="0"/>
              <a:buNone/>
              <a:defRPr sz="2400" b="1" kern="1200">
                <a:solidFill>
                  <a:schemeClr val="bg1"/>
                </a:solidFill>
                <a:latin typeface="Open Sans" panose="020B0606030504020204" pitchFamily="34" charset="0"/>
                <a:ea typeface="Open Sans" panose="020B0606030504020204" pitchFamily="34" charset="0"/>
                <a:cs typeface="Open Sans" panose="020B0606030504020204" pitchFamily="34" charset="0"/>
              </a:defRPr>
            </a:lvl1pPr>
            <a:lvl2pPr marL="457167" indent="0" algn="ctr" defTabSz="914400" rtl="0" eaLnBrk="1" latinLnBrk="0" hangingPunct="1">
              <a:lnSpc>
                <a:spcPct val="100000"/>
              </a:lnSpc>
              <a:spcBef>
                <a:spcPts val="1200"/>
              </a:spcBef>
              <a:buClr>
                <a:schemeClr val="accent1"/>
              </a:buClr>
              <a:buFont typeface="Arial" panose="020B0604020202020204" pitchFamily="34" charset="0"/>
              <a:buNone/>
              <a:tabLst/>
              <a:defRPr sz="20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2pPr>
            <a:lvl3pPr marL="914332" indent="0" algn="ctr" defTabSz="914400" rtl="0" eaLnBrk="1" latinLnBrk="0" hangingPunct="1">
              <a:lnSpc>
                <a:spcPct val="100000"/>
              </a:lnSpc>
              <a:spcBef>
                <a:spcPts val="1200"/>
              </a:spcBef>
              <a:buClr>
                <a:schemeClr val="accent1"/>
              </a:buClr>
              <a:buFont typeface="Arial" panose="020B0604020202020204" pitchFamily="34" charset="0"/>
              <a:buNone/>
              <a:tabLst/>
              <a:defRPr sz="18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3pPr>
            <a:lvl4pPr marL="1371498" indent="0" algn="ctr" defTabSz="914400" rtl="0" eaLnBrk="1" latinLnBrk="0" hangingPunct="1">
              <a:lnSpc>
                <a:spcPct val="100000"/>
              </a:lnSpc>
              <a:spcBef>
                <a:spcPts val="1200"/>
              </a:spcBef>
              <a:buClr>
                <a:schemeClr val="accent2"/>
              </a:buClr>
              <a:buFont typeface="Arial" panose="020B0604020202020204" pitchFamily="34" charset="0"/>
              <a:buNone/>
              <a:tabLst/>
              <a:defRPr sz="16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4pPr>
            <a:lvl5pPr marL="1828664" indent="0" algn="ctr" defTabSz="914400" rtl="0" eaLnBrk="1" latinLnBrk="0" hangingPunct="1">
              <a:lnSpc>
                <a:spcPct val="100000"/>
              </a:lnSpc>
              <a:spcBef>
                <a:spcPts val="1200"/>
              </a:spcBef>
              <a:buClr>
                <a:schemeClr val="accent5"/>
              </a:buClr>
              <a:buFont typeface="Arial" panose="020B0604020202020204" pitchFamily="34" charset="0"/>
              <a:buNone/>
              <a:tabLst/>
              <a:defRPr sz="16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5pPr>
            <a:lvl6pPr marL="228583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2994"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16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327"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0" marR="0" lvl="0" indent="0" algn="l" defTabSz="914400" rtl="0" eaLnBrk="1" fontAlgn="auto" latinLnBrk="0" hangingPunct="1">
              <a:spcBef>
                <a:spcPts val="0"/>
              </a:spcBef>
              <a:spcAft>
                <a:spcPts val="0"/>
              </a:spcAft>
              <a:buClrTx/>
              <a:buSzTx/>
              <a:buFont typeface="Arial" panose="020B0604020202020204" pitchFamily="34" charset="0"/>
              <a:buNone/>
              <a:tabLst/>
              <a:defRPr/>
            </a:pPr>
            <a:r>
              <a:rPr lang="en-GB" sz="1000" b="1" i="0" u="none" strike="noStrike">
                <a:solidFill>
                  <a:schemeClr val="tx1"/>
                </a:solidFill>
                <a:effectLst/>
                <a:hlinkClick r:id="rId8">
                  <a:extLst>
                    <a:ext uri="{A12FA001-AC4F-418D-AE19-62706E023703}">
                      <ahyp:hlinkClr xmlns:ahyp="http://schemas.microsoft.com/office/drawing/2018/hyperlinkcolor" val="tx"/>
                    </a:ext>
                  </a:extLst>
                </a:hlinkClick>
              </a:rPr>
              <a:t>theaccessgroup.com</a:t>
            </a:r>
            <a:endParaRPr kumimoji="0" lang="en-US" sz="1100" i="0" u="none" strike="noStrike" kern="1200" cap="none" spc="0" normalizeH="0" baseline="0" noProof="0">
              <a:ln>
                <a:noFill/>
              </a:ln>
              <a:solidFill>
                <a:schemeClr val="tx1"/>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2" name="Text Placeholder 15">
            <a:extLst>
              <a:ext uri="{FF2B5EF4-FFF2-40B4-BE49-F238E27FC236}">
                <a16:creationId xmlns:a16="http://schemas.microsoft.com/office/drawing/2014/main" id="{06A8C9C1-A474-74CD-7F12-EDFDABB4AB75}"/>
              </a:ext>
            </a:extLst>
          </p:cNvPr>
          <p:cNvSpPr>
            <a:spLocks noGrp="1"/>
          </p:cNvSpPr>
          <p:nvPr>
            <p:ph type="body" sz="quarter" idx="14" hasCustomPrompt="1"/>
          </p:nvPr>
        </p:nvSpPr>
        <p:spPr>
          <a:xfrm>
            <a:off x="1455609" y="4726263"/>
            <a:ext cx="4914712" cy="1847829"/>
          </a:xfrm>
        </p:spPr>
        <p:txBody>
          <a:bodyPr>
            <a:noAutofit/>
          </a:bodyPr>
          <a:lstStyle>
            <a:lvl1pPr marL="0" indent="0">
              <a:buNone/>
              <a:defRPr sz="1400" b="0" spc="0"/>
            </a:lvl1pPr>
            <a:lvl2pPr marL="457200" indent="0">
              <a:buNone/>
              <a:defRPr/>
            </a:lvl2pPr>
            <a:lvl3pPr marL="914400" indent="0">
              <a:buNone/>
              <a:defRPr/>
            </a:lvl3pPr>
            <a:lvl4pPr marL="1371600" indent="0">
              <a:buNone/>
              <a:defRPr/>
            </a:lvl4pPr>
            <a:lvl5pPr marL="1828800" indent="0">
              <a:buNone/>
              <a:defRPr/>
            </a:lvl5pPr>
          </a:lstStyle>
          <a:p>
            <a:pPr lvl="0"/>
            <a:r>
              <a:rPr lang="en-GB"/>
              <a:t>Insert your contact info here</a:t>
            </a:r>
            <a:endParaRPr lang="en-US"/>
          </a:p>
        </p:txBody>
      </p:sp>
      <p:sp>
        <p:nvSpPr>
          <p:cNvPr id="6" name="Text Placeholder 15">
            <a:extLst>
              <a:ext uri="{FF2B5EF4-FFF2-40B4-BE49-F238E27FC236}">
                <a16:creationId xmlns:a16="http://schemas.microsoft.com/office/drawing/2014/main" id="{AFE2EF6F-D8EA-7C9A-D2BB-1C3E868E53ED}"/>
              </a:ext>
            </a:extLst>
          </p:cNvPr>
          <p:cNvSpPr>
            <a:spLocks noGrp="1"/>
          </p:cNvSpPr>
          <p:nvPr>
            <p:ph type="body" sz="quarter" idx="15" hasCustomPrompt="1"/>
          </p:nvPr>
        </p:nvSpPr>
        <p:spPr>
          <a:xfrm>
            <a:off x="945419" y="3782200"/>
            <a:ext cx="4914712" cy="315203"/>
          </a:xfrm>
        </p:spPr>
        <p:txBody>
          <a:bodyPr>
            <a:noAutofit/>
          </a:bodyPr>
          <a:lstStyle>
            <a:lvl1pPr marL="0" indent="0">
              <a:buNone/>
              <a:defRPr sz="1600" b="1" spc="0"/>
            </a:lvl1pPr>
            <a:lvl2pPr marL="457200" indent="0">
              <a:buNone/>
              <a:defRPr/>
            </a:lvl2pPr>
            <a:lvl3pPr marL="914400" indent="0">
              <a:buNone/>
              <a:defRPr/>
            </a:lvl3pPr>
            <a:lvl4pPr marL="1371600" indent="0">
              <a:buNone/>
              <a:defRPr/>
            </a:lvl4pPr>
            <a:lvl5pPr marL="1828800" indent="0">
              <a:buNone/>
              <a:defRPr/>
            </a:lvl5pPr>
          </a:lstStyle>
          <a:p>
            <a:pPr lvl="0"/>
            <a:r>
              <a:rPr lang="en-GB"/>
              <a:t>Insert your name here</a:t>
            </a:r>
            <a:endParaRPr lang="en-US"/>
          </a:p>
        </p:txBody>
      </p:sp>
      <p:sp>
        <p:nvSpPr>
          <p:cNvPr id="24" name="Text Placeholder 15">
            <a:extLst>
              <a:ext uri="{FF2B5EF4-FFF2-40B4-BE49-F238E27FC236}">
                <a16:creationId xmlns:a16="http://schemas.microsoft.com/office/drawing/2014/main" id="{045E439D-C562-5E13-2EB1-FA70C4DF64C1}"/>
              </a:ext>
            </a:extLst>
          </p:cNvPr>
          <p:cNvSpPr>
            <a:spLocks noGrp="1"/>
          </p:cNvSpPr>
          <p:nvPr>
            <p:ph type="body" sz="quarter" idx="16" hasCustomPrompt="1"/>
          </p:nvPr>
        </p:nvSpPr>
        <p:spPr>
          <a:xfrm>
            <a:off x="945419" y="4097160"/>
            <a:ext cx="4914712" cy="315203"/>
          </a:xfrm>
        </p:spPr>
        <p:txBody>
          <a:bodyPr>
            <a:noAutofit/>
          </a:bodyPr>
          <a:lstStyle>
            <a:lvl1pPr marL="0" indent="0">
              <a:buNone/>
              <a:defRPr sz="1400" b="0" spc="0"/>
            </a:lvl1pPr>
            <a:lvl2pPr marL="457200" indent="0">
              <a:buNone/>
              <a:defRPr/>
            </a:lvl2pPr>
            <a:lvl3pPr marL="914400" indent="0">
              <a:buNone/>
              <a:defRPr/>
            </a:lvl3pPr>
            <a:lvl4pPr marL="1371600" indent="0">
              <a:buNone/>
              <a:defRPr/>
            </a:lvl4pPr>
            <a:lvl5pPr marL="1828800" indent="0">
              <a:buNone/>
              <a:defRPr/>
            </a:lvl5pPr>
          </a:lstStyle>
          <a:p>
            <a:pPr lvl="0"/>
            <a:r>
              <a:rPr lang="en-GB"/>
              <a:t>Insert your job title here</a:t>
            </a:r>
            <a:endParaRPr lang="en-US"/>
          </a:p>
        </p:txBody>
      </p:sp>
      <p:sp>
        <p:nvSpPr>
          <p:cNvPr id="25" name="Text Placeholder 15">
            <a:extLst>
              <a:ext uri="{FF2B5EF4-FFF2-40B4-BE49-F238E27FC236}">
                <a16:creationId xmlns:a16="http://schemas.microsoft.com/office/drawing/2014/main" id="{C2CE50D3-BE8A-E87B-2AAC-E0000A88D8F1}"/>
              </a:ext>
            </a:extLst>
          </p:cNvPr>
          <p:cNvSpPr>
            <a:spLocks noGrp="1"/>
          </p:cNvSpPr>
          <p:nvPr>
            <p:ph type="body" sz="quarter" idx="13" hasCustomPrompt="1"/>
          </p:nvPr>
        </p:nvSpPr>
        <p:spPr>
          <a:xfrm>
            <a:off x="945420" y="2499717"/>
            <a:ext cx="6613620" cy="817546"/>
          </a:xfrm>
        </p:spPr>
        <p:txBody>
          <a:bodyPr>
            <a:noAutofit/>
          </a:bodyPr>
          <a:lstStyle>
            <a:lvl1pPr marL="0" indent="0">
              <a:buNone/>
              <a:defRPr sz="2400" b="1" spc="-150"/>
            </a:lvl1pPr>
            <a:lvl2pPr marL="457200" indent="0">
              <a:buNone/>
              <a:defRPr/>
            </a:lvl2pPr>
            <a:lvl3pPr marL="914400" indent="0">
              <a:buNone/>
              <a:defRPr/>
            </a:lvl3pPr>
            <a:lvl4pPr marL="1371600" indent="0">
              <a:buNone/>
              <a:defRPr/>
            </a:lvl4pPr>
            <a:lvl5pPr marL="1828800" indent="0">
              <a:buNone/>
              <a:defRPr/>
            </a:lvl5pPr>
          </a:lstStyle>
          <a:p>
            <a:pPr lvl="0"/>
            <a:r>
              <a:rPr lang="en-GB"/>
              <a:t>Insert your closing message or </a:t>
            </a:r>
            <a:br>
              <a:rPr lang="en-GB"/>
            </a:br>
            <a:r>
              <a:rPr lang="en-GB"/>
              <a:t>thank you here over multiple lines</a:t>
            </a:r>
            <a:endParaRPr lang="en-US"/>
          </a:p>
        </p:txBody>
      </p:sp>
    </p:spTree>
    <p:extLst>
      <p:ext uri="{BB962C8B-B14F-4D97-AF65-F5344CB8AC3E}">
        <p14:creationId xmlns:p14="http://schemas.microsoft.com/office/powerpoint/2010/main" val="49578313"/>
      </p:ext>
    </p:extLst>
  </p:cSld>
  <p:clrMapOvr>
    <a:overrideClrMapping bg1="lt1" tx1="dk1" bg2="lt2" tx2="dk2" accent1="accent1" accent2="accent2" accent3="accent3" accent4="accent4" accent5="accent5" accent6="accent6" hlink="hlink" folHlink="folHlink"/>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Care_End">
    <p:bg>
      <p:bgRef idx="1001">
        <a:schemeClr val="bg1"/>
      </p:bgRef>
    </p:bg>
    <p:spTree>
      <p:nvGrpSpPr>
        <p:cNvPr id="1" name=""/>
        <p:cNvGrpSpPr/>
        <p:nvPr/>
      </p:nvGrpSpPr>
      <p:grpSpPr>
        <a:xfrm>
          <a:off x="0" y="0"/>
          <a:ext cx="0" cy="0"/>
          <a:chOff x="0" y="0"/>
          <a:chExt cx="0" cy="0"/>
        </a:xfrm>
      </p:grpSpPr>
      <p:pic>
        <p:nvPicPr>
          <p:cNvPr id="11" name="Picture 10" descr="A blurry image of a person's face&#10;&#10;Description automatically generated">
            <a:extLst>
              <a:ext uri="{FF2B5EF4-FFF2-40B4-BE49-F238E27FC236}">
                <a16:creationId xmlns:a16="http://schemas.microsoft.com/office/drawing/2014/main" id="{4D706700-980F-C3D5-437D-F81991733AB5}"/>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pic>
        <p:nvPicPr>
          <p:cNvPr id="13" name="Picture 12" descr="Logo, company name&#10;&#10;Description automatically generated">
            <a:extLst>
              <a:ext uri="{FF2B5EF4-FFF2-40B4-BE49-F238E27FC236}">
                <a16:creationId xmlns:a16="http://schemas.microsoft.com/office/drawing/2014/main" id="{EE1C19F7-0DE5-B5F6-6204-FC80783D8844}"/>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324052" y="283907"/>
            <a:ext cx="1486870" cy="344954"/>
          </a:xfrm>
          <a:prstGeom prst="rect">
            <a:avLst/>
          </a:prstGeom>
        </p:spPr>
      </p:pic>
      <p:pic>
        <p:nvPicPr>
          <p:cNvPr id="9" name="Picture 8" descr="A blue sign with white text&#10;&#10;Description automatically generated">
            <a:extLst>
              <a:ext uri="{FF2B5EF4-FFF2-40B4-BE49-F238E27FC236}">
                <a16:creationId xmlns:a16="http://schemas.microsoft.com/office/drawing/2014/main" id="{DD681CB0-DF8D-1C3F-B8BC-76ADE3AFDB20}"/>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1030013" y="1709410"/>
            <a:ext cx="951974" cy="515653"/>
          </a:xfrm>
          <a:prstGeom prst="rect">
            <a:avLst/>
          </a:prstGeom>
        </p:spPr>
      </p:pic>
      <p:pic>
        <p:nvPicPr>
          <p:cNvPr id="15" name="Picture 14" descr="A heart shaped object with colorful lines&#10;&#10;Description automatically generated with medium confidence">
            <a:extLst>
              <a:ext uri="{FF2B5EF4-FFF2-40B4-BE49-F238E27FC236}">
                <a16:creationId xmlns:a16="http://schemas.microsoft.com/office/drawing/2014/main" id="{4FC4D0CA-0C7C-C2C8-DAAD-D81052031394}"/>
              </a:ext>
            </a:extLst>
          </p:cNvPr>
          <p:cNvPicPr>
            <a:picLocks noChangeAspect="1"/>
          </p:cNvPicPr>
          <p:nvPr userDrawn="1"/>
        </p:nvPicPr>
        <p:blipFill rotWithShape="1">
          <a:blip r:embed="rId5" cstate="screen">
            <a:extLst>
              <a:ext uri="{28A0092B-C50C-407E-A947-70E740481C1C}">
                <a14:useLocalDpi xmlns:a14="http://schemas.microsoft.com/office/drawing/2010/main"/>
              </a:ext>
            </a:extLst>
          </a:blip>
          <a:srcRect/>
          <a:stretch/>
        </p:blipFill>
        <p:spPr>
          <a:xfrm>
            <a:off x="7361499" y="0"/>
            <a:ext cx="4830501" cy="2882096"/>
          </a:xfrm>
          <a:prstGeom prst="rect">
            <a:avLst/>
          </a:prstGeom>
        </p:spPr>
      </p:pic>
      <p:pic>
        <p:nvPicPr>
          <p:cNvPr id="3" name="Graphic 2" descr="Circle with left arrow with solid fill">
            <a:extLst>
              <a:ext uri="{FF2B5EF4-FFF2-40B4-BE49-F238E27FC236}">
                <a16:creationId xmlns:a16="http://schemas.microsoft.com/office/drawing/2014/main" id="{B5C801C0-E7F4-8822-5EDD-0AF63258A0BC}"/>
              </a:ext>
            </a:extLst>
          </p:cNvPr>
          <p:cNvPicPr>
            <a:picLocks noChangeAspect="1"/>
          </p:cNvPicPr>
          <p:nvPr userDrawn="1"/>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rot="10800000">
            <a:off x="1030013" y="4656216"/>
            <a:ext cx="386027" cy="386027"/>
          </a:xfrm>
          <a:prstGeom prst="rect">
            <a:avLst/>
          </a:prstGeom>
        </p:spPr>
      </p:pic>
      <p:grpSp>
        <p:nvGrpSpPr>
          <p:cNvPr id="4" name="Group 3">
            <a:extLst>
              <a:ext uri="{FF2B5EF4-FFF2-40B4-BE49-F238E27FC236}">
                <a16:creationId xmlns:a16="http://schemas.microsoft.com/office/drawing/2014/main" id="{9B1ACA10-8C1B-7016-6ADE-F74CDD22ECD5}"/>
              </a:ext>
            </a:extLst>
          </p:cNvPr>
          <p:cNvGrpSpPr/>
          <p:nvPr userDrawn="1"/>
        </p:nvGrpSpPr>
        <p:grpSpPr>
          <a:xfrm>
            <a:off x="1047634" y="3431037"/>
            <a:ext cx="1271812" cy="63312"/>
            <a:chOff x="654424" y="1831094"/>
            <a:chExt cx="2124633" cy="95765"/>
          </a:xfrm>
        </p:grpSpPr>
        <p:sp>
          <p:nvSpPr>
            <p:cNvPr id="5" name="Rectangle 4">
              <a:extLst>
                <a:ext uri="{FF2B5EF4-FFF2-40B4-BE49-F238E27FC236}">
                  <a16:creationId xmlns:a16="http://schemas.microsoft.com/office/drawing/2014/main" id="{EFDF9756-347D-FF59-A124-EFD6FA1969AD}"/>
                </a:ext>
              </a:extLst>
            </p:cNvPr>
            <p:cNvSpPr/>
            <p:nvPr/>
          </p:nvSpPr>
          <p:spPr>
            <a:xfrm>
              <a:off x="654424" y="1831096"/>
              <a:ext cx="708211" cy="9576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7458870C-FD85-B145-02F6-5A13E36F5380}"/>
                </a:ext>
              </a:extLst>
            </p:cNvPr>
            <p:cNvSpPr/>
            <p:nvPr/>
          </p:nvSpPr>
          <p:spPr>
            <a:xfrm>
              <a:off x="1362635" y="1831095"/>
              <a:ext cx="708211" cy="95763"/>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8F74C869-5D72-212E-320F-9CD28834DFA2}"/>
                </a:ext>
              </a:extLst>
            </p:cNvPr>
            <p:cNvSpPr/>
            <p:nvPr/>
          </p:nvSpPr>
          <p:spPr>
            <a:xfrm>
              <a:off x="2070846" y="1831094"/>
              <a:ext cx="708211" cy="9576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8" name="Straight Connector 7">
            <a:extLst>
              <a:ext uri="{FF2B5EF4-FFF2-40B4-BE49-F238E27FC236}">
                <a16:creationId xmlns:a16="http://schemas.microsoft.com/office/drawing/2014/main" id="{5D99BDA3-8291-94F1-CDE1-ECE7774FFB0E}"/>
              </a:ext>
            </a:extLst>
          </p:cNvPr>
          <p:cNvCxnSpPr>
            <a:cxnSpLocks/>
          </p:cNvCxnSpPr>
          <p:nvPr userDrawn="1"/>
        </p:nvCxnSpPr>
        <p:spPr>
          <a:xfrm>
            <a:off x="7642124" y="1856232"/>
            <a:ext cx="0" cy="385398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Triangle 9">
            <a:extLst>
              <a:ext uri="{FF2B5EF4-FFF2-40B4-BE49-F238E27FC236}">
                <a16:creationId xmlns:a16="http://schemas.microsoft.com/office/drawing/2014/main" id="{AD86406E-85F5-A05C-4A2A-67302289B318}"/>
              </a:ext>
            </a:extLst>
          </p:cNvPr>
          <p:cNvSpPr/>
          <p:nvPr userDrawn="1"/>
        </p:nvSpPr>
        <p:spPr>
          <a:xfrm rot="16487802">
            <a:off x="11325992" y="4941877"/>
            <a:ext cx="431988" cy="649190"/>
          </a:xfrm>
          <a:prstGeom prst="triangle">
            <a:avLst>
              <a:gd name="adj" fmla="val 24397"/>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riangle 11">
            <a:extLst>
              <a:ext uri="{FF2B5EF4-FFF2-40B4-BE49-F238E27FC236}">
                <a16:creationId xmlns:a16="http://schemas.microsoft.com/office/drawing/2014/main" id="{E725D3A5-4891-52E7-BC8C-E52ACE03B323}"/>
              </a:ext>
            </a:extLst>
          </p:cNvPr>
          <p:cNvSpPr/>
          <p:nvPr userDrawn="1"/>
        </p:nvSpPr>
        <p:spPr>
          <a:xfrm rot="18675952">
            <a:off x="10921695" y="5677934"/>
            <a:ext cx="370137" cy="517923"/>
          </a:xfrm>
          <a:prstGeom prst="triangle">
            <a:avLst>
              <a:gd name="adj" fmla="val 64148"/>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riangle 13">
            <a:extLst>
              <a:ext uri="{FF2B5EF4-FFF2-40B4-BE49-F238E27FC236}">
                <a16:creationId xmlns:a16="http://schemas.microsoft.com/office/drawing/2014/main" id="{25C56B26-B78C-2694-32B2-7C725FEDFFF5}"/>
              </a:ext>
            </a:extLst>
          </p:cNvPr>
          <p:cNvSpPr/>
          <p:nvPr userDrawn="1"/>
        </p:nvSpPr>
        <p:spPr>
          <a:xfrm rot="2374940">
            <a:off x="8226233" y="5688058"/>
            <a:ext cx="356281" cy="457401"/>
          </a:xfrm>
          <a:prstGeom prst="triangle">
            <a:avLst>
              <a:gd name="adj" fmla="val 24397"/>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utcomeTitle">
            <a:extLst>
              <a:ext uri="{FF2B5EF4-FFF2-40B4-BE49-F238E27FC236}">
                <a16:creationId xmlns:a16="http://schemas.microsoft.com/office/drawing/2014/main" id="{BCF93FE0-ED28-A039-6C84-3D8CA664B4FB}"/>
              </a:ext>
            </a:extLst>
          </p:cNvPr>
          <p:cNvSpPr txBox="1">
            <a:spLocks/>
          </p:cNvSpPr>
          <p:nvPr userDrawn="1"/>
        </p:nvSpPr>
        <p:spPr>
          <a:xfrm>
            <a:off x="8113740" y="2457517"/>
            <a:ext cx="3387842" cy="360515"/>
          </a:xfrm>
          <a:prstGeom prst="rect">
            <a:avLst/>
          </a:prstGeom>
          <a:noFill/>
        </p:spPr>
        <p:txBody>
          <a:bodyPr vert="horz" lIns="0" tIns="45720" rIns="0" bIns="45720" rtlCol="0">
            <a:normAutofit/>
          </a:bodyPr>
          <a:lstStyle>
            <a:lvl1pPr marL="0" indent="0" algn="l" defTabSz="914400" rtl="0" eaLnBrk="1" latinLnBrk="0" hangingPunct="1">
              <a:lnSpc>
                <a:spcPct val="100000"/>
              </a:lnSpc>
              <a:spcBef>
                <a:spcPts val="0"/>
              </a:spcBef>
              <a:buFont typeface="Arial" panose="020B0604020202020204" pitchFamily="34" charset="0"/>
              <a:buNone/>
              <a:defRPr sz="2400" b="1" kern="1200">
                <a:solidFill>
                  <a:schemeClr val="bg1"/>
                </a:solidFill>
                <a:latin typeface="Open Sans" panose="020B0606030504020204" pitchFamily="34" charset="0"/>
                <a:ea typeface="Open Sans" panose="020B0606030504020204" pitchFamily="34" charset="0"/>
                <a:cs typeface="Open Sans" panose="020B0606030504020204" pitchFamily="34" charset="0"/>
              </a:defRPr>
            </a:lvl1pPr>
            <a:lvl2pPr marL="457167" indent="0" algn="ctr" defTabSz="914400" rtl="0" eaLnBrk="1" latinLnBrk="0" hangingPunct="1">
              <a:lnSpc>
                <a:spcPct val="100000"/>
              </a:lnSpc>
              <a:spcBef>
                <a:spcPts val="1200"/>
              </a:spcBef>
              <a:buClr>
                <a:schemeClr val="accent1"/>
              </a:buClr>
              <a:buFont typeface="Arial" panose="020B0604020202020204" pitchFamily="34" charset="0"/>
              <a:buNone/>
              <a:tabLst/>
              <a:defRPr sz="20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2pPr>
            <a:lvl3pPr marL="914332" indent="0" algn="ctr" defTabSz="914400" rtl="0" eaLnBrk="1" latinLnBrk="0" hangingPunct="1">
              <a:lnSpc>
                <a:spcPct val="100000"/>
              </a:lnSpc>
              <a:spcBef>
                <a:spcPts val="1200"/>
              </a:spcBef>
              <a:buClr>
                <a:schemeClr val="accent1"/>
              </a:buClr>
              <a:buFont typeface="Arial" panose="020B0604020202020204" pitchFamily="34" charset="0"/>
              <a:buNone/>
              <a:tabLst/>
              <a:defRPr sz="18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3pPr>
            <a:lvl4pPr marL="1371498" indent="0" algn="ctr" defTabSz="914400" rtl="0" eaLnBrk="1" latinLnBrk="0" hangingPunct="1">
              <a:lnSpc>
                <a:spcPct val="100000"/>
              </a:lnSpc>
              <a:spcBef>
                <a:spcPts val="1200"/>
              </a:spcBef>
              <a:buClr>
                <a:schemeClr val="accent2"/>
              </a:buClr>
              <a:buFont typeface="Arial" panose="020B0604020202020204" pitchFamily="34" charset="0"/>
              <a:buNone/>
              <a:tabLst/>
              <a:defRPr sz="16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4pPr>
            <a:lvl5pPr marL="1828664" indent="0" algn="ctr" defTabSz="914400" rtl="0" eaLnBrk="1" latinLnBrk="0" hangingPunct="1">
              <a:lnSpc>
                <a:spcPct val="100000"/>
              </a:lnSpc>
              <a:spcBef>
                <a:spcPts val="1200"/>
              </a:spcBef>
              <a:buClr>
                <a:schemeClr val="accent5"/>
              </a:buClr>
              <a:buFont typeface="Arial" panose="020B0604020202020204" pitchFamily="34" charset="0"/>
              <a:buNone/>
              <a:tabLst/>
              <a:defRPr sz="16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5pPr>
            <a:lvl6pPr marL="228583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2994"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16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327"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0" marR="0" lvl="0" indent="0" algn="l" defTabSz="914400" rtl="0" eaLnBrk="1" fontAlgn="auto" latinLnBrk="0" hangingPunct="1">
              <a:spcBef>
                <a:spcPts val="0"/>
              </a:spcBef>
              <a:spcAft>
                <a:spcPts val="0"/>
              </a:spcAft>
              <a:buClrTx/>
              <a:buSzTx/>
              <a:buFont typeface="Arial" panose="020B0604020202020204" pitchFamily="34" charset="0"/>
              <a:buNone/>
              <a:tabLst/>
              <a:defRPr/>
            </a:pPr>
            <a:r>
              <a:rPr lang="en-GB" sz="1100" i="0" u="none" strike="noStrike">
                <a:solidFill>
                  <a:schemeClr val="tx1"/>
                </a:solidFill>
                <a:effectLst/>
              </a:rPr>
              <a:t>About The Access Group</a:t>
            </a:r>
            <a:endParaRPr kumimoji="0" lang="en-US" sz="1100" i="0" u="none" strike="noStrike" kern="1200" cap="none" spc="0" normalizeH="0" baseline="0" noProof="0">
              <a:ln>
                <a:noFill/>
              </a:ln>
              <a:solidFill>
                <a:schemeClr val="tx1"/>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17" name="ServiceOutcome">
            <a:extLst>
              <a:ext uri="{FF2B5EF4-FFF2-40B4-BE49-F238E27FC236}">
                <a16:creationId xmlns:a16="http://schemas.microsoft.com/office/drawing/2014/main" id="{144F4C03-96CA-554C-4D08-632EF59DD40B}"/>
              </a:ext>
            </a:extLst>
          </p:cNvPr>
          <p:cNvSpPr txBox="1">
            <a:spLocks/>
          </p:cNvSpPr>
          <p:nvPr userDrawn="1"/>
        </p:nvSpPr>
        <p:spPr>
          <a:xfrm>
            <a:off x="8121354" y="2818034"/>
            <a:ext cx="3380228" cy="1863694"/>
          </a:xfrm>
          <a:prstGeom prst="rect">
            <a:avLst/>
          </a:prstGeom>
          <a:noFill/>
        </p:spPr>
        <p:txBody>
          <a:bodyPr vert="horz" lIns="0" tIns="45720" rIns="0" bIns="45720" rtlCol="0">
            <a:normAutofit lnSpcReduction="10000"/>
          </a:bodyPr>
          <a:lstStyle>
            <a:lvl1pPr marL="0" indent="0" algn="l" defTabSz="914400" rtl="0" eaLnBrk="1" latinLnBrk="0" hangingPunct="1">
              <a:lnSpc>
                <a:spcPct val="100000"/>
              </a:lnSpc>
              <a:spcBef>
                <a:spcPts val="0"/>
              </a:spcBef>
              <a:buFont typeface="Arial" panose="020B0604020202020204" pitchFamily="34" charset="0"/>
              <a:buNone/>
              <a:defRPr sz="2400" b="1" kern="1200">
                <a:solidFill>
                  <a:schemeClr val="bg1"/>
                </a:solidFill>
                <a:latin typeface="Open Sans" panose="020B0606030504020204" pitchFamily="34" charset="0"/>
                <a:ea typeface="Open Sans" panose="020B0606030504020204" pitchFamily="34" charset="0"/>
                <a:cs typeface="Open Sans" panose="020B0606030504020204" pitchFamily="34" charset="0"/>
              </a:defRPr>
            </a:lvl1pPr>
            <a:lvl2pPr marL="457167" indent="0" algn="ctr" defTabSz="914400" rtl="0" eaLnBrk="1" latinLnBrk="0" hangingPunct="1">
              <a:lnSpc>
                <a:spcPct val="100000"/>
              </a:lnSpc>
              <a:spcBef>
                <a:spcPts val="1200"/>
              </a:spcBef>
              <a:buClr>
                <a:schemeClr val="accent1"/>
              </a:buClr>
              <a:buFont typeface="Arial" panose="020B0604020202020204" pitchFamily="34" charset="0"/>
              <a:buNone/>
              <a:tabLst/>
              <a:defRPr sz="20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2pPr>
            <a:lvl3pPr marL="914332" indent="0" algn="ctr" defTabSz="914400" rtl="0" eaLnBrk="1" latinLnBrk="0" hangingPunct="1">
              <a:lnSpc>
                <a:spcPct val="100000"/>
              </a:lnSpc>
              <a:spcBef>
                <a:spcPts val="1200"/>
              </a:spcBef>
              <a:buClr>
                <a:schemeClr val="accent1"/>
              </a:buClr>
              <a:buFont typeface="Arial" panose="020B0604020202020204" pitchFamily="34" charset="0"/>
              <a:buNone/>
              <a:tabLst/>
              <a:defRPr sz="18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3pPr>
            <a:lvl4pPr marL="1371498" indent="0" algn="ctr" defTabSz="914400" rtl="0" eaLnBrk="1" latinLnBrk="0" hangingPunct="1">
              <a:lnSpc>
                <a:spcPct val="100000"/>
              </a:lnSpc>
              <a:spcBef>
                <a:spcPts val="1200"/>
              </a:spcBef>
              <a:buClr>
                <a:schemeClr val="accent2"/>
              </a:buClr>
              <a:buFont typeface="Arial" panose="020B0604020202020204" pitchFamily="34" charset="0"/>
              <a:buNone/>
              <a:tabLst/>
              <a:defRPr sz="16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4pPr>
            <a:lvl5pPr marL="1828664" indent="0" algn="ctr" defTabSz="914400" rtl="0" eaLnBrk="1" latinLnBrk="0" hangingPunct="1">
              <a:lnSpc>
                <a:spcPct val="100000"/>
              </a:lnSpc>
              <a:spcBef>
                <a:spcPts val="1200"/>
              </a:spcBef>
              <a:buClr>
                <a:schemeClr val="accent5"/>
              </a:buClr>
              <a:buFont typeface="Arial" panose="020B0604020202020204" pitchFamily="34" charset="0"/>
              <a:buNone/>
              <a:tabLst/>
              <a:defRPr sz="16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5pPr>
            <a:lvl6pPr marL="228583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2994"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16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327"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0" marR="0" lvl="0" indent="0" algn="l" defTabSz="914400" rtl="0" eaLnBrk="1" fontAlgn="auto" latinLnBrk="0" hangingPunct="1">
              <a:spcBef>
                <a:spcPts val="0"/>
              </a:spcBef>
              <a:spcAft>
                <a:spcPts val="0"/>
              </a:spcAft>
              <a:buClrTx/>
              <a:buSzTx/>
              <a:buFont typeface="Arial" panose="020B0604020202020204" pitchFamily="34" charset="0"/>
              <a:buNone/>
              <a:tabLst/>
              <a:defRPr/>
            </a:pPr>
            <a:r>
              <a:rPr lang="en-GB" sz="1100" b="0" i="0" u="none" strike="noStrike">
                <a:solidFill>
                  <a:schemeClr val="tx1"/>
                </a:solidFill>
                <a:effectLst/>
              </a:rPr>
              <a:t>The Access Group is one of the largest UK-headquartered providers of business management software to small and mid-sized organisations in the UK, Ireland, USA and Asia Pacific. It helps more than 100,000 customers across commercial and non-profit sectors become more productive and efficient. Its innovative cloud solutions transform how business software is used, giving every employee the freedom to do more of what’s important to them. Founded in 1991, The Access Group employs approximately 6,800 people.</a:t>
            </a:r>
            <a:endParaRPr kumimoji="0" lang="en-US" sz="1400" b="0" i="0" u="none" strike="noStrike" kern="1200" cap="none" spc="0" normalizeH="0" baseline="0" noProof="0">
              <a:ln>
                <a:noFill/>
              </a:ln>
              <a:solidFill>
                <a:schemeClr val="tx1"/>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18" name="OutcomeTitle">
            <a:extLst>
              <a:ext uri="{FF2B5EF4-FFF2-40B4-BE49-F238E27FC236}">
                <a16:creationId xmlns:a16="http://schemas.microsoft.com/office/drawing/2014/main" id="{1E47F7CB-FBC9-9D42-CCA7-A7C96F8A9900}"/>
              </a:ext>
            </a:extLst>
          </p:cNvPr>
          <p:cNvSpPr txBox="1">
            <a:spLocks/>
          </p:cNvSpPr>
          <p:nvPr userDrawn="1"/>
        </p:nvSpPr>
        <p:spPr>
          <a:xfrm>
            <a:off x="8113740" y="4681728"/>
            <a:ext cx="3387842" cy="360515"/>
          </a:xfrm>
          <a:prstGeom prst="rect">
            <a:avLst/>
          </a:prstGeom>
          <a:noFill/>
        </p:spPr>
        <p:txBody>
          <a:bodyPr vert="horz" lIns="0" tIns="45720" rIns="0" bIns="45720" rtlCol="0">
            <a:normAutofit/>
          </a:bodyPr>
          <a:lstStyle>
            <a:lvl1pPr marL="0" indent="0" algn="l" defTabSz="914400" rtl="0" eaLnBrk="1" latinLnBrk="0" hangingPunct="1">
              <a:lnSpc>
                <a:spcPct val="100000"/>
              </a:lnSpc>
              <a:spcBef>
                <a:spcPts val="0"/>
              </a:spcBef>
              <a:buFont typeface="Arial" panose="020B0604020202020204" pitchFamily="34" charset="0"/>
              <a:buNone/>
              <a:defRPr sz="2400" b="1" kern="1200">
                <a:solidFill>
                  <a:schemeClr val="bg1"/>
                </a:solidFill>
                <a:latin typeface="Open Sans" panose="020B0606030504020204" pitchFamily="34" charset="0"/>
                <a:ea typeface="Open Sans" panose="020B0606030504020204" pitchFamily="34" charset="0"/>
                <a:cs typeface="Open Sans" panose="020B0606030504020204" pitchFamily="34" charset="0"/>
              </a:defRPr>
            </a:lvl1pPr>
            <a:lvl2pPr marL="457167" indent="0" algn="ctr" defTabSz="914400" rtl="0" eaLnBrk="1" latinLnBrk="0" hangingPunct="1">
              <a:lnSpc>
                <a:spcPct val="100000"/>
              </a:lnSpc>
              <a:spcBef>
                <a:spcPts val="1200"/>
              </a:spcBef>
              <a:buClr>
                <a:schemeClr val="accent1"/>
              </a:buClr>
              <a:buFont typeface="Arial" panose="020B0604020202020204" pitchFamily="34" charset="0"/>
              <a:buNone/>
              <a:tabLst/>
              <a:defRPr sz="20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2pPr>
            <a:lvl3pPr marL="914332" indent="0" algn="ctr" defTabSz="914400" rtl="0" eaLnBrk="1" latinLnBrk="0" hangingPunct="1">
              <a:lnSpc>
                <a:spcPct val="100000"/>
              </a:lnSpc>
              <a:spcBef>
                <a:spcPts val="1200"/>
              </a:spcBef>
              <a:buClr>
                <a:schemeClr val="accent1"/>
              </a:buClr>
              <a:buFont typeface="Arial" panose="020B0604020202020204" pitchFamily="34" charset="0"/>
              <a:buNone/>
              <a:tabLst/>
              <a:defRPr sz="18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3pPr>
            <a:lvl4pPr marL="1371498" indent="0" algn="ctr" defTabSz="914400" rtl="0" eaLnBrk="1" latinLnBrk="0" hangingPunct="1">
              <a:lnSpc>
                <a:spcPct val="100000"/>
              </a:lnSpc>
              <a:spcBef>
                <a:spcPts val="1200"/>
              </a:spcBef>
              <a:buClr>
                <a:schemeClr val="accent2"/>
              </a:buClr>
              <a:buFont typeface="Arial" panose="020B0604020202020204" pitchFamily="34" charset="0"/>
              <a:buNone/>
              <a:tabLst/>
              <a:defRPr sz="16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4pPr>
            <a:lvl5pPr marL="1828664" indent="0" algn="ctr" defTabSz="914400" rtl="0" eaLnBrk="1" latinLnBrk="0" hangingPunct="1">
              <a:lnSpc>
                <a:spcPct val="100000"/>
              </a:lnSpc>
              <a:spcBef>
                <a:spcPts val="1200"/>
              </a:spcBef>
              <a:buClr>
                <a:schemeClr val="accent5"/>
              </a:buClr>
              <a:buFont typeface="Arial" panose="020B0604020202020204" pitchFamily="34" charset="0"/>
              <a:buNone/>
              <a:tabLst/>
              <a:defRPr sz="16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5pPr>
            <a:lvl6pPr marL="228583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2994"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16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327"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0" marR="0" lvl="0" indent="0" algn="l" defTabSz="914400" rtl="0" eaLnBrk="1" fontAlgn="auto" latinLnBrk="0" hangingPunct="1">
              <a:spcBef>
                <a:spcPts val="0"/>
              </a:spcBef>
              <a:spcAft>
                <a:spcPts val="0"/>
              </a:spcAft>
              <a:buClrTx/>
              <a:buSzTx/>
              <a:buFont typeface="Arial" panose="020B0604020202020204" pitchFamily="34" charset="0"/>
              <a:buNone/>
              <a:tabLst/>
              <a:defRPr/>
            </a:pPr>
            <a:r>
              <a:rPr lang="en-GB" sz="1000" b="1" i="0" u="none" strike="noStrike">
                <a:solidFill>
                  <a:schemeClr val="tx1"/>
                </a:solidFill>
                <a:effectLst/>
                <a:hlinkClick r:id="rId8">
                  <a:extLst>
                    <a:ext uri="{A12FA001-AC4F-418D-AE19-62706E023703}">
                      <ahyp:hlinkClr xmlns:ahyp="http://schemas.microsoft.com/office/drawing/2018/hyperlinkcolor" val="tx"/>
                    </a:ext>
                  </a:extLst>
                </a:hlinkClick>
              </a:rPr>
              <a:t>theaccessgroup.com</a:t>
            </a:r>
            <a:endParaRPr kumimoji="0" lang="en-US" sz="1100" i="0" u="none" strike="noStrike" kern="1200" cap="none" spc="0" normalizeH="0" baseline="0" noProof="0">
              <a:ln>
                <a:noFill/>
              </a:ln>
              <a:solidFill>
                <a:schemeClr val="tx1"/>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2" name="Text Placeholder 15">
            <a:extLst>
              <a:ext uri="{FF2B5EF4-FFF2-40B4-BE49-F238E27FC236}">
                <a16:creationId xmlns:a16="http://schemas.microsoft.com/office/drawing/2014/main" id="{1AB5E4B4-BFB6-F7FB-A30A-939A7846CD24}"/>
              </a:ext>
            </a:extLst>
          </p:cNvPr>
          <p:cNvSpPr>
            <a:spLocks noGrp="1"/>
          </p:cNvSpPr>
          <p:nvPr>
            <p:ph type="body" sz="quarter" idx="14" hasCustomPrompt="1"/>
          </p:nvPr>
        </p:nvSpPr>
        <p:spPr>
          <a:xfrm>
            <a:off x="1455609" y="4726263"/>
            <a:ext cx="4914712" cy="1847829"/>
          </a:xfrm>
        </p:spPr>
        <p:txBody>
          <a:bodyPr>
            <a:noAutofit/>
          </a:bodyPr>
          <a:lstStyle>
            <a:lvl1pPr marL="0" indent="0">
              <a:buNone/>
              <a:defRPr sz="1400" b="0" spc="0"/>
            </a:lvl1pPr>
            <a:lvl2pPr marL="457200" indent="0">
              <a:buNone/>
              <a:defRPr/>
            </a:lvl2pPr>
            <a:lvl3pPr marL="914400" indent="0">
              <a:buNone/>
              <a:defRPr/>
            </a:lvl3pPr>
            <a:lvl4pPr marL="1371600" indent="0">
              <a:buNone/>
              <a:defRPr/>
            </a:lvl4pPr>
            <a:lvl5pPr marL="1828800" indent="0">
              <a:buNone/>
              <a:defRPr/>
            </a:lvl5pPr>
          </a:lstStyle>
          <a:p>
            <a:pPr lvl="0"/>
            <a:r>
              <a:rPr lang="en-GB"/>
              <a:t>Insert your contact info here</a:t>
            </a:r>
            <a:endParaRPr lang="en-US"/>
          </a:p>
        </p:txBody>
      </p:sp>
      <p:sp>
        <p:nvSpPr>
          <p:cNvPr id="23" name="Text Placeholder 15">
            <a:extLst>
              <a:ext uri="{FF2B5EF4-FFF2-40B4-BE49-F238E27FC236}">
                <a16:creationId xmlns:a16="http://schemas.microsoft.com/office/drawing/2014/main" id="{6A6C6077-5FCE-4C50-F74B-8F1306351FFD}"/>
              </a:ext>
            </a:extLst>
          </p:cNvPr>
          <p:cNvSpPr>
            <a:spLocks noGrp="1"/>
          </p:cNvSpPr>
          <p:nvPr>
            <p:ph type="body" sz="quarter" idx="15" hasCustomPrompt="1"/>
          </p:nvPr>
        </p:nvSpPr>
        <p:spPr>
          <a:xfrm>
            <a:off x="945419" y="3782200"/>
            <a:ext cx="4914712" cy="315203"/>
          </a:xfrm>
        </p:spPr>
        <p:txBody>
          <a:bodyPr>
            <a:noAutofit/>
          </a:bodyPr>
          <a:lstStyle>
            <a:lvl1pPr marL="0" indent="0">
              <a:buNone/>
              <a:defRPr sz="1600" b="1" spc="0"/>
            </a:lvl1pPr>
            <a:lvl2pPr marL="457200" indent="0">
              <a:buNone/>
              <a:defRPr/>
            </a:lvl2pPr>
            <a:lvl3pPr marL="914400" indent="0">
              <a:buNone/>
              <a:defRPr/>
            </a:lvl3pPr>
            <a:lvl4pPr marL="1371600" indent="0">
              <a:buNone/>
              <a:defRPr/>
            </a:lvl4pPr>
            <a:lvl5pPr marL="1828800" indent="0">
              <a:buNone/>
              <a:defRPr/>
            </a:lvl5pPr>
          </a:lstStyle>
          <a:p>
            <a:pPr lvl="0"/>
            <a:r>
              <a:rPr lang="en-GB"/>
              <a:t>Insert your name here</a:t>
            </a:r>
            <a:endParaRPr lang="en-US"/>
          </a:p>
        </p:txBody>
      </p:sp>
      <p:sp>
        <p:nvSpPr>
          <p:cNvPr id="24" name="Text Placeholder 15">
            <a:extLst>
              <a:ext uri="{FF2B5EF4-FFF2-40B4-BE49-F238E27FC236}">
                <a16:creationId xmlns:a16="http://schemas.microsoft.com/office/drawing/2014/main" id="{1C595454-C9B0-7520-04E1-D7FA88F4356C}"/>
              </a:ext>
            </a:extLst>
          </p:cNvPr>
          <p:cNvSpPr>
            <a:spLocks noGrp="1"/>
          </p:cNvSpPr>
          <p:nvPr>
            <p:ph type="body" sz="quarter" idx="16" hasCustomPrompt="1"/>
          </p:nvPr>
        </p:nvSpPr>
        <p:spPr>
          <a:xfrm>
            <a:off x="945419" y="4097160"/>
            <a:ext cx="4914712" cy="315203"/>
          </a:xfrm>
        </p:spPr>
        <p:txBody>
          <a:bodyPr>
            <a:noAutofit/>
          </a:bodyPr>
          <a:lstStyle>
            <a:lvl1pPr marL="0" indent="0">
              <a:buNone/>
              <a:defRPr sz="1400" b="0" spc="0"/>
            </a:lvl1pPr>
            <a:lvl2pPr marL="457200" indent="0">
              <a:buNone/>
              <a:defRPr/>
            </a:lvl2pPr>
            <a:lvl3pPr marL="914400" indent="0">
              <a:buNone/>
              <a:defRPr/>
            </a:lvl3pPr>
            <a:lvl4pPr marL="1371600" indent="0">
              <a:buNone/>
              <a:defRPr/>
            </a:lvl4pPr>
            <a:lvl5pPr marL="1828800" indent="0">
              <a:buNone/>
              <a:defRPr/>
            </a:lvl5pPr>
          </a:lstStyle>
          <a:p>
            <a:pPr lvl="0"/>
            <a:r>
              <a:rPr lang="en-GB"/>
              <a:t>Insert your job title here</a:t>
            </a:r>
            <a:endParaRPr lang="en-US"/>
          </a:p>
        </p:txBody>
      </p:sp>
      <p:sp>
        <p:nvSpPr>
          <p:cNvPr id="25" name="Text Placeholder 15">
            <a:extLst>
              <a:ext uri="{FF2B5EF4-FFF2-40B4-BE49-F238E27FC236}">
                <a16:creationId xmlns:a16="http://schemas.microsoft.com/office/drawing/2014/main" id="{EEF2E5B8-02BE-D4A2-D08E-53CD73823457}"/>
              </a:ext>
            </a:extLst>
          </p:cNvPr>
          <p:cNvSpPr>
            <a:spLocks noGrp="1"/>
          </p:cNvSpPr>
          <p:nvPr>
            <p:ph type="body" sz="quarter" idx="13" hasCustomPrompt="1"/>
          </p:nvPr>
        </p:nvSpPr>
        <p:spPr>
          <a:xfrm>
            <a:off x="945420" y="2499717"/>
            <a:ext cx="6613620" cy="817546"/>
          </a:xfrm>
        </p:spPr>
        <p:txBody>
          <a:bodyPr>
            <a:noAutofit/>
          </a:bodyPr>
          <a:lstStyle>
            <a:lvl1pPr marL="0" indent="0">
              <a:buNone/>
              <a:defRPr sz="2400" b="1" spc="-150"/>
            </a:lvl1pPr>
            <a:lvl2pPr marL="457200" indent="0">
              <a:buNone/>
              <a:defRPr/>
            </a:lvl2pPr>
            <a:lvl3pPr marL="914400" indent="0">
              <a:buNone/>
              <a:defRPr/>
            </a:lvl3pPr>
            <a:lvl4pPr marL="1371600" indent="0">
              <a:buNone/>
              <a:defRPr/>
            </a:lvl4pPr>
            <a:lvl5pPr marL="1828800" indent="0">
              <a:buNone/>
              <a:defRPr/>
            </a:lvl5pPr>
          </a:lstStyle>
          <a:p>
            <a:pPr lvl="0"/>
            <a:r>
              <a:rPr lang="en-GB"/>
              <a:t>Insert your closing message or </a:t>
            </a:r>
            <a:br>
              <a:rPr lang="en-GB"/>
            </a:br>
            <a:r>
              <a:rPr lang="en-GB"/>
              <a:t>thank you here over multiple lines</a:t>
            </a:r>
            <a:endParaRPr lang="en-US"/>
          </a:p>
        </p:txBody>
      </p:sp>
    </p:spTree>
    <p:extLst>
      <p:ext uri="{BB962C8B-B14F-4D97-AF65-F5344CB8AC3E}">
        <p14:creationId xmlns:p14="http://schemas.microsoft.com/office/powerpoint/2010/main" val="1141147810"/>
      </p:ext>
    </p:extLst>
  </p:cSld>
  <p:clrMapOvr>
    <a:overrideClrMapping bg1="lt1" tx1="dk1" bg2="lt2" tx2="dk2" accent1="accent1" accent2="accent2" accent3="accent3" accent4="accent4" accent5="accent5" accent6="accent6" hlink="hlink" folHlink="folHlink"/>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TEC_End">
    <p:bg>
      <p:bgRef idx="1001">
        <a:schemeClr val="bg1"/>
      </p:bgRef>
    </p:bg>
    <p:spTree>
      <p:nvGrpSpPr>
        <p:cNvPr id="1" name=""/>
        <p:cNvGrpSpPr/>
        <p:nvPr/>
      </p:nvGrpSpPr>
      <p:grpSpPr>
        <a:xfrm>
          <a:off x="0" y="0"/>
          <a:ext cx="0" cy="0"/>
          <a:chOff x="0" y="0"/>
          <a:chExt cx="0" cy="0"/>
        </a:xfrm>
      </p:grpSpPr>
      <p:pic>
        <p:nvPicPr>
          <p:cNvPr id="3" name="Picture 2" descr="A blurry image of a pink and blue background&#10;&#10;Description automatically generated">
            <a:extLst>
              <a:ext uri="{FF2B5EF4-FFF2-40B4-BE49-F238E27FC236}">
                <a16:creationId xmlns:a16="http://schemas.microsoft.com/office/drawing/2014/main" id="{14C08CBA-606C-6ACB-8538-A9FF53673188}"/>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 y="0"/>
            <a:ext cx="12192001" cy="6858000"/>
          </a:xfrm>
          <a:prstGeom prst="rect">
            <a:avLst/>
          </a:prstGeom>
        </p:spPr>
      </p:pic>
      <p:pic>
        <p:nvPicPr>
          <p:cNvPr id="13" name="Picture 12" descr="Logo, company name&#10;&#10;Description automatically generated">
            <a:extLst>
              <a:ext uri="{FF2B5EF4-FFF2-40B4-BE49-F238E27FC236}">
                <a16:creationId xmlns:a16="http://schemas.microsoft.com/office/drawing/2014/main" id="{EE1C19F7-0DE5-B5F6-6204-FC80783D8844}"/>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324052" y="283907"/>
            <a:ext cx="1486870" cy="344954"/>
          </a:xfrm>
          <a:prstGeom prst="rect">
            <a:avLst/>
          </a:prstGeom>
        </p:spPr>
      </p:pic>
      <p:pic>
        <p:nvPicPr>
          <p:cNvPr id="30" name="Picture 29" descr="A hand with a cross and a heart&#10;&#10;Description automatically generated">
            <a:extLst>
              <a:ext uri="{FF2B5EF4-FFF2-40B4-BE49-F238E27FC236}">
                <a16:creationId xmlns:a16="http://schemas.microsoft.com/office/drawing/2014/main" id="{F2B923C9-A56E-0F77-5E17-D4C116A70A93}"/>
              </a:ext>
            </a:extLst>
          </p:cNvPr>
          <p:cNvPicPr>
            <a:picLocks noChangeAspect="1"/>
          </p:cNvPicPr>
          <p:nvPr userDrawn="1"/>
        </p:nvPicPr>
        <p:blipFill rotWithShape="1">
          <a:blip r:embed="rId4" cstate="screen">
            <a:extLst>
              <a:ext uri="{28A0092B-C50C-407E-A947-70E740481C1C}">
                <a14:useLocalDpi xmlns:a14="http://schemas.microsoft.com/office/drawing/2010/main"/>
              </a:ext>
            </a:extLst>
          </a:blip>
          <a:srcRect/>
          <a:stretch/>
        </p:blipFill>
        <p:spPr>
          <a:xfrm>
            <a:off x="9591044" y="1"/>
            <a:ext cx="2600956" cy="2733069"/>
          </a:xfrm>
          <a:prstGeom prst="rect">
            <a:avLst/>
          </a:prstGeom>
        </p:spPr>
      </p:pic>
      <p:pic>
        <p:nvPicPr>
          <p:cNvPr id="31" name="Picture 30" descr="A close up of a logo&#10;&#10;Description automatically generated">
            <a:extLst>
              <a:ext uri="{FF2B5EF4-FFF2-40B4-BE49-F238E27FC236}">
                <a16:creationId xmlns:a16="http://schemas.microsoft.com/office/drawing/2014/main" id="{057722B6-1918-03F4-C135-D81230629188}"/>
              </a:ext>
            </a:extLst>
          </p:cNvPr>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a:off x="1024131" y="1715466"/>
            <a:ext cx="4137795" cy="511082"/>
          </a:xfrm>
          <a:prstGeom prst="rect">
            <a:avLst/>
          </a:prstGeom>
        </p:spPr>
      </p:pic>
      <p:pic>
        <p:nvPicPr>
          <p:cNvPr id="4" name="Graphic 3" descr="Circle with left arrow with solid fill">
            <a:extLst>
              <a:ext uri="{FF2B5EF4-FFF2-40B4-BE49-F238E27FC236}">
                <a16:creationId xmlns:a16="http://schemas.microsoft.com/office/drawing/2014/main" id="{FBDAE7C1-27AD-45BA-3026-1989A43B3F16}"/>
              </a:ext>
            </a:extLst>
          </p:cNvPr>
          <p:cNvPicPr>
            <a:picLocks noChangeAspect="1"/>
          </p:cNvPicPr>
          <p:nvPr userDrawn="1"/>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rot="10800000">
            <a:off x="1030013" y="4656216"/>
            <a:ext cx="386027" cy="386027"/>
          </a:xfrm>
          <a:prstGeom prst="rect">
            <a:avLst/>
          </a:prstGeom>
        </p:spPr>
      </p:pic>
      <p:grpSp>
        <p:nvGrpSpPr>
          <p:cNvPr id="5" name="Group 4">
            <a:extLst>
              <a:ext uri="{FF2B5EF4-FFF2-40B4-BE49-F238E27FC236}">
                <a16:creationId xmlns:a16="http://schemas.microsoft.com/office/drawing/2014/main" id="{9FFC6B31-A177-637D-A936-E56E143DBB19}"/>
              </a:ext>
            </a:extLst>
          </p:cNvPr>
          <p:cNvGrpSpPr/>
          <p:nvPr userDrawn="1"/>
        </p:nvGrpSpPr>
        <p:grpSpPr>
          <a:xfrm>
            <a:off x="1047634" y="3431037"/>
            <a:ext cx="1271812" cy="63312"/>
            <a:chOff x="654424" y="1831094"/>
            <a:chExt cx="2124633" cy="95765"/>
          </a:xfrm>
        </p:grpSpPr>
        <p:sp>
          <p:nvSpPr>
            <p:cNvPr id="6" name="Rectangle 5">
              <a:extLst>
                <a:ext uri="{FF2B5EF4-FFF2-40B4-BE49-F238E27FC236}">
                  <a16:creationId xmlns:a16="http://schemas.microsoft.com/office/drawing/2014/main" id="{120534A0-FA26-4FB6-0897-B74112BD50F2}"/>
                </a:ext>
              </a:extLst>
            </p:cNvPr>
            <p:cNvSpPr/>
            <p:nvPr/>
          </p:nvSpPr>
          <p:spPr>
            <a:xfrm>
              <a:off x="654424" y="1831096"/>
              <a:ext cx="708211" cy="9576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E66D24CD-2C9F-F071-47FB-B5A9B06D2CC6}"/>
                </a:ext>
              </a:extLst>
            </p:cNvPr>
            <p:cNvSpPr/>
            <p:nvPr/>
          </p:nvSpPr>
          <p:spPr>
            <a:xfrm>
              <a:off x="1362635" y="1831095"/>
              <a:ext cx="708211" cy="95763"/>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62559A74-5CF5-C6A7-D14E-B847C3C28BA3}"/>
                </a:ext>
              </a:extLst>
            </p:cNvPr>
            <p:cNvSpPr/>
            <p:nvPr/>
          </p:nvSpPr>
          <p:spPr>
            <a:xfrm>
              <a:off x="2070846" y="1831094"/>
              <a:ext cx="708211" cy="9576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9" name="Straight Connector 8">
            <a:extLst>
              <a:ext uri="{FF2B5EF4-FFF2-40B4-BE49-F238E27FC236}">
                <a16:creationId xmlns:a16="http://schemas.microsoft.com/office/drawing/2014/main" id="{F96D6FE5-8A9D-BBAE-E4BF-52AF5A349122}"/>
              </a:ext>
            </a:extLst>
          </p:cNvPr>
          <p:cNvCxnSpPr>
            <a:cxnSpLocks/>
          </p:cNvCxnSpPr>
          <p:nvPr userDrawn="1"/>
        </p:nvCxnSpPr>
        <p:spPr>
          <a:xfrm>
            <a:off x="7642124" y="1856232"/>
            <a:ext cx="0" cy="385398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Triangle 9">
            <a:extLst>
              <a:ext uri="{FF2B5EF4-FFF2-40B4-BE49-F238E27FC236}">
                <a16:creationId xmlns:a16="http://schemas.microsoft.com/office/drawing/2014/main" id="{780A174D-5D33-D70E-2958-48DB374D7D8D}"/>
              </a:ext>
            </a:extLst>
          </p:cNvPr>
          <p:cNvSpPr/>
          <p:nvPr userDrawn="1"/>
        </p:nvSpPr>
        <p:spPr>
          <a:xfrm rot="16487802">
            <a:off x="11325992" y="4941877"/>
            <a:ext cx="431988" cy="649190"/>
          </a:xfrm>
          <a:prstGeom prst="triangle">
            <a:avLst>
              <a:gd name="adj" fmla="val 24397"/>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riangle 10">
            <a:extLst>
              <a:ext uri="{FF2B5EF4-FFF2-40B4-BE49-F238E27FC236}">
                <a16:creationId xmlns:a16="http://schemas.microsoft.com/office/drawing/2014/main" id="{72B6DB52-D1FB-68E9-1B25-A131B839BA45}"/>
              </a:ext>
            </a:extLst>
          </p:cNvPr>
          <p:cNvSpPr/>
          <p:nvPr userDrawn="1"/>
        </p:nvSpPr>
        <p:spPr>
          <a:xfrm rot="18675952">
            <a:off x="10921695" y="5677934"/>
            <a:ext cx="370137" cy="517923"/>
          </a:xfrm>
          <a:prstGeom prst="triangle">
            <a:avLst>
              <a:gd name="adj" fmla="val 64148"/>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riangle 11">
            <a:extLst>
              <a:ext uri="{FF2B5EF4-FFF2-40B4-BE49-F238E27FC236}">
                <a16:creationId xmlns:a16="http://schemas.microsoft.com/office/drawing/2014/main" id="{7FE57D97-058C-3169-6E1F-B5B729F5304F}"/>
              </a:ext>
            </a:extLst>
          </p:cNvPr>
          <p:cNvSpPr/>
          <p:nvPr userDrawn="1"/>
        </p:nvSpPr>
        <p:spPr>
          <a:xfrm rot="2374940">
            <a:off x="8226233" y="5688058"/>
            <a:ext cx="356281" cy="457401"/>
          </a:xfrm>
          <a:prstGeom prst="triangle">
            <a:avLst>
              <a:gd name="adj" fmla="val 24397"/>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utcomeTitle">
            <a:extLst>
              <a:ext uri="{FF2B5EF4-FFF2-40B4-BE49-F238E27FC236}">
                <a16:creationId xmlns:a16="http://schemas.microsoft.com/office/drawing/2014/main" id="{52A4BCAA-8FA2-A4E7-FC8D-344BE52F8081}"/>
              </a:ext>
            </a:extLst>
          </p:cNvPr>
          <p:cNvSpPr txBox="1">
            <a:spLocks/>
          </p:cNvSpPr>
          <p:nvPr userDrawn="1"/>
        </p:nvSpPr>
        <p:spPr>
          <a:xfrm>
            <a:off x="8113740" y="2457517"/>
            <a:ext cx="3387842" cy="360515"/>
          </a:xfrm>
          <a:prstGeom prst="rect">
            <a:avLst/>
          </a:prstGeom>
          <a:noFill/>
        </p:spPr>
        <p:txBody>
          <a:bodyPr vert="horz" lIns="0" tIns="45720" rIns="0" bIns="45720" rtlCol="0">
            <a:normAutofit/>
          </a:bodyPr>
          <a:lstStyle>
            <a:lvl1pPr marL="0" indent="0" algn="l" defTabSz="914400" rtl="0" eaLnBrk="1" latinLnBrk="0" hangingPunct="1">
              <a:lnSpc>
                <a:spcPct val="100000"/>
              </a:lnSpc>
              <a:spcBef>
                <a:spcPts val="0"/>
              </a:spcBef>
              <a:buFont typeface="Arial" panose="020B0604020202020204" pitchFamily="34" charset="0"/>
              <a:buNone/>
              <a:defRPr sz="2400" b="1" kern="1200">
                <a:solidFill>
                  <a:schemeClr val="bg1"/>
                </a:solidFill>
                <a:latin typeface="Open Sans" panose="020B0606030504020204" pitchFamily="34" charset="0"/>
                <a:ea typeface="Open Sans" panose="020B0606030504020204" pitchFamily="34" charset="0"/>
                <a:cs typeface="Open Sans" panose="020B0606030504020204" pitchFamily="34" charset="0"/>
              </a:defRPr>
            </a:lvl1pPr>
            <a:lvl2pPr marL="457167" indent="0" algn="ctr" defTabSz="914400" rtl="0" eaLnBrk="1" latinLnBrk="0" hangingPunct="1">
              <a:lnSpc>
                <a:spcPct val="100000"/>
              </a:lnSpc>
              <a:spcBef>
                <a:spcPts val="1200"/>
              </a:spcBef>
              <a:buClr>
                <a:schemeClr val="accent1"/>
              </a:buClr>
              <a:buFont typeface="Arial" panose="020B0604020202020204" pitchFamily="34" charset="0"/>
              <a:buNone/>
              <a:tabLst/>
              <a:defRPr sz="20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2pPr>
            <a:lvl3pPr marL="914332" indent="0" algn="ctr" defTabSz="914400" rtl="0" eaLnBrk="1" latinLnBrk="0" hangingPunct="1">
              <a:lnSpc>
                <a:spcPct val="100000"/>
              </a:lnSpc>
              <a:spcBef>
                <a:spcPts val="1200"/>
              </a:spcBef>
              <a:buClr>
                <a:schemeClr val="accent1"/>
              </a:buClr>
              <a:buFont typeface="Arial" panose="020B0604020202020204" pitchFamily="34" charset="0"/>
              <a:buNone/>
              <a:tabLst/>
              <a:defRPr sz="18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3pPr>
            <a:lvl4pPr marL="1371498" indent="0" algn="ctr" defTabSz="914400" rtl="0" eaLnBrk="1" latinLnBrk="0" hangingPunct="1">
              <a:lnSpc>
                <a:spcPct val="100000"/>
              </a:lnSpc>
              <a:spcBef>
                <a:spcPts val="1200"/>
              </a:spcBef>
              <a:buClr>
                <a:schemeClr val="accent2"/>
              </a:buClr>
              <a:buFont typeface="Arial" panose="020B0604020202020204" pitchFamily="34" charset="0"/>
              <a:buNone/>
              <a:tabLst/>
              <a:defRPr sz="16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4pPr>
            <a:lvl5pPr marL="1828664" indent="0" algn="ctr" defTabSz="914400" rtl="0" eaLnBrk="1" latinLnBrk="0" hangingPunct="1">
              <a:lnSpc>
                <a:spcPct val="100000"/>
              </a:lnSpc>
              <a:spcBef>
                <a:spcPts val="1200"/>
              </a:spcBef>
              <a:buClr>
                <a:schemeClr val="accent5"/>
              </a:buClr>
              <a:buFont typeface="Arial" panose="020B0604020202020204" pitchFamily="34" charset="0"/>
              <a:buNone/>
              <a:tabLst/>
              <a:defRPr sz="16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5pPr>
            <a:lvl6pPr marL="228583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2994"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16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327"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0" marR="0" lvl="0" indent="0" algn="l" defTabSz="914400" rtl="0" eaLnBrk="1" fontAlgn="auto" latinLnBrk="0" hangingPunct="1">
              <a:spcBef>
                <a:spcPts val="0"/>
              </a:spcBef>
              <a:spcAft>
                <a:spcPts val="0"/>
              </a:spcAft>
              <a:buClrTx/>
              <a:buSzTx/>
              <a:buFont typeface="Arial" panose="020B0604020202020204" pitchFamily="34" charset="0"/>
              <a:buNone/>
              <a:tabLst/>
              <a:defRPr/>
            </a:pPr>
            <a:r>
              <a:rPr lang="en-GB" sz="1100" i="0" u="none" strike="noStrike">
                <a:solidFill>
                  <a:schemeClr val="tx1"/>
                </a:solidFill>
                <a:effectLst/>
              </a:rPr>
              <a:t>About The Access Group</a:t>
            </a:r>
            <a:endParaRPr kumimoji="0" lang="en-US" sz="1100" i="0" u="none" strike="noStrike" kern="1200" cap="none" spc="0" normalizeH="0" baseline="0" noProof="0">
              <a:ln>
                <a:noFill/>
              </a:ln>
              <a:solidFill>
                <a:schemeClr val="tx1"/>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15" name="ServiceOutcome">
            <a:extLst>
              <a:ext uri="{FF2B5EF4-FFF2-40B4-BE49-F238E27FC236}">
                <a16:creationId xmlns:a16="http://schemas.microsoft.com/office/drawing/2014/main" id="{5D451B26-4C9C-0A3F-4C8C-8F1CAAB69E2B}"/>
              </a:ext>
            </a:extLst>
          </p:cNvPr>
          <p:cNvSpPr txBox="1">
            <a:spLocks/>
          </p:cNvSpPr>
          <p:nvPr userDrawn="1"/>
        </p:nvSpPr>
        <p:spPr>
          <a:xfrm>
            <a:off x="8121354" y="2818034"/>
            <a:ext cx="3380228" cy="1863694"/>
          </a:xfrm>
          <a:prstGeom prst="rect">
            <a:avLst/>
          </a:prstGeom>
          <a:noFill/>
        </p:spPr>
        <p:txBody>
          <a:bodyPr vert="horz" lIns="0" tIns="45720" rIns="0" bIns="45720" rtlCol="0">
            <a:normAutofit lnSpcReduction="10000"/>
          </a:bodyPr>
          <a:lstStyle>
            <a:lvl1pPr marL="0" indent="0" algn="l" defTabSz="914400" rtl="0" eaLnBrk="1" latinLnBrk="0" hangingPunct="1">
              <a:lnSpc>
                <a:spcPct val="100000"/>
              </a:lnSpc>
              <a:spcBef>
                <a:spcPts val="0"/>
              </a:spcBef>
              <a:buFont typeface="Arial" panose="020B0604020202020204" pitchFamily="34" charset="0"/>
              <a:buNone/>
              <a:defRPr sz="2400" b="1" kern="1200">
                <a:solidFill>
                  <a:schemeClr val="bg1"/>
                </a:solidFill>
                <a:latin typeface="Open Sans" panose="020B0606030504020204" pitchFamily="34" charset="0"/>
                <a:ea typeface="Open Sans" panose="020B0606030504020204" pitchFamily="34" charset="0"/>
                <a:cs typeface="Open Sans" panose="020B0606030504020204" pitchFamily="34" charset="0"/>
              </a:defRPr>
            </a:lvl1pPr>
            <a:lvl2pPr marL="457167" indent="0" algn="ctr" defTabSz="914400" rtl="0" eaLnBrk="1" latinLnBrk="0" hangingPunct="1">
              <a:lnSpc>
                <a:spcPct val="100000"/>
              </a:lnSpc>
              <a:spcBef>
                <a:spcPts val="1200"/>
              </a:spcBef>
              <a:buClr>
                <a:schemeClr val="accent1"/>
              </a:buClr>
              <a:buFont typeface="Arial" panose="020B0604020202020204" pitchFamily="34" charset="0"/>
              <a:buNone/>
              <a:tabLst/>
              <a:defRPr sz="20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2pPr>
            <a:lvl3pPr marL="914332" indent="0" algn="ctr" defTabSz="914400" rtl="0" eaLnBrk="1" latinLnBrk="0" hangingPunct="1">
              <a:lnSpc>
                <a:spcPct val="100000"/>
              </a:lnSpc>
              <a:spcBef>
                <a:spcPts val="1200"/>
              </a:spcBef>
              <a:buClr>
                <a:schemeClr val="accent1"/>
              </a:buClr>
              <a:buFont typeface="Arial" panose="020B0604020202020204" pitchFamily="34" charset="0"/>
              <a:buNone/>
              <a:tabLst/>
              <a:defRPr sz="18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3pPr>
            <a:lvl4pPr marL="1371498" indent="0" algn="ctr" defTabSz="914400" rtl="0" eaLnBrk="1" latinLnBrk="0" hangingPunct="1">
              <a:lnSpc>
                <a:spcPct val="100000"/>
              </a:lnSpc>
              <a:spcBef>
                <a:spcPts val="1200"/>
              </a:spcBef>
              <a:buClr>
                <a:schemeClr val="accent2"/>
              </a:buClr>
              <a:buFont typeface="Arial" panose="020B0604020202020204" pitchFamily="34" charset="0"/>
              <a:buNone/>
              <a:tabLst/>
              <a:defRPr sz="16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4pPr>
            <a:lvl5pPr marL="1828664" indent="0" algn="ctr" defTabSz="914400" rtl="0" eaLnBrk="1" latinLnBrk="0" hangingPunct="1">
              <a:lnSpc>
                <a:spcPct val="100000"/>
              </a:lnSpc>
              <a:spcBef>
                <a:spcPts val="1200"/>
              </a:spcBef>
              <a:buClr>
                <a:schemeClr val="accent5"/>
              </a:buClr>
              <a:buFont typeface="Arial" panose="020B0604020202020204" pitchFamily="34" charset="0"/>
              <a:buNone/>
              <a:tabLst/>
              <a:defRPr sz="16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5pPr>
            <a:lvl6pPr marL="228583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2994"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16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327"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0" marR="0" lvl="0" indent="0" algn="l" defTabSz="914400" rtl="0" eaLnBrk="1" fontAlgn="auto" latinLnBrk="0" hangingPunct="1">
              <a:spcBef>
                <a:spcPts val="0"/>
              </a:spcBef>
              <a:spcAft>
                <a:spcPts val="0"/>
              </a:spcAft>
              <a:buClrTx/>
              <a:buSzTx/>
              <a:buFont typeface="Arial" panose="020B0604020202020204" pitchFamily="34" charset="0"/>
              <a:buNone/>
              <a:tabLst/>
              <a:defRPr/>
            </a:pPr>
            <a:r>
              <a:rPr lang="en-GB" sz="1100" b="0" i="0" u="none" strike="noStrike">
                <a:solidFill>
                  <a:schemeClr val="tx1"/>
                </a:solidFill>
                <a:effectLst/>
              </a:rPr>
              <a:t>The Access Group is one of the largest UK-headquartered providers of business management software to small and mid-sized organisations in the UK, Ireland, USA and Asia Pacific. It helps more than 100,000 customers across commercial and non-profit sectors become more productive and efficient. Its innovative cloud solutions transform how business software is used, giving every employee the freedom to do more of what’s important to them. Founded in 1991, The Access Group employs approximately 6,800 people.</a:t>
            </a:r>
            <a:endParaRPr kumimoji="0" lang="en-US" sz="1400" b="0" i="0" u="none" strike="noStrike" kern="1200" cap="none" spc="0" normalizeH="0" baseline="0" noProof="0">
              <a:ln>
                <a:noFill/>
              </a:ln>
              <a:solidFill>
                <a:schemeClr val="tx1"/>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16" name="OutcomeTitle">
            <a:extLst>
              <a:ext uri="{FF2B5EF4-FFF2-40B4-BE49-F238E27FC236}">
                <a16:creationId xmlns:a16="http://schemas.microsoft.com/office/drawing/2014/main" id="{C3357FCC-C6BB-C1CA-B44C-F70AB3AAE180}"/>
              </a:ext>
            </a:extLst>
          </p:cNvPr>
          <p:cNvSpPr txBox="1">
            <a:spLocks/>
          </p:cNvSpPr>
          <p:nvPr userDrawn="1"/>
        </p:nvSpPr>
        <p:spPr>
          <a:xfrm>
            <a:off x="8113740" y="4681728"/>
            <a:ext cx="3387842" cy="360515"/>
          </a:xfrm>
          <a:prstGeom prst="rect">
            <a:avLst/>
          </a:prstGeom>
          <a:noFill/>
        </p:spPr>
        <p:txBody>
          <a:bodyPr vert="horz" lIns="0" tIns="45720" rIns="0" bIns="45720" rtlCol="0">
            <a:normAutofit/>
          </a:bodyPr>
          <a:lstStyle>
            <a:lvl1pPr marL="0" indent="0" algn="l" defTabSz="914400" rtl="0" eaLnBrk="1" latinLnBrk="0" hangingPunct="1">
              <a:lnSpc>
                <a:spcPct val="100000"/>
              </a:lnSpc>
              <a:spcBef>
                <a:spcPts val="0"/>
              </a:spcBef>
              <a:buFont typeface="Arial" panose="020B0604020202020204" pitchFamily="34" charset="0"/>
              <a:buNone/>
              <a:defRPr sz="2400" b="1" kern="1200">
                <a:solidFill>
                  <a:schemeClr val="bg1"/>
                </a:solidFill>
                <a:latin typeface="Open Sans" panose="020B0606030504020204" pitchFamily="34" charset="0"/>
                <a:ea typeface="Open Sans" panose="020B0606030504020204" pitchFamily="34" charset="0"/>
                <a:cs typeface="Open Sans" panose="020B0606030504020204" pitchFamily="34" charset="0"/>
              </a:defRPr>
            </a:lvl1pPr>
            <a:lvl2pPr marL="457167" indent="0" algn="ctr" defTabSz="914400" rtl="0" eaLnBrk="1" latinLnBrk="0" hangingPunct="1">
              <a:lnSpc>
                <a:spcPct val="100000"/>
              </a:lnSpc>
              <a:spcBef>
                <a:spcPts val="1200"/>
              </a:spcBef>
              <a:buClr>
                <a:schemeClr val="accent1"/>
              </a:buClr>
              <a:buFont typeface="Arial" panose="020B0604020202020204" pitchFamily="34" charset="0"/>
              <a:buNone/>
              <a:tabLst/>
              <a:defRPr sz="20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2pPr>
            <a:lvl3pPr marL="914332" indent="0" algn="ctr" defTabSz="914400" rtl="0" eaLnBrk="1" latinLnBrk="0" hangingPunct="1">
              <a:lnSpc>
                <a:spcPct val="100000"/>
              </a:lnSpc>
              <a:spcBef>
                <a:spcPts val="1200"/>
              </a:spcBef>
              <a:buClr>
                <a:schemeClr val="accent1"/>
              </a:buClr>
              <a:buFont typeface="Arial" panose="020B0604020202020204" pitchFamily="34" charset="0"/>
              <a:buNone/>
              <a:tabLst/>
              <a:defRPr sz="18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3pPr>
            <a:lvl4pPr marL="1371498" indent="0" algn="ctr" defTabSz="914400" rtl="0" eaLnBrk="1" latinLnBrk="0" hangingPunct="1">
              <a:lnSpc>
                <a:spcPct val="100000"/>
              </a:lnSpc>
              <a:spcBef>
                <a:spcPts val="1200"/>
              </a:spcBef>
              <a:buClr>
                <a:schemeClr val="accent2"/>
              </a:buClr>
              <a:buFont typeface="Arial" panose="020B0604020202020204" pitchFamily="34" charset="0"/>
              <a:buNone/>
              <a:tabLst/>
              <a:defRPr sz="16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4pPr>
            <a:lvl5pPr marL="1828664" indent="0" algn="ctr" defTabSz="914400" rtl="0" eaLnBrk="1" latinLnBrk="0" hangingPunct="1">
              <a:lnSpc>
                <a:spcPct val="100000"/>
              </a:lnSpc>
              <a:spcBef>
                <a:spcPts val="1200"/>
              </a:spcBef>
              <a:buClr>
                <a:schemeClr val="accent5"/>
              </a:buClr>
              <a:buFont typeface="Arial" panose="020B0604020202020204" pitchFamily="34" charset="0"/>
              <a:buNone/>
              <a:tabLst/>
              <a:defRPr sz="16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5pPr>
            <a:lvl6pPr marL="228583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2994"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16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327"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0" marR="0" lvl="0" indent="0" algn="l" defTabSz="914400" rtl="0" eaLnBrk="1" fontAlgn="auto" latinLnBrk="0" hangingPunct="1">
              <a:spcBef>
                <a:spcPts val="0"/>
              </a:spcBef>
              <a:spcAft>
                <a:spcPts val="0"/>
              </a:spcAft>
              <a:buClrTx/>
              <a:buSzTx/>
              <a:buFont typeface="Arial" panose="020B0604020202020204" pitchFamily="34" charset="0"/>
              <a:buNone/>
              <a:tabLst/>
              <a:defRPr/>
            </a:pPr>
            <a:r>
              <a:rPr lang="en-GB" sz="1000" b="1" i="0" u="none" strike="noStrike">
                <a:solidFill>
                  <a:schemeClr val="tx1"/>
                </a:solidFill>
                <a:effectLst/>
                <a:hlinkClick r:id="rId8">
                  <a:extLst>
                    <a:ext uri="{A12FA001-AC4F-418D-AE19-62706E023703}">
                      <ahyp:hlinkClr xmlns:ahyp="http://schemas.microsoft.com/office/drawing/2018/hyperlinkcolor" val="tx"/>
                    </a:ext>
                  </a:extLst>
                </a:hlinkClick>
              </a:rPr>
              <a:t>theaccessgroup.com</a:t>
            </a:r>
            <a:endParaRPr kumimoji="0" lang="en-US" sz="1100" i="0" u="none" strike="noStrike" kern="1200" cap="none" spc="0" normalizeH="0" baseline="0" noProof="0">
              <a:ln>
                <a:noFill/>
              </a:ln>
              <a:solidFill>
                <a:schemeClr val="tx1"/>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2" name="Text Placeholder 15">
            <a:extLst>
              <a:ext uri="{FF2B5EF4-FFF2-40B4-BE49-F238E27FC236}">
                <a16:creationId xmlns:a16="http://schemas.microsoft.com/office/drawing/2014/main" id="{E3D28BA9-034C-BFB8-AF71-9FF80AECC6DA}"/>
              </a:ext>
            </a:extLst>
          </p:cNvPr>
          <p:cNvSpPr>
            <a:spLocks noGrp="1"/>
          </p:cNvSpPr>
          <p:nvPr>
            <p:ph type="body" sz="quarter" idx="14" hasCustomPrompt="1"/>
          </p:nvPr>
        </p:nvSpPr>
        <p:spPr>
          <a:xfrm>
            <a:off x="1455609" y="4726263"/>
            <a:ext cx="4914712" cy="1847829"/>
          </a:xfrm>
        </p:spPr>
        <p:txBody>
          <a:bodyPr>
            <a:noAutofit/>
          </a:bodyPr>
          <a:lstStyle>
            <a:lvl1pPr marL="0" indent="0">
              <a:buNone/>
              <a:defRPr sz="1400" b="0" spc="0"/>
            </a:lvl1pPr>
            <a:lvl2pPr marL="457200" indent="0">
              <a:buNone/>
              <a:defRPr/>
            </a:lvl2pPr>
            <a:lvl3pPr marL="914400" indent="0">
              <a:buNone/>
              <a:defRPr/>
            </a:lvl3pPr>
            <a:lvl4pPr marL="1371600" indent="0">
              <a:buNone/>
              <a:defRPr/>
            </a:lvl4pPr>
            <a:lvl5pPr marL="1828800" indent="0">
              <a:buNone/>
              <a:defRPr/>
            </a:lvl5pPr>
          </a:lstStyle>
          <a:p>
            <a:pPr lvl="0"/>
            <a:r>
              <a:rPr lang="en-GB"/>
              <a:t>Insert your contact info here</a:t>
            </a:r>
            <a:endParaRPr lang="en-US"/>
          </a:p>
        </p:txBody>
      </p:sp>
      <p:sp>
        <p:nvSpPr>
          <p:cNvPr id="21" name="Text Placeholder 15">
            <a:extLst>
              <a:ext uri="{FF2B5EF4-FFF2-40B4-BE49-F238E27FC236}">
                <a16:creationId xmlns:a16="http://schemas.microsoft.com/office/drawing/2014/main" id="{A748E05C-2C92-F200-7F59-E45D7DD1350C}"/>
              </a:ext>
            </a:extLst>
          </p:cNvPr>
          <p:cNvSpPr>
            <a:spLocks noGrp="1"/>
          </p:cNvSpPr>
          <p:nvPr>
            <p:ph type="body" sz="quarter" idx="15" hasCustomPrompt="1"/>
          </p:nvPr>
        </p:nvSpPr>
        <p:spPr>
          <a:xfrm>
            <a:off x="945419" y="3782200"/>
            <a:ext cx="4914712" cy="315203"/>
          </a:xfrm>
        </p:spPr>
        <p:txBody>
          <a:bodyPr>
            <a:noAutofit/>
          </a:bodyPr>
          <a:lstStyle>
            <a:lvl1pPr marL="0" indent="0">
              <a:buNone/>
              <a:defRPr sz="1600" b="1" spc="0"/>
            </a:lvl1pPr>
            <a:lvl2pPr marL="457200" indent="0">
              <a:buNone/>
              <a:defRPr/>
            </a:lvl2pPr>
            <a:lvl3pPr marL="914400" indent="0">
              <a:buNone/>
              <a:defRPr/>
            </a:lvl3pPr>
            <a:lvl4pPr marL="1371600" indent="0">
              <a:buNone/>
              <a:defRPr/>
            </a:lvl4pPr>
            <a:lvl5pPr marL="1828800" indent="0">
              <a:buNone/>
              <a:defRPr/>
            </a:lvl5pPr>
          </a:lstStyle>
          <a:p>
            <a:pPr lvl="0"/>
            <a:r>
              <a:rPr lang="en-GB"/>
              <a:t>Insert your name here</a:t>
            </a:r>
            <a:endParaRPr lang="en-US"/>
          </a:p>
        </p:txBody>
      </p:sp>
      <p:sp>
        <p:nvSpPr>
          <p:cNvPr id="22" name="Text Placeholder 15">
            <a:extLst>
              <a:ext uri="{FF2B5EF4-FFF2-40B4-BE49-F238E27FC236}">
                <a16:creationId xmlns:a16="http://schemas.microsoft.com/office/drawing/2014/main" id="{CB6EF660-0AF1-93D3-009E-AC7DE6EF936B}"/>
              </a:ext>
            </a:extLst>
          </p:cNvPr>
          <p:cNvSpPr>
            <a:spLocks noGrp="1"/>
          </p:cNvSpPr>
          <p:nvPr>
            <p:ph type="body" sz="quarter" idx="16" hasCustomPrompt="1"/>
          </p:nvPr>
        </p:nvSpPr>
        <p:spPr>
          <a:xfrm>
            <a:off x="945419" y="4097160"/>
            <a:ext cx="4914712" cy="315203"/>
          </a:xfrm>
        </p:spPr>
        <p:txBody>
          <a:bodyPr>
            <a:noAutofit/>
          </a:bodyPr>
          <a:lstStyle>
            <a:lvl1pPr marL="0" indent="0">
              <a:buNone/>
              <a:defRPr sz="1400" b="0" spc="0"/>
            </a:lvl1pPr>
            <a:lvl2pPr marL="457200" indent="0">
              <a:buNone/>
              <a:defRPr/>
            </a:lvl2pPr>
            <a:lvl3pPr marL="914400" indent="0">
              <a:buNone/>
              <a:defRPr/>
            </a:lvl3pPr>
            <a:lvl4pPr marL="1371600" indent="0">
              <a:buNone/>
              <a:defRPr/>
            </a:lvl4pPr>
            <a:lvl5pPr marL="1828800" indent="0">
              <a:buNone/>
              <a:defRPr/>
            </a:lvl5pPr>
          </a:lstStyle>
          <a:p>
            <a:pPr lvl="0"/>
            <a:r>
              <a:rPr lang="en-GB"/>
              <a:t>Insert your job title here</a:t>
            </a:r>
            <a:endParaRPr lang="en-US"/>
          </a:p>
        </p:txBody>
      </p:sp>
      <p:sp>
        <p:nvSpPr>
          <p:cNvPr id="23" name="Text Placeholder 15">
            <a:extLst>
              <a:ext uri="{FF2B5EF4-FFF2-40B4-BE49-F238E27FC236}">
                <a16:creationId xmlns:a16="http://schemas.microsoft.com/office/drawing/2014/main" id="{40055871-D5EF-D6D1-579D-74500E90E0C1}"/>
              </a:ext>
            </a:extLst>
          </p:cNvPr>
          <p:cNvSpPr>
            <a:spLocks noGrp="1"/>
          </p:cNvSpPr>
          <p:nvPr>
            <p:ph type="body" sz="quarter" idx="13" hasCustomPrompt="1"/>
          </p:nvPr>
        </p:nvSpPr>
        <p:spPr>
          <a:xfrm>
            <a:off x="945420" y="2499717"/>
            <a:ext cx="6613620" cy="817546"/>
          </a:xfrm>
        </p:spPr>
        <p:txBody>
          <a:bodyPr>
            <a:noAutofit/>
          </a:bodyPr>
          <a:lstStyle>
            <a:lvl1pPr marL="0" indent="0">
              <a:buNone/>
              <a:defRPr sz="2400" b="1" spc="-150"/>
            </a:lvl1pPr>
            <a:lvl2pPr marL="457200" indent="0">
              <a:buNone/>
              <a:defRPr/>
            </a:lvl2pPr>
            <a:lvl3pPr marL="914400" indent="0">
              <a:buNone/>
              <a:defRPr/>
            </a:lvl3pPr>
            <a:lvl4pPr marL="1371600" indent="0">
              <a:buNone/>
              <a:defRPr/>
            </a:lvl4pPr>
            <a:lvl5pPr marL="1828800" indent="0">
              <a:buNone/>
              <a:defRPr/>
            </a:lvl5pPr>
          </a:lstStyle>
          <a:p>
            <a:pPr lvl="0"/>
            <a:r>
              <a:rPr lang="en-GB"/>
              <a:t>Insert your closing message or </a:t>
            </a:r>
            <a:br>
              <a:rPr lang="en-GB"/>
            </a:br>
            <a:r>
              <a:rPr lang="en-GB"/>
              <a:t>thank you here over multiple lines</a:t>
            </a:r>
            <a:endParaRPr lang="en-US"/>
          </a:p>
        </p:txBody>
      </p:sp>
    </p:spTree>
    <p:extLst>
      <p:ext uri="{BB962C8B-B14F-4D97-AF65-F5344CB8AC3E}">
        <p14:creationId xmlns:p14="http://schemas.microsoft.com/office/powerpoint/2010/main" val="2514545056"/>
      </p:ext>
    </p:extLst>
  </p:cSld>
  <p:clrMapOvr>
    <a:overrideClrMapping bg1="lt1" tx1="dk1" bg2="lt2" tx2="dk2" accent1="accent1" accent2="accent2" accent3="accent3" accent4="accent4" accent5="accent5" accent6="accent6" hlink="hlink" folHlink="folHlink"/>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1_PS_End">
    <p:bg>
      <p:bgRef idx="1001">
        <a:schemeClr val="bg1"/>
      </p:bgRef>
    </p:bg>
    <p:spTree>
      <p:nvGrpSpPr>
        <p:cNvPr id="1" name=""/>
        <p:cNvGrpSpPr/>
        <p:nvPr/>
      </p:nvGrpSpPr>
      <p:grpSpPr>
        <a:xfrm>
          <a:off x="0" y="0"/>
          <a:ext cx="0" cy="0"/>
          <a:chOff x="0" y="0"/>
          <a:chExt cx="0" cy="0"/>
        </a:xfrm>
      </p:grpSpPr>
      <p:pic>
        <p:nvPicPr>
          <p:cNvPr id="3" name="Picture 2" descr="A blurry image of a pink and blue background&#10;&#10;Description automatically generated">
            <a:extLst>
              <a:ext uri="{FF2B5EF4-FFF2-40B4-BE49-F238E27FC236}">
                <a16:creationId xmlns:a16="http://schemas.microsoft.com/office/drawing/2014/main" id="{14C08CBA-606C-6ACB-8538-A9FF53673188}"/>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 y="0"/>
            <a:ext cx="12192001" cy="6858000"/>
          </a:xfrm>
          <a:prstGeom prst="rect">
            <a:avLst/>
          </a:prstGeom>
        </p:spPr>
      </p:pic>
      <p:pic>
        <p:nvPicPr>
          <p:cNvPr id="13" name="Picture 12" descr="Logo, company name&#10;&#10;Description automatically generated">
            <a:extLst>
              <a:ext uri="{FF2B5EF4-FFF2-40B4-BE49-F238E27FC236}">
                <a16:creationId xmlns:a16="http://schemas.microsoft.com/office/drawing/2014/main" id="{EE1C19F7-0DE5-B5F6-6204-FC80783D8844}"/>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324052" y="283907"/>
            <a:ext cx="1486870" cy="344954"/>
          </a:xfrm>
          <a:prstGeom prst="rect">
            <a:avLst/>
          </a:prstGeom>
        </p:spPr>
      </p:pic>
      <p:pic>
        <p:nvPicPr>
          <p:cNvPr id="30" name="Picture 29" descr="A hand with a cross and a heart&#10;&#10;Description automatically generated">
            <a:extLst>
              <a:ext uri="{FF2B5EF4-FFF2-40B4-BE49-F238E27FC236}">
                <a16:creationId xmlns:a16="http://schemas.microsoft.com/office/drawing/2014/main" id="{F2B923C9-A56E-0F77-5E17-D4C116A70A93}"/>
              </a:ext>
            </a:extLst>
          </p:cNvPr>
          <p:cNvPicPr>
            <a:picLocks noChangeAspect="1"/>
          </p:cNvPicPr>
          <p:nvPr userDrawn="1"/>
        </p:nvPicPr>
        <p:blipFill rotWithShape="1">
          <a:blip r:embed="rId4" cstate="screen">
            <a:extLst>
              <a:ext uri="{28A0092B-C50C-407E-A947-70E740481C1C}">
                <a14:useLocalDpi xmlns:a14="http://schemas.microsoft.com/office/drawing/2010/main"/>
              </a:ext>
            </a:extLst>
          </a:blip>
          <a:srcRect/>
          <a:stretch/>
        </p:blipFill>
        <p:spPr>
          <a:xfrm>
            <a:off x="9591044" y="1"/>
            <a:ext cx="2600956" cy="2733069"/>
          </a:xfrm>
          <a:prstGeom prst="rect">
            <a:avLst/>
          </a:prstGeom>
        </p:spPr>
      </p:pic>
      <p:pic>
        <p:nvPicPr>
          <p:cNvPr id="4" name="Graphic 3" descr="Circle with left arrow with solid fill">
            <a:extLst>
              <a:ext uri="{FF2B5EF4-FFF2-40B4-BE49-F238E27FC236}">
                <a16:creationId xmlns:a16="http://schemas.microsoft.com/office/drawing/2014/main" id="{FBDAE7C1-27AD-45BA-3026-1989A43B3F16}"/>
              </a:ext>
            </a:extLst>
          </p:cNvPr>
          <p:cNvPicPr>
            <a:picLocks noChangeAspect="1"/>
          </p:cNvPicPr>
          <p:nvPr userDrawn="1"/>
        </p:nvPicPr>
        <p:blipFill>
          <a:blip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rot="10800000">
            <a:off x="1030013" y="4656216"/>
            <a:ext cx="386027" cy="386027"/>
          </a:xfrm>
          <a:prstGeom prst="rect">
            <a:avLst/>
          </a:prstGeom>
        </p:spPr>
      </p:pic>
      <p:grpSp>
        <p:nvGrpSpPr>
          <p:cNvPr id="5" name="Group 4">
            <a:extLst>
              <a:ext uri="{FF2B5EF4-FFF2-40B4-BE49-F238E27FC236}">
                <a16:creationId xmlns:a16="http://schemas.microsoft.com/office/drawing/2014/main" id="{9FFC6B31-A177-637D-A936-E56E143DBB19}"/>
              </a:ext>
            </a:extLst>
          </p:cNvPr>
          <p:cNvGrpSpPr/>
          <p:nvPr userDrawn="1"/>
        </p:nvGrpSpPr>
        <p:grpSpPr>
          <a:xfrm>
            <a:off x="1047634" y="3431037"/>
            <a:ext cx="1271812" cy="63312"/>
            <a:chOff x="654424" y="1831094"/>
            <a:chExt cx="2124633" cy="95765"/>
          </a:xfrm>
        </p:grpSpPr>
        <p:sp>
          <p:nvSpPr>
            <p:cNvPr id="6" name="Rectangle 5">
              <a:extLst>
                <a:ext uri="{FF2B5EF4-FFF2-40B4-BE49-F238E27FC236}">
                  <a16:creationId xmlns:a16="http://schemas.microsoft.com/office/drawing/2014/main" id="{120534A0-FA26-4FB6-0897-B74112BD50F2}"/>
                </a:ext>
              </a:extLst>
            </p:cNvPr>
            <p:cNvSpPr/>
            <p:nvPr/>
          </p:nvSpPr>
          <p:spPr>
            <a:xfrm>
              <a:off x="654424" y="1831096"/>
              <a:ext cx="708211" cy="9576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E66D24CD-2C9F-F071-47FB-B5A9B06D2CC6}"/>
                </a:ext>
              </a:extLst>
            </p:cNvPr>
            <p:cNvSpPr/>
            <p:nvPr/>
          </p:nvSpPr>
          <p:spPr>
            <a:xfrm>
              <a:off x="1362635" y="1831095"/>
              <a:ext cx="708211" cy="95763"/>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62559A74-5CF5-C6A7-D14E-B847C3C28BA3}"/>
                </a:ext>
              </a:extLst>
            </p:cNvPr>
            <p:cNvSpPr/>
            <p:nvPr/>
          </p:nvSpPr>
          <p:spPr>
            <a:xfrm>
              <a:off x="2070846" y="1831094"/>
              <a:ext cx="708211" cy="9576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9" name="Straight Connector 8">
            <a:extLst>
              <a:ext uri="{FF2B5EF4-FFF2-40B4-BE49-F238E27FC236}">
                <a16:creationId xmlns:a16="http://schemas.microsoft.com/office/drawing/2014/main" id="{F96D6FE5-8A9D-BBAE-E4BF-52AF5A349122}"/>
              </a:ext>
            </a:extLst>
          </p:cNvPr>
          <p:cNvCxnSpPr>
            <a:cxnSpLocks/>
          </p:cNvCxnSpPr>
          <p:nvPr userDrawn="1"/>
        </p:nvCxnSpPr>
        <p:spPr>
          <a:xfrm>
            <a:off x="7642124" y="1856232"/>
            <a:ext cx="0" cy="385398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Triangle 9">
            <a:extLst>
              <a:ext uri="{FF2B5EF4-FFF2-40B4-BE49-F238E27FC236}">
                <a16:creationId xmlns:a16="http://schemas.microsoft.com/office/drawing/2014/main" id="{780A174D-5D33-D70E-2958-48DB374D7D8D}"/>
              </a:ext>
            </a:extLst>
          </p:cNvPr>
          <p:cNvSpPr/>
          <p:nvPr userDrawn="1"/>
        </p:nvSpPr>
        <p:spPr>
          <a:xfrm rot="16487802">
            <a:off x="11325992" y="4941877"/>
            <a:ext cx="431988" cy="649190"/>
          </a:xfrm>
          <a:prstGeom prst="triangle">
            <a:avLst>
              <a:gd name="adj" fmla="val 24397"/>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riangle 10">
            <a:extLst>
              <a:ext uri="{FF2B5EF4-FFF2-40B4-BE49-F238E27FC236}">
                <a16:creationId xmlns:a16="http://schemas.microsoft.com/office/drawing/2014/main" id="{72B6DB52-D1FB-68E9-1B25-A131B839BA45}"/>
              </a:ext>
            </a:extLst>
          </p:cNvPr>
          <p:cNvSpPr/>
          <p:nvPr userDrawn="1"/>
        </p:nvSpPr>
        <p:spPr>
          <a:xfrm rot="18675952">
            <a:off x="10921695" y="5677934"/>
            <a:ext cx="370137" cy="517923"/>
          </a:xfrm>
          <a:prstGeom prst="triangle">
            <a:avLst>
              <a:gd name="adj" fmla="val 64148"/>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riangle 11">
            <a:extLst>
              <a:ext uri="{FF2B5EF4-FFF2-40B4-BE49-F238E27FC236}">
                <a16:creationId xmlns:a16="http://schemas.microsoft.com/office/drawing/2014/main" id="{7FE57D97-058C-3169-6E1F-B5B729F5304F}"/>
              </a:ext>
            </a:extLst>
          </p:cNvPr>
          <p:cNvSpPr/>
          <p:nvPr userDrawn="1"/>
        </p:nvSpPr>
        <p:spPr>
          <a:xfrm rot="2374940">
            <a:off x="8226233" y="5688058"/>
            <a:ext cx="356281" cy="457401"/>
          </a:xfrm>
          <a:prstGeom prst="triangle">
            <a:avLst>
              <a:gd name="adj" fmla="val 24397"/>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utcomeTitle">
            <a:extLst>
              <a:ext uri="{FF2B5EF4-FFF2-40B4-BE49-F238E27FC236}">
                <a16:creationId xmlns:a16="http://schemas.microsoft.com/office/drawing/2014/main" id="{52A4BCAA-8FA2-A4E7-FC8D-344BE52F8081}"/>
              </a:ext>
            </a:extLst>
          </p:cNvPr>
          <p:cNvSpPr txBox="1">
            <a:spLocks/>
          </p:cNvSpPr>
          <p:nvPr userDrawn="1"/>
        </p:nvSpPr>
        <p:spPr>
          <a:xfrm>
            <a:off x="8113740" y="2457517"/>
            <a:ext cx="3387842" cy="360515"/>
          </a:xfrm>
          <a:prstGeom prst="rect">
            <a:avLst/>
          </a:prstGeom>
          <a:noFill/>
        </p:spPr>
        <p:txBody>
          <a:bodyPr vert="horz" lIns="0" tIns="45720" rIns="0" bIns="45720" rtlCol="0">
            <a:normAutofit/>
          </a:bodyPr>
          <a:lstStyle>
            <a:lvl1pPr marL="0" indent="0" algn="l" defTabSz="914400" rtl="0" eaLnBrk="1" latinLnBrk="0" hangingPunct="1">
              <a:lnSpc>
                <a:spcPct val="100000"/>
              </a:lnSpc>
              <a:spcBef>
                <a:spcPts val="0"/>
              </a:spcBef>
              <a:buFont typeface="Arial" panose="020B0604020202020204" pitchFamily="34" charset="0"/>
              <a:buNone/>
              <a:defRPr sz="2400" b="1" kern="1200">
                <a:solidFill>
                  <a:schemeClr val="bg1"/>
                </a:solidFill>
                <a:latin typeface="Open Sans" panose="020B0606030504020204" pitchFamily="34" charset="0"/>
                <a:ea typeface="Open Sans" panose="020B0606030504020204" pitchFamily="34" charset="0"/>
                <a:cs typeface="Open Sans" panose="020B0606030504020204" pitchFamily="34" charset="0"/>
              </a:defRPr>
            </a:lvl1pPr>
            <a:lvl2pPr marL="457167" indent="0" algn="ctr" defTabSz="914400" rtl="0" eaLnBrk="1" latinLnBrk="0" hangingPunct="1">
              <a:lnSpc>
                <a:spcPct val="100000"/>
              </a:lnSpc>
              <a:spcBef>
                <a:spcPts val="1200"/>
              </a:spcBef>
              <a:buClr>
                <a:schemeClr val="accent1"/>
              </a:buClr>
              <a:buFont typeface="Arial" panose="020B0604020202020204" pitchFamily="34" charset="0"/>
              <a:buNone/>
              <a:tabLst/>
              <a:defRPr sz="20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2pPr>
            <a:lvl3pPr marL="914332" indent="0" algn="ctr" defTabSz="914400" rtl="0" eaLnBrk="1" latinLnBrk="0" hangingPunct="1">
              <a:lnSpc>
                <a:spcPct val="100000"/>
              </a:lnSpc>
              <a:spcBef>
                <a:spcPts val="1200"/>
              </a:spcBef>
              <a:buClr>
                <a:schemeClr val="accent1"/>
              </a:buClr>
              <a:buFont typeface="Arial" panose="020B0604020202020204" pitchFamily="34" charset="0"/>
              <a:buNone/>
              <a:tabLst/>
              <a:defRPr sz="18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3pPr>
            <a:lvl4pPr marL="1371498" indent="0" algn="ctr" defTabSz="914400" rtl="0" eaLnBrk="1" latinLnBrk="0" hangingPunct="1">
              <a:lnSpc>
                <a:spcPct val="100000"/>
              </a:lnSpc>
              <a:spcBef>
                <a:spcPts val="1200"/>
              </a:spcBef>
              <a:buClr>
                <a:schemeClr val="accent2"/>
              </a:buClr>
              <a:buFont typeface="Arial" panose="020B0604020202020204" pitchFamily="34" charset="0"/>
              <a:buNone/>
              <a:tabLst/>
              <a:defRPr sz="16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4pPr>
            <a:lvl5pPr marL="1828664" indent="0" algn="ctr" defTabSz="914400" rtl="0" eaLnBrk="1" latinLnBrk="0" hangingPunct="1">
              <a:lnSpc>
                <a:spcPct val="100000"/>
              </a:lnSpc>
              <a:spcBef>
                <a:spcPts val="1200"/>
              </a:spcBef>
              <a:buClr>
                <a:schemeClr val="accent5"/>
              </a:buClr>
              <a:buFont typeface="Arial" panose="020B0604020202020204" pitchFamily="34" charset="0"/>
              <a:buNone/>
              <a:tabLst/>
              <a:defRPr sz="16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5pPr>
            <a:lvl6pPr marL="228583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2994"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16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327"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0" marR="0" lvl="0" indent="0" algn="l" defTabSz="914400" rtl="0" eaLnBrk="1" fontAlgn="auto" latinLnBrk="0" hangingPunct="1">
              <a:spcBef>
                <a:spcPts val="0"/>
              </a:spcBef>
              <a:spcAft>
                <a:spcPts val="0"/>
              </a:spcAft>
              <a:buClrTx/>
              <a:buSzTx/>
              <a:buFont typeface="Arial" panose="020B0604020202020204" pitchFamily="34" charset="0"/>
              <a:buNone/>
              <a:tabLst/>
              <a:defRPr/>
            </a:pPr>
            <a:r>
              <a:rPr lang="en-GB" sz="1100" i="0" u="none" strike="noStrike">
                <a:solidFill>
                  <a:schemeClr val="tx1"/>
                </a:solidFill>
                <a:effectLst/>
              </a:rPr>
              <a:t>About The Access Group</a:t>
            </a:r>
            <a:endParaRPr kumimoji="0" lang="en-US" sz="1100" i="0" u="none" strike="noStrike" kern="1200" cap="none" spc="0" normalizeH="0" baseline="0" noProof="0">
              <a:ln>
                <a:noFill/>
              </a:ln>
              <a:solidFill>
                <a:schemeClr val="tx1"/>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15" name="ServiceOutcome">
            <a:extLst>
              <a:ext uri="{FF2B5EF4-FFF2-40B4-BE49-F238E27FC236}">
                <a16:creationId xmlns:a16="http://schemas.microsoft.com/office/drawing/2014/main" id="{5D451B26-4C9C-0A3F-4C8C-8F1CAAB69E2B}"/>
              </a:ext>
            </a:extLst>
          </p:cNvPr>
          <p:cNvSpPr txBox="1">
            <a:spLocks/>
          </p:cNvSpPr>
          <p:nvPr userDrawn="1"/>
        </p:nvSpPr>
        <p:spPr>
          <a:xfrm>
            <a:off x="8121354" y="2818034"/>
            <a:ext cx="3380228" cy="1863694"/>
          </a:xfrm>
          <a:prstGeom prst="rect">
            <a:avLst/>
          </a:prstGeom>
          <a:noFill/>
        </p:spPr>
        <p:txBody>
          <a:bodyPr vert="horz" lIns="0" tIns="45720" rIns="0" bIns="45720" rtlCol="0">
            <a:normAutofit lnSpcReduction="10000"/>
          </a:bodyPr>
          <a:lstStyle>
            <a:lvl1pPr marL="0" indent="0" algn="l" defTabSz="914400" rtl="0" eaLnBrk="1" latinLnBrk="0" hangingPunct="1">
              <a:lnSpc>
                <a:spcPct val="100000"/>
              </a:lnSpc>
              <a:spcBef>
                <a:spcPts val="0"/>
              </a:spcBef>
              <a:buFont typeface="Arial" panose="020B0604020202020204" pitchFamily="34" charset="0"/>
              <a:buNone/>
              <a:defRPr sz="2400" b="1" kern="1200">
                <a:solidFill>
                  <a:schemeClr val="bg1"/>
                </a:solidFill>
                <a:latin typeface="Open Sans" panose="020B0606030504020204" pitchFamily="34" charset="0"/>
                <a:ea typeface="Open Sans" panose="020B0606030504020204" pitchFamily="34" charset="0"/>
                <a:cs typeface="Open Sans" panose="020B0606030504020204" pitchFamily="34" charset="0"/>
              </a:defRPr>
            </a:lvl1pPr>
            <a:lvl2pPr marL="457167" indent="0" algn="ctr" defTabSz="914400" rtl="0" eaLnBrk="1" latinLnBrk="0" hangingPunct="1">
              <a:lnSpc>
                <a:spcPct val="100000"/>
              </a:lnSpc>
              <a:spcBef>
                <a:spcPts val="1200"/>
              </a:spcBef>
              <a:buClr>
                <a:schemeClr val="accent1"/>
              </a:buClr>
              <a:buFont typeface="Arial" panose="020B0604020202020204" pitchFamily="34" charset="0"/>
              <a:buNone/>
              <a:tabLst/>
              <a:defRPr sz="20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2pPr>
            <a:lvl3pPr marL="914332" indent="0" algn="ctr" defTabSz="914400" rtl="0" eaLnBrk="1" latinLnBrk="0" hangingPunct="1">
              <a:lnSpc>
                <a:spcPct val="100000"/>
              </a:lnSpc>
              <a:spcBef>
                <a:spcPts val="1200"/>
              </a:spcBef>
              <a:buClr>
                <a:schemeClr val="accent1"/>
              </a:buClr>
              <a:buFont typeface="Arial" panose="020B0604020202020204" pitchFamily="34" charset="0"/>
              <a:buNone/>
              <a:tabLst/>
              <a:defRPr sz="18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3pPr>
            <a:lvl4pPr marL="1371498" indent="0" algn="ctr" defTabSz="914400" rtl="0" eaLnBrk="1" latinLnBrk="0" hangingPunct="1">
              <a:lnSpc>
                <a:spcPct val="100000"/>
              </a:lnSpc>
              <a:spcBef>
                <a:spcPts val="1200"/>
              </a:spcBef>
              <a:buClr>
                <a:schemeClr val="accent2"/>
              </a:buClr>
              <a:buFont typeface="Arial" panose="020B0604020202020204" pitchFamily="34" charset="0"/>
              <a:buNone/>
              <a:tabLst/>
              <a:defRPr sz="16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4pPr>
            <a:lvl5pPr marL="1828664" indent="0" algn="ctr" defTabSz="914400" rtl="0" eaLnBrk="1" latinLnBrk="0" hangingPunct="1">
              <a:lnSpc>
                <a:spcPct val="100000"/>
              </a:lnSpc>
              <a:spcBef>
                <a:spcPts val="1200"/>
              </a:spcBef>
              <a:buClr>
                <a:schemeClr val="accent5"/>
              </a:buClr>
              <a:buFont typeface="Arial" panose="020B0604020202020204" pitchFamily="34" charset="0"/>
              <a:buNone/>
              <a:tabLst/>
              <a:defRPr sz="16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5pPr>
            <a:lvl6pPr marL="228583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2994"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16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327"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0" marR="0" lvl="0" indent="0" algn="l" defTabSz="914400" rtl="0" eaLnBrk="1" fontAlgn="auto" latinLnBrk="0" hangingPunct="1">
              <a:spcBef>
                <a:spcPts val="0"/>
              </a:spcBef>
              <a:spcAft>
                <a:spcPts val="0"/>
              </a:spcAft>
              <a:buClrTx/>
              <a:buSzTx/>
              <a:buFont typeface="Arial" panose="020B0604020202020204" pitchFamily="34" charset="0"/>
              <a:buNone/>
              <a:tabLst/>
              <a:defRPr/>
            </a:pPr>
            <a:r>
              <a:rPr lang="en-GB" sz="1100" b="0" i="0" u="none" strike="noStrike">
                <a:solidFill>
                  <a:schemeClr val="tx1"/>
                </a:solidFill>
                <a:effectLst/>
              </a:rPr>
              <a:t>The Access Group is one of the largest UK-headquartered providers of business management software to small and mid-sized organisations in the UK, Ireland, USA and Asia Pacific. It helps more than 100,000 customers across commercial and non-profit sectors become more productive and efficient. Its innovative cloud solutions transform how business software is used, giving every employee the freedom to do more of what’s important to them. Founded in 1991, The Access Group employs approximately 6,800 people.</a:t>
            </a:r>
            <a:endParaRPr kumimoji="0" lang="en-US" sz="1400" b="0" i="0" u="none" strike="noStrike" kern="1200" cap="none" spc="0" normalizeH="0" baseline="0" noProof="0">
              <a:ln>
                <a:noFill/>
              </a:ln>
              <a:solidFill>
                <a:schemeClr val="tx1"/>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16" name="OutcomeTitle">
            <a:extLst>
              <a:ext uri="{FF2B5EF4-FFF2-40B4-BE49-F238E27FC236}">
                <a16:creationId xmlns:a16="http://schemas.microsoft.com/office/drawing/2014/main" id="{C3357FCC-C6BB-C1CA-B44C-F70AB3AAE180}"/>
              </a:ext>
            </a:extLst>
          </p:cNvPr>
          <p:cNvSpPr txBox="1">
            <a:spLocks/>
          </p:cNvSpPr>
          <p:nvPr userDrawn="1"/>
        </p:nvSpPr>
        <p:spPr>
          <a:xfrm>
            <a:off x="8113740" y="4681728"/>
            <a:ext cx="3387842" cy="360515"/>
          </a:xfrm>
          <a:prstGeom prst="rect">
            <a:avLst/>
          </a:prstGeom>
          <a:noFill/>
        </p:spPr>
        <p:txBody>
          <a:bodyPr vert="horz" lIns="0" tIns="45720" rIns="0" bIns="45720" rtlCol="0">
            <a:normAutofit/>
          </a:bodyPr>
          <a:lstStyle>
            <a:lvl1pPr marL="0" indent="0" algn="l" defTabSz="914400" rtl="0" eaLnBrk="1" latinLnBrk="0" hangingPunct="1">
              <a:lnSpc>
                <a:spcPct val="100000"/>
              </a:lnSpc>
              <a:spcBef>
                <a:spcPts val="0"/>
              </a:spcBef>
              <a:buFont typeface="Arial" panose="020B0604020202020204" pitchFamily="34" charset="0"/>
              <a:buNone/>
              <a:defRPr sz="2400" b="1" kern="1200">
                <a:solidFill>
                  <a:schemeClr val="bg1"/>
                </a:solidFill>
                <a:latin typeface="Open Sans" panose="020B0606030504020204" pitchFamily="34" charset="0"/>
                <a:ea typeface="Open Sans" panose="020B0606030504020204" pitchFamily="34" charset="0"/>
                <a:cs typeface="Open Sans" panose="020B0606030504020204" pitchFamily="34" charset="0"/>
              </a:defRPr>
            </a:lvl1pPr>
            <a:lvl2pPr marL="457167" indent="0" algn="ctr" defTabSz="914400" rtl="0" eaLnBrk="1" latinLnBrk="0" hangingPunct="1">
              <a:lnSpc>
                <a:spcPct val="100000"/>
              </a:lnSpc>
              <a:spcBef>
                <a:spcPts val="1200"/>
              </a:spcBef>
              <a:buClr>
                <a:schemeClr val="accent1"/>
              </a:buClr>
              <a:buFont typeface="Arial" panose="020B0604020202020204" pitchFamily="34" charset="0"/>
              <a:buNone/>
              <a:tabLst/>
              <a:defRPr sz="20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2pPr>
            <a:lvl3pPr marL="914332" indent="0" algn="ctr" defTabSz="914400" rtl="0" eaLnBrk="1" latinLnBrk="0" hangingPunct="1">
              <a:lnSpc>
                <a:spcPct val="100000"/>
              </a:lnSpc>
              <a:spcBef>
                <a:spcPts val="1200"/>
              </a:spcBef>
              <a:buClr>
                <a:schemeClr val="accent1"/>
              </a:buClr>
              <a:buFont typeface="Arial" panose="020B0604020202020204" pitchFamily="34" charset="0"/>
              <a:buNone/>
              <a:tabLst/>
              <a:defRPr sz="18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3pPr>
            <a:lvl4pPr marL="1371498" indent="0" algn="ctr" defTabSz="914400" rtl="0" eaLnBrk="1" latinLnBrk="0" hangingPunct="1">
              <a:lnSpc>
                <a:spcPct val="100000"/>
              </a:lnSpc>
              <a:spcBef>
                <a:spcPts val="1200"/>
              </a:spcBef>
              <a:buClr>
                <a:schemeClr val="accent2"/>
              </a:buClr>
              <a:buFont typeface="Arial" panose="020B0604020202020204" pitchFamily="34" charset="0"/>
              <a:buNone/>
              <a:tabLst/>
              <a:defRPr sz="16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4pPr>
            <a:lvl5pPr marL="1828664" indent="0" algn="ctr" defTabSz="914400" rtl="0" eaLnBrk="1" latinLnBrk="0" hangingPunct="1">
              <a:lnSpc>
                <a:spcPct val="100000"/>
              </a:lnSpc>
              <a:spcBef>
                <a:spcPts val="1200"/>
              </a:spcBef>
              <a:buClr>
                <a:schemeClr val="accent5"/>
              </a:buClr>
              <a:buFont typeface="Arial" panose="020B0604020202020204" pitchFamily="34" charset="0"/>
              <a:buNone/>
              <a:tabLst/>
              <a:defRPr sz="16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5pPr>
            <a:lvl6pPr marL="228583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2994"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16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327"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0" marR="0" lvl="0" indent="0" algn="l" defTabSz="914400" rtl="0" eaLnBrk="1" fontAlgn="auto" latinLnBrk="0" hangingPunct="1">
              <a:spcBef>
                <a:spcPts val="0"/>
              </a:spcBef>
              <a:spcAft>
                <a:spcPts val="0"/>
              </a:spcAft>
              <a:buClrTx/>
              <a:buSzTx/>
              <a:buFont typeface="Arial" panose="020B0604020202020204" pitchFamily="34" charset="0"/>
              <a:buNone/>
              <a:tabLst/>
              <a:defRPr/>
            </a:pPr>
            <a:r>
              <a:rPr lang="en-GB" sz="1000" b="1" i="0" u="none" strike="noStrike">
                <a:solidFill>
                  <a:schemeClr val="tx1"/>
                </a:solidFill>
                <a:effectLst/>
                <a:hlinkClick r:id="rId7">
                  <a:extLst>
                    <a:ext uri="{A12FA001-AC4F-418D-AE19-62706E023703}">
                      <ahyp:hlinkClr xmlns:ahyp="http://schemas.microsoft.com/office/drawing/2018/hyperlinkcolor" val="tx"/>
                    </a:ext>
                  </a:extLst>
                </a:hlinkClick>
              </a:rPr>
              <a:t>theaccessgroup.com</a:t>
            </a:r>
            <a:endParaRPr kumimoji="0" lang="en-US" sz="1100" i="0" u="none" strike="noStrike" kern="1200" cap="none" spc="0" normalizeH="0" baseline="0" noProof="0">
              <a:ln>
                <a:noFill/>
              </a:ln>
              <a:solidFill>
                <a:schemeClr val="tx1"/>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2" name="Text Placeholder 15">
            <a:extLst>
              <a:ext uri="{FF2B5EF4-FFF2-40B4-BE49-F238E27FC236}">
                <a16:creationId xmlns:a16="http://schemas.microsoft.com/office/drawing/2014/main" id="{E3D28BA9-034C-BFB8-AF71-9FF80AECC6DA}"/>
              </a:ext>
            </a:extLst>
          </p:cNvPr>
          <p:cNvSpPr>
            <a:spLocks noGrp="1"/>
          </p:cNvSpPr>
          <p:nvPr>
            <p:ph type="body" sz="quarter" idx="14" hasCustomPrompt="1"/>
          </p:nvPr>
        </p:nvSpPr>
        <p:spPr>
          <a:xfrm>
            <a:off x="1455609" y="4726263"/>
            <a:ext cx="4914712" cy="1847829"/>
          </a:xfrm>
        </p:spPr>
        <p:txBody>
          <a:bodyPr>
            <a:noAutofit/>
          </a:bodyPr>
          <a:lstStyle>
            <a:lvl1pPr marL="0" indent="0">
              <a:buNone/>
              <a:defRPr sz="1400" b="0" spc="0"/>
            </a:lvl1pPr>
            <a:lvl2pPr marL="457200" indent="0">
              <a:buNone/>
              <a:defRPr/>
            </a:lvl2pPr>
            <a:lvl3pPr marL="914400" indent="0">
              <a:buNone/>
              <a:defRPr/>
            </a:lvl3pPr>
            <a:lvl4pPr marL="1371600" indent="0">
              <a:buNone/>
              <a:defRPr/>
            </a:lvl4pPr>
            <a:lvl5pPr marL="1828800" indent="0">
              <a:buNone/>
              <a:defRPr/>
            </a:lvl5pPr>
          </a:lstStyle>
          <a:p>
            <a:pPr lvl="0"/>
            <a:r>
              <a:rPr lang="en-GB"/>
              <a:t>Insert your contact info here</a:t>
            </a:r>
            <a:endParaRPr lang="en-US"/>
          </a:p>
        </p:txBody>
      </p:sp>
      <p:sp>
        <p:nvSpPr>
          <p:cNvPr id="21" name="Text Placeholder 15">
            <a:extLst>
              <a:ext uri="{FF2B5EF4-FFF2-40B4-BE49-F238E27FC236}">
                <a16:creationId xmlns:a16="http://schemas.microsoft.com/office/drawing/2014/main" id="{A748E05C-2C92-F200-7F59-E45D7DD1350C}"/>
              </a:ext>
            </a:extLst>
          </p:cNvPr>
          <p:cNvSpPr>
            <a:spLocks noGrp="1"/>
          </p:cNvSpPr>
          <p:nvPr>
            <p:ph type="body" sz="quarter" idx="15" hasCustomPrompt="1"/>
          </p:nvPr>
        </p:nvSpPr>
        <p:spPr>
          <a:xfrm>
            <a:off x="945419" y="3782200"/>
            <a:ext cx="4914712" cy="315203"/>
          </a:xfrm>
        </p:spPr>
        <p:txBody>
          <a:bodyPr>
            <a:noAutofit/>
          </a:bodyPr>
          <a:lstStyle>
            <a:lvl1pPr marL="0" indent="0">
              <a:buNone/>
              <a:defRPr sz="1600" b="1" spc="0"/>
            </a:lvl1pPr>
            <a:lvl2pPr marL="457200" indent="0">
              <a:buNone/>
              <a:defRPr/>
            </a:lvl2pPr>
            <a:lvl3pPr marL="914400" indent="0">
              <a:buNone/>
              <a:defRPr/>
            </a:lvl3pPr>
            <a:lvl4pPr marL="1371600" indent="0">
              <a:buNone/>
              <a:defRPr/>
            </a:lvl4pPr>
            <a:lvl5pPr marL="1828800" indent="0">
              <a:buNone/>
              <a:defRPr/>
            </a:lvl5pPr>
          </a:lstStyle>
          <a:p>
            <a:pPr lvl="0"/>
            <a:r>
              <a:rPr lang="en-GB"/>
              <a:t>Insert your name here</a:t>
            </a:r>
            <a:endParaRPr lang="en-US"/>
          </a:p>
        </p:txBody>
      </p:sp>
      <p:sp>
        <p:nvSpPr>
          <p:cNvPr id="22" name="Text Placeholder 15">
            <a:extLst>
              <a:ext uri="{FF2B5EF4-FFF2-40B4-BE49-F238E27FC236}">
                <a16:creationId xmlns:a16="http://schemas.microsoft.com/office/drawing/2014/main" id="{CB6EF660-0AF1-93D3-009E-AC7DE6EF936B}"/>
              </a:ext>
            </a:extLst>
          </p:cNvPr>
          <p:cNvSpPr>
            <a:spLocks noGrp="1"/>
          </p:cNvSpPr>
          <p:nvPr>
            <p:ph type="body" sz="quarter" idx="16" hasCustomPrompt="1"/>
          </p:nvPr>
        </p:nvSpPr>
        <p:spPr>
          <a:xfrm>
            <a:off x="945419" y="4097160"/>
            <a:ext cx="4914712" cy="315203"/>
          </a:xfrm>
        </p:spPr>
        <p:txBody>
          <a:bodyPr>
            <a:noAutofit/>
          </a:bodyPr>
          <a:lstStyle>
            <a:lvl1pPr marL="0" indent="0">
              <a:buNone/>
              <a:defRPr sz="1400" b="0" spc="0"/>
            </a:lvl1pPr>
            <a:lvl2pPr marL="457200" indent="0">
              <a:buNone/>
              <a:defRPr/>
            </a:lvl2pPr>
            <a:lvl3pPr marL="914400" indent="0">
              <a:buNone/>
              <a:defRPr/>
            </a:lvl3pPr>
            <a:lvl4pPr marL="1371600" indent="0">
              <a:buNone/>
              <a:defRPr/>
            </a:lvl4pPr>
            <a:lvl5pPr marL="1828800" indent="0">
              <a:buNone/>
              <a:defRPr/>
            </a:lvl5pPr>
          </a:lstStyle>
          <a:p>
            <a:pPr lvl="0"/>
            <a:r>
              <a:rPr lang="en-GB"/>
              <a:t>Insert your job title here</a:t>
            </a:r>
            <a:endParaRPr lang="en-US"/>
          </a:p>
        </p:txBody>
      </p:sp>
      <p:sp>
        <p:nvSpPr>
          <p:cNvPr id="23" name="Text Placeholder 15">
            <a:extLst>
              <a:ext uri="{FF2B5EF4-FFF2-40B4-BE49-F238E27FC236}">
                <a16:creationId xmlns:a16="http://schemas.microsoft.com/office/drawing/2014/main" id="{40055871-D5EF-D6D1-579D-74500E90E0C1}"/>
              </a:ext>
            </a:extLst>
          </p:cNvPr>
          <p:cNvSpPr>
            <a:spLocks noGrp="1"/>
          </p:cNvSpPr>
          <p:nvPr>
            <p:ph type="body" sz="quarter" idx="13" hasCustomPrompt="1"/>
          </p:nvPr>
        </p:nvSpPr>
        <p:spPr>
          <a:xfrm>
            <a:off x="945420" y="2499717"/>
            <a:ext cx="6613620" cy="817546"/>
          </a:xfrm>
        </p:spPr>
        <p:txBody>
          <a:bodyPr>
            <a:noAutofit/>
          </a:bodyPr>
          <a:lstStyle>
            <a:lvl1pPr marL="0" indent="0">
              <a:buNone/>
              <a:defRPr sz="2400" b="1" spc="-150"/>
            </a:lvl1pPr>
            <a:lvl2pPr marL="457200" indent="0">
              <a:buNone/>
              <a:defRPr/>
            </a:lvl2pPr>
            <a:lvl3pPr marL="914400" indent="0">
              <a:buNone/>
              <a:defRPr/>
            </a:lvl3pPr>
            <a:lvl4pPr marL="1371600" indent="0">
              <a:buNone/>
              <a:defRPr/>
            </a:lvl4pPr>
            <a:lvl5pPr marL="1828800" indent="0">
              <a:buNone/>
              <a:defRPr/>
            </a:lvl5pPr>
          </a:lstStyle>
          <a:p>
            <a:pPr lvl="0"/>
            <a:r>
              <a:rPr lang="en-GB"/>
              <a:t>Insert your closing message or </a:t>
            </a:r>
            <a:br>
              <a:rPr lang="en-GB"/>
            </a:br>
            <a:r>
              <a:rPr lang="en-GB"/>
              <a:t>thank you here over multiple lines</a:t>
            </a:r>
            <a:endParaRPr lang="en-US"/>
          </a:p>
        </p:txBody>
      </p:sp>
      <p:pic>
        <p:nvPicPr>
          <p:cNvPr id="18" name="Picture 17" descr="A close up of a logo&#10;&#10;Description automatically generated">
            <a:extLst>
              <a:ext uri="{FF2B5EF4-FFF2-40B4-BE49-F238E27FC236}">
                <a16:creationId xmlns:a16="http://schemas.microsoft.com/office/drawing/2014/main" id="{9FBDF8DF-06A1-F39D-B89B-FF6695211541}"/>
              </a:ext>
            </a:extLst>
          </p:cNvPr>
          <p:cNvPicPr>
            <a:picLocks noChangeAspect="1"/>
          </p:cNvPicPr>
          <p:nvPr userDrawn="1"/>
        </p:nvPicPr>
        <p:blipFill>
          <a:blip r:embed="rId8"/>
          <a:stretch>
            <a:fillRect/>
          </a:stretch>
        </p:blipFill>
        <p:spPr>
          <a:xfrm>
            <a:off x="1030908" y="1714636"/>
            <a:ext cx="2648162" cy="511912"/>
          </a:xfrm>
          <a:prstGeom prst="rect">
            <a:avLst/>
          </a:prstGeom>
        </p:spPr>
      </p:pic>
    </p:spTree>
    <p:extLst>
      <p:ext uri="{BB962C8B-B14F-4D97-AF65-F5344CB8AC3E}">
        <p14:creationId xmlns:p14="http://schemas.microsoft.com/office/powerpoint/2010/main" val="870636737"/>
      </p:ext>
    </p:extLst>
  </p:cSld>
  <p:clrMapOvr>
    <a:overrideClrMapping bg1="lt1" tx1="dk1" bg2="lt2" tx2="dk2" accent1="accent1" accent2="accent2" accent3="accent3" accent4="accent4" accent5="accent5" accent6="accent6" hlink="hlink" folHlink="folHlink"/>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LG_End">
    <p:bg>
      <p:bgRef idx="1001">
        <a:schemeClr val="bg1"/>
      </p:bgRef>
    </p:bg>
    <p:spTree>
      <p:nvGrpSpPr>
        <p:cNvPr id="1" name=""/>
        <p:cNvGrpSpPr/>
        <p:nvPr/>
      </p:nvGrpSpPr>
      <p:grpSpPr>
        <a:xfrm>
          <a:off x="0" y="0"/>
          <a:ext cx="0" cy="0"/>
          <a:chOff x="0" y="0"/>
          <a:chExt cx="0" cy="0"/>
        </a:xfrm>
      </p:grpSpPr>
      <p:pic>
        <p:nvPicPr>
          <p:cNvPr id="7" name="Picture 6" descr="A blurry image of a red white and blue circle&#10;&#10;Description automatically generated">
            <a:extLst>
              <a:ext uri="{FF2B5EF4-FFF2-40B4-BE49-F238E27FC236}">
                <a16:creationId xmlns:a16="http://schemas.microsoft.com/office/drawing/2014/main" id="{4027BB36-9ADA-195C-B5DC-AA619101E6EA}"/>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 y="0"/>
            <a:ext cx="12192001" cy="6858000"/>
          </a:xfrm>
          <a:prstGeom prst="rect">
            <a:avLst/>
          </a:prstGeom>
        </p:spPr>
      </p:pic>
      <p:pic>
        <p:nvPicPr>
          <p:cNvPr id="13" name="Picture 12" descr="Logo, company name&#10;&#10;Description automatically generated">
            <a:extLst>
              <a:ext uri="{FF2B5EF4-FFF2-40B4-BE49-F238E27FC236}">
                <a16:creationId xmlns:a16="http://schemas.microsoft.com/office/drawing/2014/main" id="{EE1C19F7-0DE5-B5F6-6204-FC80783D8844}"/>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324052" y="283907"/>
            <a:ext cx="1486870" cy="344954"/>
          </a:xfrm>
          <a:prstGeom prst="rect">
            <a:avLst/>
          </a:prstGeom>
        </p:spPr>
      </p:pic>
      <p:pic>
        <p:nvPicPr>
          <p:cNvPr id="25" name="Picture 24" descr="A purple square with white text&#10;&#10;Description automatically generated">
            <a:extLst>
              <a:ext uri="{FF2B5EF4-FFF2-40B4-BE49-F238E27FC236}">
                <a16:creationId xmlns:a16="http://schemas.microsoft.com/office/drawing/2014/main" id="{B36DDBEC-7DC6-FBAD-77D5-457569E631C5}"/>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1030013" y="1719576"/>
            <a:ext cx="3090574" cy="506971"/>
          </a:xfrm>
          <a:prstGeom prst="rect">
            <a:avLst/>
          </a:prstGeom>
        </p:spPr>
      </p:pic>
      <p:pic>
        <p:nvPicPr>
          <p:cNvPr id="3" name="Picture 2" descr="A hand drawn with neon lights&#10;&#10;Description automatically generated with medium confidence">
            <a:extLst>
              <a:ext uri="{FF2B5EF4-FFF2-40B4-BE49-F238E27FC236}">
                <a16:creationId xmlns:a16="http://schemas.microsoft.com/office/drawing/2014/main" id="{7A2AEF5C-8EB4-6C59-9F51-442856EFF695}"/>
              </a:ext>
            </a:extLst>
          </p:cNvPr>
          <p:cNvPicPr>
            <a:picLocks noChangeAspect="1"/>
          </p:cNvPicPr>
          <p:nvPr userDrawn="1"/>
        </p:nvPicPr>
        <p:blipFill rotWithShape="1">
          <a:blip r:embed="rId5" cstate="screen">
            <a:extLst>
              <a:ext uri="{28A0092B-C50C-407E-A947-70E740481C1C}">
                <a14:useLocalDpi xmlns:a14="http://schemas.microsoft.com/office/drawing/2010/main"/>
              </a:ext>
            </a:extLst>
          </a:blip>
          <a:srcRect/>
          <a:stretch/>
        </p:blipFill>
        <p:spPr>
          <a:xfrm>
            <a:off x="6096000" y="0"/>
            <a:ext cx="6096000" cy="3477168"/>
          </a:xfrm>
          <a:prstGeom prst="rect">
            <a:avLst/>
          </a:prstGeom>
        </p:spPr>
      </p:pic>
      <p:pic>
        <p:nvPicPr>
          <p:cNvPr id="10" name="Graphic 9" descr="Circle with left arrow with solid fill">
            <a:extLst>
              <a:ext uri="{FF2B5EF4-FFF2-40B4-BE49-F238E27FC236}">
                <a16:creationId xmlns:a16="http://schemas.microsoft.com/office/drawing/2014/main" id="{399006F7-52B3-F14F-5FAB-4D50DAF4BF2B}"/>
              </a:ext>
            </a:extLst>
          </p:cNvPr>
          <p:cNvPicPr>
            <a:picLocks noChangeAspect="1"/>
          </p:cNvPicPr>
          <p:nvPr userDrawn="1"/>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rot="10800000">
            <a:off x="1030013" y="4656216"/>
            <a:ext cx="386027" cy="386027"/>
          </a:xfrm>
          <a:prstGeom prst="rect">
            <a:avLst/>
          </a:prstGeom>
        </p:spPr>
      </p:pic>
      <p:grpSp>
        <p:nvGrpSpPr>
          <p:cNvPr id="12" name="Group 11">
            <a:extLst>
              <a:ext uri="{FF2B5EF4-FFF2-40B4-BE49-F238E27FC236}">
                <a16:creationId xmlns:a16="http://schemas.microsoft.com/office/drawing/2014/main" id="{75307E6F-9415-3D2D-6775-1A3D36505FBF}"/>
              </a:ext>
            </a:extLst>
          </p:cNvPr>
          <p:cNvGrpSpPr/>
          <p:nvPr userDrawn="1"/>
        </p:nvGrpSpPr>
        <p:grpSpPr>
          <a:xfrm>
            <a:off x="1047634" y="3431037"/>
            <a:ext cx="1271812" cy="63312"/>
            <a:chOff x="654424" y="1831094"/>
            <a:chExt cx="2124633" cy="95765"/>
          </a:xfrm>
        </p:grpSpPr>
        <p:sp>
          <p:nvSpPr>
            <p:cNvPr id="14" name="Rectangle 13">
              <a:extLst>
                <a:ext uri="{FF2B5EF4-FFF2-40B4-BE49-F238E27FC236}">
                  <a16:creationId xmlns:a16="http://schemas.microsoft.com/office/drawing/2014/main" id="{1C0157E9-9043-933D-3E3E-6755CD6024CB}"/>
                </a:ext>
              </a:extLst>
            </p:cNvPr>
            <p:cNvSpPr/>
            <p:nvPr/>
          </p:nvSpPr>
          <p:spPr>
            <a:xfrm>
              <a:off x="654424" y="1831096"/>
              <a:ext cx="708211" cy="9576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5DE927BD-5A02-5CBC-6FA7-F086EF30A714}"/>
                </a:ext>
              </a:extLst>
            </p:cNvPr>
            <p:cNvSpPr/>
            <p:nvPr/>
          </p:nvSpPr>
          <p:spPr>
            <a:xfrm>
              <a:off x="1362635" y="1831095"/>
              <a:ext cx="708211" cy="95763"/>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8B7AC8AA-85AD-A7EF-8EDB-3E57E5C4E230}"/>
                </a:ext>
              </a:extLst>
            </p:cNvPr>
            <p:cNvSpPr/>
            <p:nvPr/>
          </p:nvSpPr>
          <p:spPr>
            <a:xfrm>
              <a:off x="2070846" y="1831094"/>
              <a:ext cx="708211" cy="9576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7" name="Straight Connector 16">
            <a:extLst>
              <a:ext uri="{FF2B5EF4-FFF2-40B4-BE49-F238E27FC236}">
                <a16:creationId xmlns:a16="http://schemas.microsoft.com/office/drawing/2014/main" id="{773FB9F7-D49E-75F0-69B4-BC81E1E7336E}"/>
              </a:ext>
            </a:extLst>
          </p:cNvPr>
          <p:cNvCxnSpPr>
            <a:cxnSpLocks/>
          </p:cNvCxnSpPr>
          <p:nvPr userDrawn="1"/>
        </p:nvCxnSpPr>
        <p:spPr>
          <a:xfrm>
            <a:off x="7642124" y="1856232"/>
            <a:ext cx="0" cy="385398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Triangle 17">
            <a:extLst>
              <a:ext uri="{FF2B5EF4-FFF2-40B4-BE49-F238E27FC236}">
                <a16:creationId xmlns:a16="http://schemas.microsoft.com/office/drawing/2014/main" id="{1C439C1A-0B67-FA8C-4C71-6D3CF4CA3B8D}"/>
              </a:ext>
            </a:extLst>
          </p:cNvPr>
          <p:cNvSpPr/>
          <p:nvPr userDrawn="1"/>
        </p:nvSpPr>
        <p:spPr>
          <a:xfrm rot="16487802">
            <a:off x="11325992" y="4941877"/>
            <a:ext cx="431988" cy="649190"/>
          </a:xfrm>
          <a:prstGeom prst="triangle">
            <a:avLst>
              <a:gd name="adj" fmla="val 24397"/>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riangle 18">
            <a:extLst>
              <a:ext uri="{FF2B5EF4-FFF2-40B4-BE49-F238E27FC236}">
                <a16:creationId xmlns:a16="http://schemas.microsoft.com/office/drawing/2014/main" id="{6F890274-BFE8-8551-9185-576DC72F7356}"/>
              </a:ext>
            </a:extLst>
          </p:cNvPr>
          <p:cNvSpPr/>
          <p:nvPr userDrawn="1"/>
        </p:nvSpPr>
        <p:spPr>
          <a:xfrm rot="18675952">
            <a:off x="10921695" y="5677934"/>
            <a:ext cx="370137" cy="517923"/>
          </a:xfrm>
          <a:prstGeom prst="triangle">
            <a:avLst>
              <a:gd name="adj" fmla="val 64148"/>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riangle 19">
            <a:extLst>
              <a:ext uri="{FF2B5EF4-FFF2-40B4-BE49-F238E27FC236}">
                <a16:creationId xmlns:a16="http://schemas.microsoft.com/office/drawing/2014/main" id="{7B4906CC-9F68-91CA-E194-7712E54493B3}"/>
              </a:ext>
            </a:extLst>
          </p:cNvPr>
          <p:cNvSpPr/>
          <p:nvPr userDrawn="1"/>
        </p:nvSpPr>
        <p:spPr>
          <a:xfrm rot="2374940">
            <a:off x="8226233" y="5688058"/>
            <a:ext cx="356281" cy="457401"/>
          </a:xfrm>
          <a:prstGeom prst="triangle">
            <a:avLst>
              <a:gd name="adj" fmla="val 24397"/>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utcomeTitle">
            <a:extLst>
              <a:ext uri="{FF2B5EF4-FFF2-40B4-BE49-F238E27FC236}">
                <a16:creationId xmlns:a16="http://schemas.microsoft.com/office/drawing/2014/main" id="{01A2FE14-6588-0632-261A-A38CF19C3320}"/>
              </a:ext>
            </a:extLst>
          </p:cNvPr>
          <p:cNvSpPr txBox="1">
            <a:spLocks/>
          </p:cNvSpPr>
          <p:nvPr userDrawn="1"/>
        </p:nvSpPr>
        <p:spPr>
          <a:xfrm>
            <a:off x="8113740" y="2457517"/>
            <a:ext cx="3387842" cy="360515"/>
          </a:xfrm>
          <a:prstGeom prst="rect">
            <a:avLst/>
          </a:prstGeom>
          <a:noFill/>
        </p:spPr>
        <p:txBody>
          <a:bodyPr vert="horz" lIns="0" tIns="45720" rIns="0" bIns="45720" rtlCol="0">
            <a:normAutofit/>
          </a:bodyPr>
          <a:lstStyle>
            <a:lvl1pPr marL="0" indent="0" algn="l" defTabSz="914400" rtl="0" eaLnBrk="1" latinLnBrk="0" hangingPunct="1">
              <a:lnSpc>
                <a:spcPct val="100000"/>
              </a:lnSpc>
              <a:spcBef>
                <a:spcPts val="0"/>
              </a:spcBef>
              <a:buFont typeface="Arial" panose="020B0604020202020204" pitchFamily="34" charset="0"/>
              <a:buNone/>
              <a:defRPr sz="2400" b="1" kern="1200">
                <a:solidFill>
                  <a:schemeClr val="bg1"/>
                </a:solidFill>
                <a:latin typeface="Open Sans" panose="020B0606030504020204" pitchFamily="34" charset="0"/>
                <a:ea typeface="Open Sans" panose="020B0606030504020204" pitchFamily="34" charset="0"/>
                <a:cs typeface="Open Sans" panose="020B0606030504020204" pitchFamily="34" charset="0"/>
              </a:defRPr>
            </a:lvl1pPr>
            <a:lvl2pPr marL="457167" indent="0" algn="ctr" defTabSz="914400" rtl="0" eaLnBrk="1" latinLnBrk="0" hangingPunct="1">
              <a:lnSpc>
                <a:spcPct val="100000"/>
              </a:lnSpc>
              <a:spcBef>
                <a:spcPts val="1200"/>
              </a:spcBef>
              <a:buClr>
                <a:schemeClr val="accent1"/>
              </a:buClr>
              <a:buFont typeface="Arial" panose="020B0604020202020204" pitchFamily="34" charset="0"/>
              <a:buNone/>
              <a:tabLst/>
              <a:defRPr sz="20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2pPr>
            <a:lvl3pPr marL="914332" indent="0" algn="ctr" defTabSz="914400" rtl="0" eaLnBrk="1" latinLnBrk="0" hangingPunct="1">
              <a:lnSpc>
                <a:spcPct val="100000"/>
              </a:lnSpc>
              <a:spcBef>
                <a:spcPts val="1200"/>
              </a:spcBef>
              <a:buClr>
                <a:schemeClr val="accent1"/>
              </a:buClr>
              <a:buFont typeface="Arial" panose="020B0604020202020204" pitchFamily="34" charset="0"/>
              <a:buNone/>
              <a:tabLst/>
              <a:defRPr sz="18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3pPr>
            <a:lvl4pPr marL="1371498" indent="0" algn="ctr" defTabSz="914400" rtl="0" eaLnBrk="1" latinLnBrk="0" hangingPunct="1">
              <a:lnSpc>
                <a:spcPct val="100000"/>
              </a:lnSpc>
              <a:spcBef>
                <a:spcPts val="1200"/>
              </a:spcBef>
              <a:buClr>
                <a:schemeClr val="accent2"/>
              </a:buClr>
              <a:buFont typeface="Arial" panose="020B0604020202020204" pitchFamily="34" charset="0"/>
              <a:buNone/>
              <a:tabLst/>
              <a:defRPr sz="16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4pPr>
            <a:lvl5pPr marL="1828664" indent="0" algn="ctr" defTabSz="914400" rtl="0" eaLnBrk="1" latinLnBrk="0" hangingPunct="1">
              <a:lnSpc>
                <a:spcPct val="100000"/>
              </a:lnSpc>
              <a:spcBef>
                <a:spcPts val="1200"/>
              </a:spcBef>
              <a:buClr>
                <a:schemeClr val="accent5"/>
              </a:buClr>
              <a:buFont typeface="Arial" panose="020B0604020202020204" pitchFamily="34" charset="0"/>
              <a:buNone/>
              <a:tabLst/>
              <a:defRPr sz="16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5pPr>
            <a:lvl6pPr marL="228583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2994"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16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327"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0" marR="0" lvl="0" indent="0" algn="l" defTabSz="914400" rtl="0" eaLnBrk="1" fontAlgn="auto" latinLnBrk="0" hangingPunct="1">
              <a:spcBef>
                <a:spcPts val="0"/>
              </a:spcBef>
              <a:spcAft>
                <a:spcPts val="0"/>
              </a:spcAft>
              <a:buClrTx/>
              <a:buSzTx/>
              <a:buFont typeface="Arial" panose="020B0604020202020204" pitchFamily="34" charset="0"/>
              <a:buNone/>
              <a:tabLst/>
              <a:defRPr/>
            </a:pPr>
            <a:r>
              <a:rPr lang="en-GB" sz="1100" i="0" u="none" strike="noStrike">
                <a:solidFill>
                  <a:schemeClr val="tx1"/>
                </a:solidFill>
                <a:effectLst/>
              </a:rPr>
              <a:t>About The Access Group</a:t>
            </a:r>
            <a:endParaRPr kumimoji="0" lang="en-US" sz="1100" i="0" u="none" strike="noStrike" kern="1200" cap="none" spc="0" normalizeH="0" baseline="0" noProof="0">
              <a:ln>
                <a:noFill/>
              </a:ln>
              <a:solidFill>
                <a:schemeClr val="tx1"/>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22" name="ServiceOutcome">
            <a:extLst>
              <a:ext uri="{FF2B5EF4-FFF2-40B4-BE49-F238E27FC236}">
                <a16:creationId xmlns:a16="http://schemas.microsoft.com/office/drawing/2014/main" id="{87BF80F8-828A-599F-809B-F4A4B99DF6BD}"/>
              </a:ext>
            </a:extLst>
          </p:cNvPr>
          <p:cNvSpPr txBox="1">
            <a:spLocks/>
          </p:cNvSpPr>
          <p:nvPr userDrawn="1"/>
        </p:nvSpPr>
        <p:spPr>
          <a:xfrm>
            <a:off x="8121354" y="2818034"/>
            <a:ext cx="3380228" cy="1863694"/>
          </a:xfrm>
          <a:prstGeom prst="rect">
            <a:avLst/>
          </a:prstGeom>
          <a:noFill/>
        </p:spPr>
        <p:txBody>
          <a:bodyPr vert="horz" lIns="0" tIns="45720" rIns="0" bIns="45720" rtlCol="0">
            <a:normAutofit lnSpcReduction="10000"/>
          </a:bodyPr>
          <a:lstStyle>
            <a:lvl1pPr marL="0" indent="0" algn="l" defTabSz="914400" rtl="0" eaLnBrk="1" latinLnBrk="0" hangingPunct="1">
              <a:lnSpc>
                <a:spcPct val="100000"/>
              </a:lnSpc>
              <a:spcBef>
                <a:spcPts val="0"/>
              </a:spcBef>
              <a:buFont typeface="Arial" panose="020B0604020202020204" pitchFamily="34" charset="0"/>
              <a:buNone/>
              <a:defRPr sz="2400" b="1" kern="1200">
                <a:solidFill>
                  <a:schemeClr val="bg1"/>
                </a:solidFill>
                <a:latin typeface="Open Sans" panose="020B0606030504020204" pitchFamily="34" charset="0"/>
                <a:ea typeface="Open Sans" panose="020B0606030504020204" pitchFamily="34" charset="0"/>
                <a:cs typeface="Open Sans" panose="020B0606030504020204" pitchFamily="34" charset="0"/>
              </a:defRPr>
            </a:lvl1pPr>
            <a:lvl2pPr marL="457167" indent="0" algn="ctr" defTabSz="914400" rtl="0" eaLnBrk="1" latinLnBrk="0" hangingPunct="1">
              <a:lnSpc>
                <a:spcPct val="100000"/>
              </a:lnSpc>
              <a:spcBef>
                <a:spcPts val="1200"/>
              </a:spcBef>
              <a:buClr>
                <a:schemeClr val="accent1"/>
              </a:buClr>
              <a:buFont typeface="Arial" panose="020B0604020202020204" pitchFamily="34" charset="0"/>
              <a:buNone/>
              <a:tabLst/>
              <a:defRPr sz="20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2pPr>
            <a:lvl3pPr marL="914332" indent="0" algn="ctr" defTabSz="914400" rtl="0" eaLnBrk="1" latinLnBrk="0" hangingPunct="1">
              <a:lnSpc>
                <a:spcPct val="100000"/>
              </a:lnSpc>
              <a:spcBef>
                <a:spcPts val="1200"/>
              </a:spcBef>
              <a:buClr>
                <a:schemeClr val="accent1"/>
              </a:buClr>
              <a:buFont typeface="Arial" panose="020B0604020202020204" pitchFamily="34" charset="0"/>
              <a:buNone/>
              <a:tabLst/>
              <a:defRPr sz="18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3pPr>
            <a:lvl4pPr marL="1371498" indent="0" algn="ctr" defTabSz="914400" rtl="0" eaLnBrk="1" latinLnBrk="0" hangingPunct="1">
              <a:lnSpc>
                <a:spcPct val="100000"/>
              </a:lnSpc>
              <a:spcBef>
                <a:spcPts val="1200"/>
              </a:spcBef>
              <a:buClr>
                <a:schemeClr val="accent2"/>
              </a:buClr>
              <a:buFont typeface="Arial" panose="020B0604020202020204" pitchFamily="34" charset="0"/>
              <a:buNone/>
              <a:tabLst/>
              <a:defRPr sz="16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4pPr>
            <a:lvl5pPr marL="1828664" indent="0" algn="ctr" defTabSz="914400" rtl="0" eaLnBrk="1" latinLnBrk="0" hangingPunct="1">
              <a:lnSpc>
                <a:spcPct val="100000"/>
              </a:lnSpc>
              <a:spcBef>
                <a:spcPts val="1200"/>
              </a:spcBef>
              <a:buClr>
                <a:schemeClr val="accent5"/>
              </a:buClr>
              <a:buFont typeface="Arial" panose="020B0604020202020204" pitchFamily="34" charset="0"/>
              <a:buNone/>
              <a:tabLst/>
              <a:defRPr sz="16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5pPr>
            <a:lvl6pPr marL="228583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2994"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16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327"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0" marR="0" lvl="0" indent="0" algn="l" defTabSz="914400" rtl="0" eaLnBrk="1" fontAlgn="auto" latinLnBrk="0" hangingPunct="1">
              <a:spcBef>
                <a:spcPts val="0"/>
              </a:spcBef>
              <a:spcAft>
                <a:spcPts val="0"/>
              </a:spcAft>
              <a:buClrTx/>
              <a:buSzTx/>
              <a:buFont typeface="Arial" panose="020B0604020202020204" pitchFamily="34" charset="0"/>
              <a:buNone/>
              <a:tabLst/>
              <a:defRPr/>
            </a:pPr>
            <a:r>
              <a:rPr lang="en-GB" sz="1100" b="0" i="0" u="none" strike="noStrike">
                <a:solidFill>
                  <a:schemeClr val="tx1"/>
                </a:solidFill>
                <a:effectLst/>
              </a:rPr>
              <a:t>The Access Group is one of the largest UK-headquartered providers of business management software to small and mid-sized organisations in the UK, Ireland, USA and Asia Pacific. It helps more than 100,000 customers across commercial and non-profit sectors become more productive and efficient. Its innovative cloud solutions transform how business software is used, giving every employee the freedom to do more of what’s important to them. Founded in 1991, The Access Group employs approximately 6,800 people.</a:t>
            </a:r>
            <a:endParaRPr kumimoji="0" lang="en-US" sz="1400" b="0" i="0" u="none" strike="noStrike" kern="1200" cap="none" spc="0" normalizeH="0" baseline="0" noProof="0">
              <a:ln>
                <a:noFill/>
              </a:ln>
              <a:solidFill>
                <a:schemeClr val="tx1"/>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23" name="OutcomeTitle">
            <a:extLst>
              <a:ext uri="{FF2B5EF4-FFF2-40B4-BE49-F238E27FC236}">
                <a16:creationId xmlns:a16="http://schemas.microsoft.com/office/drawing/2014/main" id="{FDD2B93D-8A92-261A-7F27-B5F2740C5FC6}"/>
              </a:ext>
            </a:extLst>
          </p:cNvPr>
          <p:cNvSpPr txBox="1">
            <a:spLocks/>
          </p:cNvSpPr>
          <p:nvPr userDrawn="1"/>
        </p:nvSpPr>
        <p:spPr>
          <a:xfrm>
            <a:off x="8113740" y="4681728"/>
            <a:ext cx="3387842" cy="360515"/>
          </a:xfrm>
          <a:prstGeom prst="rect">
            <a:avLst/>
          </a:prstGeom>
          <a:noFill/>
        </p:spPr>
        <p:txBody>
          <a:bodyPr vert="horz" lIns="0" tIns="45720" rIns="0" bIns="45720" rtlCol="0">
            <a:normAutofit/>
          </a:bodyPr>
          <a:lstStyle>
            <a:lvl1pPr marL="0" indent="0" algn="l" defTabSz="914400" rtl="0" eaLnBrk="1" latinLnBrk="0" hangingPunct="1">
              <a:lnSpc>
                <a:spcPct val="100000"/>
              </a:lnSpc>
              <a:spcBef>
                <a:spcPts val="0"/>
              </a:spcBef>
              <a:buFont typeface="Arial" panose="020B0604020202020204" pitchFamily="34" charset="0"/>
              <a:buNone/>
              <a:defRPr sz="2400" b="1" kern="1200">
                <a:solidFill>
                  <a:schemeClr val="bg1"/>
                </a:solidFill>
                <a:latin typeface="Open Sans" panose="020B0606030504020204" pitchFamily="34" charset="0"/>
                <a:ea typeface="Open Sans" panose="020B0606030504020204" pitchFamily="34" charset="0"/>
                <a:cs typeface="Open Sans" panose="020B0606030504020204" pitchFamily="34" charset="0"/>
              </a:defRPr>
            </a:lvl1pPr>
            <a:lvl2pPr marL="457167" indent="0" algn="ctr" defTabSz="914400" rtl="0" eaLnBrk="1" latinLnBrk="0" hangingPunct="1">
              <a:lnSpc>
                <a:spcPct val="100000"/>
              </a:lnSpc>
              <a:spcBef>
                <a:spcPts val="1200"/>
              </a:spcBef>
              <a:buClr>
                <a:schemeClr val="accent1"/>
              </a:buClr>
              <a:buFont typeface="Arial" panose="020B0604020202020204" pitchFamily="34" charset="0"/>
              <a:buNone/>
              <a:tabLst/>
              <a:defRPr sz="20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2pPr>
            <a:lvl3pPr marL="914332" indent="0" algn="ctr" defTabSz="914400" rtl="0" eaLnBrk="1" latinLnBrk="0" hangingPunct="1">
              <a:lnSpc>
                <a:spcPct val="100000"/>
              </a:lnSpc>
              <a:spcBef>
                <a:spcPts val="1200"/>
              </a:spcBef>
              <a:buClr>
                <a:schemeClr val="accent1"/>
              </a:buClr>
              <a:buFont typeface="Arial" panose="020B0604020202020204" pitchFamily="34" charset="0"/>
              <a:buNone/>
              <a:tabLst/>
              <a:defRPr sz="18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3pPr>
            <a:lvl4pPr marL="1371498" indent="0" algn="ctr" defTabSz="914400" rtl="0" eaLnBrk="1" latinLnBrk="0" hangingPunct="1">
              <a:lnSpc>
                <a:spcPct val="100000"/>
              </a:lnSpc>
              <a:spcBef>
                <a:spcPts val="1200"/>
              </a:spcBef>
              <a:buClr>
                <a:schemeClr val="accent2"/>
              </a:buClr>
              <a:buFont typeface="Arial" panose="020B0604020202020204" pitchFamily="34" charset="0"/>
              <a:buNone/>
              <a:tabLst/>
              <a:defRPr sz="16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4pPr>
            <a:lvl5pPr marL="1828664" indent="0" algn="ctr" defTabSz="914400" rtl="0" eaLnBrk="1" latinLnBrk="0" hangingPunct="1">
              <a:lnSpc>
                <a:spcPct val="100000"/>
              </a:lnSpc>
              <a:spcBef>
                <a:spcPts val="1200"/>
              </a:spcBef>
              <a:buClr>
                <a:schemeClr val="accent5"/>
              </a:buClr>
              <a:buFont typeface="Arial" panose="020B0604020202020204" pitchFamily="34" charset="0"/>
              <a:buNone/>
              <a:tabLst/>
              <a:defRPr sz="16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5pPr>
            <a:lvl6pPr marL="228583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2994"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16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327"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0" marR="0" lvl="0" indent="0" algn="l" defTabSz="914400" rtl="0" eaLnBrk="1" fontAlgn="auto" latinLnBrk="0" hangingPunct="1">
              <a:spcBef>
                <a:spcPts val="0"/>
              </a:spcBef>
              <a:spcAft>
                <a:spcPts val="0"/>
              </a:spcAft>
              <a:buClrTx/>
              <a:buSzTx/>
              <a:buFont typeface="Arial" panose="020B0604020202020204" pitchFamily="34" charset="0"/>
              <a:buNone/>
              <a:tabLst/>
              <a:defRPr/>
            </a:pPr>
            <a:r>
              <a:rPr lang="en-GB" sz="1000" b="1" i="0" u="none" strike="noStrike">
                <a:solidFill>
                  <a:schemeClr val="tx1"/>
                </a:solidFill>
                <a:effectLst/>
                <a:hlinkClick r:id="rId8">
                  <a:extLst>
                    <a:ext uri="{A12FA001-AC4F-418D-AE19-62706E023703}">
                      <ahyp:hlinkClr xmlns:ahyp="http://schemas.microsoft.com/office/drawing/2018/hyperlinkcolor" val="tx"/>
                    </a:ext>
                  </a:extLst>
                </a:hlinkClick>
              </a:rPr>
              <a:t>theaccessgroup.com</a:t>
            </a:r>
            <a:endParaRPr kumimoji="0" lang="en-US" sz="1100" i="0" u="none" strike="noStrike" kern="1200" cap="none" spc="0" normalizeH="0" baseline="0" noProof="0">
              <a:ln>
                <a:noFill/>
              </a:ln>
              <a:solidFill>
                <a:schemeClr val="tx1"/>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24" name="Text Placeholder 15">
            <a:extLst>
              <a:ext uri="{FF2B5EF4-FFF2-40B4-BE49-F238E27FC236}">
                <a16:creationId xmlns:a16="http://schemas.microsoft.com/office/drawing/2014/main" id="{7102FF49-CF1E-C76B-18E7-A594E25FF590}"/>
              </a:ext>
            </a:extLst>
          </p:cNvPr>
          <p:cNvSpPr>
            <a:spLocks noGrp="1"/>
          </p:cNvSpPr>
          <p:nvPr>
            <p:ph type="body" sz="quarter" idx="13" hasCustomPrompt="1"/>
          </p:nvPr>
        </p:nvSpPr>
        <p:spPr>
          <a:xfrm>
            <a:off x="945420" y="2499717"/>
            <a:ext cx="6613620" cy="817546"/>
          </a:xfrm>
        </p:spPr>
        <p:txBody>
          <a:bodyPr>
            <a:noAutofit/>
          </a:bodyPr>
          <a:lstStyle>
            <a:lvl1pPr marL="0" indent="0">
              <a:buNone/>
              <a:defRPr sz="2400" b="1" spc="-150"/>
            </a:lvl1pPr>
            <a:lvl2pPr marL="457200" indent="0">
              <a:buNone/>
              <a:defRPr/>
            </a:lvl2pPr>
            <a:lvl3pPr marL="914400" indent="0">
              <a:buNone/>
              <a:defRPr/>
            </a:lvl3pPr>
            <a:lvl4pPr marL="1371600" indent="0">
              <a:buNone/>
              <a:defRPr/>
            </a:lvl4pPr>
            <a:lvl5pPr marL="1828800" indent="0">
              <a:buNone/>
              <a:defRPr/>
            </a:lvl5pPr>
          </a:lstStyle>
          <a:p>
            <a:pPr lvl="0"/>
            <a:r>
              <a:rPr lang="en-GB"/>
              <a:t>Insert your closing message or </a:t>
            </a:r>
            <a:br>
              <a:rPr lang="en-GB"/>
            </a:br>
            <a:r>
              <a:rPr lang="en-GB"/>
              <a:t>thank you here over multiple lines</a:t>
            </a:r>
            <a:endParaRPr lang="en-US"/>
          </a:p>
        </p:txBody>
      </p:sp>
      <p:sp>
        <p:nvSpPr>
          <p:cNvPr id="29" name="Text Placeholder 15">
            <a:extLst>
              <a:ext uri="{FF2B5EF4-FFF2-40B4-BE49-F238E27FC236}">
                <a16:creationId xmlns:a16="http://schemas.microsoft.com/office/drawing/2014/main" id="{35239794-EC71-CEBA-B4F3-8B20DEA57EEF}"/>
              </a:ext>
            </a:extLst>
          </p:cNvPr>
          <p:cNvSpPr>
            <a:spLocks noGrp="1"/>
          </p:cNvSpPr>
          <p:nvPr>
            <p:ph type="body" sz="quarter" idx="14" hasCustomPrompt="1"/>
          </p:nvPr>
        </p:nvSpPr>
        <p:spPr>
          <a:xfrm>
            <a:off x="1455609" y="4726263"/>
            <a:ext cx="4914712" cy="1847829"/>
          </a:xfrm>
        </p:spPr>
        <p:txBody>
          <a:bodyPr>
            <a:noAutofit/>
          </a:bodyPr>
          <a:lstStyle>
            <a:lvl1pPr marL="0" indent="0">
              <a:buNone/>
              <a:defRPr sz="1400" b="0" spc="0"/>
            </a:lvl1pPr>
            <a:lvl2pPr marL="457200" indent="0">
              <a:buNone/>
              <a:defRPr/>
            </a:lvl2pPr>
            <a:lvl3pPr marL="914400" indent="0">
              <a:buNone/>
              <a:defRPr/>
            </a:lvl3pPr>
            <a:lvl4pPr marL="1371600" indent="0">
              <a:buNone/>
              <a:defRPr/>
            </a:lvl4pPr>
            <a:lvl5pPr marL="1828800" indent="0">
              <a:buNone/>
              <a:defRPr/>
            </a:lvl5pPr>
          </a:lstStyle>
          <a:p>
            <a:pPr lvl="0"/>
            <a:r>
              <a:rPr lang="en-GB"/>
              <a:t>Insert your contact info here</a:t>
            </a:r>
            <a:endParaRPr lang="en-US"/>
          </a:p>
        </p:txBody>
      </p:sp>
      <p:sp>
        <p:nvSpPr>
          <p:cNvPr id="30" name="Text Placeholder 15">
            <a:extLst>
              <a:ext uri="{FF2B5EF4-FFF2-40B4-BE49-F238E27FC236}">
                <a16:creationId xmlns:a16="http://schemas.microsoft.com/office/drawing/2014/main" id="{326B5288-523E-6F88-41C9-EB04289075FE}"/>
              </a:ext>
            </a:extLst>
          </p:cNvPr>
          <p:cNvSpPr>
            <a:spLocks noGrp="1"/>
          </p:cNvSpPr>
          <p:nvPr>
            <p:ph type="body" sz="quarter" idx="15" hasCustomPrompt="1"/>
          </p:nvPr>
        </p:nvSpPr>
        <p:spPr>
          <a:xfrm>
            <a:off x="945419" y="3782200"/>
            <a:ext cx="4914712" cy="315203"/>
          </a:xfrm>
        </p:spPr>
        <p:txBody>
          <a:bodyPr>
            <a:noAutofit/>
          </a:bodyPr>
          <a:lstStyle>
            <a:lvl1pPr marL="0" indent="0">
              <a:buNone/>
              <a:defRPr sz="1600" b="1" spc="0"/>
            </a:lvl1pPr>
            <a:lvl2pPr marL="457200" indent="0">
              <a:buNone/>
              <a:defRPr/>
            </a:lvl2pPr>
            <a:lvl3pPr marL="914400" indent="0">
              <a:buNone/>
              <a:defRPr/>
            </a:lvl3pPr>
            <a:lvl4pPr marL="1371600" indent="0">
              <a:buNone/>
              <a:defRPr/>
            </a:lvl4pPr>
            <a:lvl5pPr marL="1828800" indent="0">
              <a:buNone/>
              <a:defRPr/>
            </a:lvl5pPr>
          </a:lstStyle>
          <a:p>
            <a:pPr lvl="0"/>
            <a:r>
              <a:rPr lang="en-GB"/>
              <a:t>Insert your name here</a:t>
            </a:r>
            <a:endParaRPr lang="en-US"/>
          </a:p>
        </p:txBody>
      </p:sp>
      <p:sp>
        <p:nvSpPr>
          <p:cNvPr id="31" name="Text Placeholder 15">
            <a:extLst>
              <a:ext uri="{FF2B5EF4-FFF2-40B4-BE49-F238E27FC236}">
                <a16:creationId xmlns:a16="http://schemas.microsoft.com/office/drawing/2014/main" id="{BF8C9C4C-73B2-1590-DEF6-805AD13A25A0}"/>
              </a:ext>
            </a:extLst>
          </p:cNvPr>
          <p:cNvSpPr>
            <a:spLocks noGrp="1"/>
          </p:cNvSpPr>
          <p:nvPr>
            <p:ph type="body" sz="quarter" idx="16" hasCustomPrompt="1"/>
          </p:nvPr>
        </p:nvSpPr>
        <p:spPr>
          <a:xfrm>
            <a:off x="945419" y="4097160"/>
            <a:ext cx="4914712" cy="315203"/>
          </a:xfrm>
        </p:spPr>
        <p:txBody>
          <a:bodyPr>
            <a:noAutofit/>
          </a:bodyPr>
          <a:lstStyle>
            <a:lvl1pPr marL="0" indent="0">
              <a:buNone/>
              <a:defRPr sz="1400" b="0" spc="0"/>
            </a:lvl1pPr>
            <a:lvl2pPr marL="457200" indent="0">
              <a:buNone/>
              <a:defRPr/>
            </a:lvl2pPr>
            <a:lvl3pPr marL="914400" indent="0">
              <a:buNone/>
              <a:defRPr/>
            </a:lvl3pPr>
            <a:lvl4pPr marL="1371600" indent="0">
              <a:buNone/>
              <a:defRPr/>
            </a:lvl4pPr>
            <a:lvl5pPr marL="1828800" indent="0">
              <a:buNone/>
              <a:defRPr/>
            </a:lvl5pPr>
          </a:lstStyle>
          <a:p>
            <a:pPr lvl="0"/>
            <a:r>
              <a:rPr lang="en-GB"/>
              <a:t>Insert your job title here</a:t>
            </a:r>
            <a:endParaRPr lang="en-US"/>
          </a:p>
        </p:txBody>
      </p:sp>
    </p:spTree>
    <p:extLst>
      <p:ext uri="{BB962C8B-B14F-4D97-AF65-F5344CB8AC3E}">
        <p14:creationId xmlns:p14="http://schemas.microsoft.com/office/powerpoint/2010/main" val="4049683096"/>
      </p:ext>
    </p:extLst>
  </p:cSld>
  <p:clrMapOvr>
    <a:overrideClrMapping bg1="lt1" tx1="dk1" bg2="lt2" tx2="dk2" accent1="accent1" accent2="accent2" accent3="accent3" accent4="accent4" accent5="accent5" accent6="accent6" hlink="hlink" folHlink="folHlink"/>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MakingItHappen25_Blank">
    <p:bg>
      <p:bgRef idx="1001">
        <a:schemeClr val="bg1"/>
      </p:bgRef>
    </p:bg>
    <p:spTree>
      <p:nvGrpSpPr>
        <p:cNvPr id="1" name=""/>
        <p:cNvGrpSpPr/>
        <p:nvPr/>
      </p:nvGrpSpPr>
      <p:grpSpPr>
        <a:xfrm>
          <a:off x="0" y="0"/>
          <a:ext cx="0" cy="0"/>
          <a:chOff x="0" y="0"/>
          <a:chExt cx="0" cy="0"/>
        </a:xfrm>
      </p:grpSpPr>
      <p:pic>
        <p:nvPicPr>
          <p:cNvPr id="3" name="Picture 2" descr="A close up of a text&#10;&#10;Description automatically generated with medium confidence">
            <a:extLst>
              <a:ext uri="{FF2B5EF4-FFF2-40B4-BE49-F238E27FC236}">
                <a16:creationId xmlns:a16="http://schemas.microsoft.com/office/drawing/2014/main" id="{2BA805B6-DFDC-F51D-7458-42EF30808C05}"/>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2725288727"/>
      </p:ext>
    </p:extLst>
  </p:cSld>
  <p:clrMapOvr>
    <a:overrideClrMapping bg1="lt1" tx1="dk1" bg2="lt2" tx2="dk2" accent1="accent1" accent2="accent2" accent3="accent3" accent4="accent4" accent5="accent5" accent6="accent6" hlink="hlink" folHlink="folHlink"/>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MakingItHappen25_SpeakerNotes">
    <p:bg>
      <p:bgRef idx="1001">
        <a:schemeClr val="bg1"/>
      </p:bgRef>
    </p:bg>
    <p:spTree>
      <p:nvGrpSpPr>
        <p:cNvPr id="1" name=""/>
        <p:cNvGrpSpPr/>
        <p:nvPr/>
      </p:nvGrpSpPr>
      <p:grpSpPr>
        <a:xfrm>
          <a:off x="0" y="0"/>
          <a:ext cx="0" cy="0"/>
          <a:chOff x="0" y="0"/>
          <a:chExt cx="0" cy="0"/>
        </a:xfrm>
      </p:grpSpPr>
      <p:pic>
        <p:nvPicPr>
          <p:cNvPr id="6" name="Picture 5" descr="A close up of a text&#10;&#10;Description automatically generated with medium confidence">
            <a:extLst>
              <a:ext uri="{FF2B5EF4-FFF2-40B4-BE49-F238E27FC236}">
                <a16:creationId xmlns:a16="http://schemas.microsoft.com/office/drawing/2014/main" id="{24DA5D87-34F5-F325-BF52-07C3D82BB563}"/>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12192000" cy="6858000"/>
          </a:xfrm>
          <a:prstGeom prst="rect">
            <a:avLst/>
          </a:prstGeom>
        </p:spPr>
      </p:pic>
      <p:sp>
        <p:nvSpPr>
          <p:cNvPr id="16" name="Text Placeholder 15">
            <a:extLst>
              <a:ext uri="{FF2B5EF4-FFF2-40B4-BE49-F238E27FC236}">
                <a16:creationId xmlns:a16="http://schemas.microsoft.com/office/drawing/2014/main" id="{54D781DE-38EF-A459-B86A-E72859EB45DC}"/>
              </a:ext>
            </a:extLst>
          </p:cNvPr>
          <p:cNvSpPr>
            <a:spLocks noGrp="1"/>
          </p:cNvSpPr>
          <p:nvPr>
            <p:ph type="body" sz="quarter" idx="13" hasCustomPrompt="1"/>
          </p:nvPr>
        </p:nvSpPr>
        <p:spPr>
          <a:xfrm>
            <a:off x="1852507" y="4487310"/>
            <a:ext cx="8486987" cy="894522"/>
          </a:xfrm>
        </p:spPr>
        <p:txBody>
          <a:bodyPr>
            <a:noAutofit/>
          </a:bodyPr>
          <a:lstStyle>
            <a:lvl1pPr marL="0" indent="0" algn="ctr">
              <a:buNone/>
              <a:defRPr sz="2800" b="1" spc="-15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GB"/>
              <a:t>Insert presentation title </a:t>
            </a:r>
            <a:br>
              <a:rPr lang="en-GB"/>
            </a:br>
            <a:r>
              <a:rPr lang="en-GB"/>
              <a:t>here over multiple lines</a:t>
            </a:r>
            <a:endParaRPr lang="en-US"/>
          </a:p>
        </p:txBody>
      </p:sp>
      <p:sp>
        <p:nvSpPr>
          <p:cNvPr id="17" name="Text Placeholder 15">
            <a:extLst>
              <a:ext uri="{FF2B5EF4-FFF2-40B4-BE49-F238E27FC236}">
                <a16:creationId xmlns:a16="http://schemas.microsoft.com/office/drawing/2014/main" id="{D4573492-6ED4-654F-23CF-B2027C93F139}"/>
              </a:ext>
            </a:extLst>
          </p:cNvPr>
          <p:cNvSpPr>
            <a:spLocks noGrp="1"/>
          </p:cNvSpPr>
          <p:nvPr>
            <p:ph type="body" sz="quarter" idx="14" hasCustomPrompt="1"/>
          </p:nvPr>
        </p:nvSpPr>
        <p:spPr>
          <a:xfrm>
            <a:off x="2640897" y="6047893"/>
            <a:ext cx="6778487" cy="402604"/>
          </a:xfrm>
        </p:spPr>
        <p:txBody>
          <a:bodyPr>
            <a:noAutofit/>
          </a:bodyPr>
          <a:lstStyle>
            <a:lvl1pPr marL="0" indent="0" algn="ctr">
              <a:buNone/>
              <a:defRPr sz="1600" b="1" spc="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GB"/>
              <a:t>Insert date/version/Event</a:t>
            </a:r>
            <a:endParaRPr lang="en-US"/>
          </a:p>
        </p:txBody>
      </p:sp>
      <p:sp>
        <p:nvSpPr>
          <p:cNvPr id="18" name="Text Placeholder 15">
            <a:extLst>
              <a:ext uri="{FF2B5EF4-FFF2-40B4-BE49-F238E27FC236}">
                <a16:creationId xmlns:a16="http://schemas.microsoft.com/office/drawing/2014/main" id="{97B2FC9F-C8CE-EB4D-A6AB-EC7AB21785A9}"/>
              </a:ext>
            </a:extLst>
          </p:cNvPr>
          <p:cNvSpPr>
            <a:spLocks noGrp="1"/>
          </p:cNvSpPr>
          <p:nvPr>
            <p:ph type="body" sz="quarter" idx="15" hasCustomPrompt="1"/>
          </p:nvPr>
        </p:nvSpPr>
        <p:spPr>
          <a:xfrm>
            <a:off x="2427206" y="5645288"/>
            <a:ext cx="7205869" cy="402604"/>
          </a:xfrm>
        </p:spPr>
        <p:txBody>
          <a:bodyPr>
            <a:noAutofit/>
          </a:bodyPr>
          <a:lstStyle>
            <a:lvl1pPr marL="0" indent="0" algn="ctr">
              <a:buNone/>
              <a:defRPr sz="1800" b="0" spc="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GB"/>
              <a:t>Insert speaker name – Speaker title</a:t>
            </a:r>
            <a:endParaRPr lang="en-US"/>
          </a:p>
        </p:txBody>
      </p:sp>
    </p:spTree>
    <p:extLst>
      <p:ext uri="{BB962C8B-B14F-4D97-AF65-F5344CB8AC3E}">
        <p14:creationId xmlns:p14="http://schemas.microsoft.com/office/powerpoint/2010/main" val="4149268299"/>
      </p:ext>
    </p:extLst>
  </p:cSld>
  <p:clrMapOvr>
    <a:overrideClrMapping bg1="lt1" tx1="dk1" bg2="lt2" tx2="dk2" accent1="accent1" accent2="accent2" accent3="accent3" accent4="accent4" accent5="accent5" accent6="accent6" hlink="hlink" folHlink="folHlink"/>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showMasterSp="0" preserve="1" userDrawn="1">
  <p:cSld name="6_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1151C398-3900-E439-1814-C7D18712CC5C}"/>
              </a:ext>
            </a:extLst>
          </p:cNvPr>
          <p:cNvSpPr>
            <a:spLocks noGrp="1"/>
          </p:cNvSpPr>
          <p:nvPr>
            <p:ph type="dt" sz="half" idx="10"/>
          </p:nvPr>
        </p:nvSpPr>
        <p:spPr/>
        <p:txBody>
          <a:bodyPr/>
          <a:lstStyle/>
          <a:p>
            <a:fld id="{D38656C5-2DDE-454B-A78F-D9D73785D935}" type="datetimeFigureOut">
              <a:rPr lang="en-US" smtClean="0"/>
              <a:t>10/23/24</a:t>
            </a:fld>
            <a:endParaRPr lang="en-US"/>
          </a:p>
        </p:txBody>
      </p:sp>
      <p:sp>
        <p:nvSpPr>
          <p:cNvPr id="5" name="Footer Placeholder 4">
            <a:extLst>
              <a:ext uri="{FF2B5EF4-FFF2-40B4-BE49-F238E27FC236}">
                <a16:creationId xmlns:a16="http://schemas.microsoft.com/office/drawing/2014/main" id="{DB817F23-C11A-7D83-1CC5-E2F14D7F526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AF8351B-7EE0-1B3C-597F-FBFCCFFA44DD}"/>
              </a:ext>
            </a:extLst>
          </p:cNvPr>
          <p:cNvSpPr>
            <a:spLocks noGrp="1"/>
          </p:cNvSpPr>
          <p:nvPr>
            <p:ph type="sldNum" sz="quarter" idx="12"/>
          </p:nvPr>
        </p:nvSpPr>
        <p:spPr/>
        <p:txBody>
          <a:bodyPr/>
          <a:lstStyle/>
          <a:p>
            <a:fld id="{2BDFC5E2-9F0C-D24D-80A4-CB3D6FA65022}" type="slidenum">
              <a:rPr lang="en-US" smtClean="0"/>
              <a:t>‹#›</a:t>
            </a:fld>
            <a:endParaRPr lang="en-US"/>
          </a:p>
        </p:txBody>
      </p:sp>
      <p:sp>
        <p:nvSpPr>
          <p:cNvPr id="3" name="Subtitle 2">
            <a:extLst>
              <a:ext uri="{FF2B5EF4-FFF2-40B4-BE49-F238E27FC236}">
                <a16:creationId xmlns:a16="http://schemas.microsoft.com/office/drawing/2014/main" id="{DC2DEEF2-56CC-718E-5159-CB141C39297C}"/>
              </a:ext>
            </a:extLst>
          </p:cNvPr>
          <p:cNvSpPr>
            <a:spLocks noGrp="1"/>
          </p:cNvSpPr>
          <p:nvPr>
            <p:ph type="subTitle" idx="1" hasCustomPrompt="1"/>
          </p:nvPr>
        </p:nvSpPr>
        <p:spPr>
          <a:xfrm>
            <a:off x="838201" y="4009862"/>
            <a:ext cx="5881511" cy="1655762"/>
          </a:xfrm>
        </p:spPr>
        <p:txBody>
          <a:bodyPr/>
          <a:lstStyle>
            <a:lvl1pPr marL="0" indent="0" algn="l">
              <a:buNone/>
              <a:defRPr sz="2400" spc="-15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effectLst/>
              </a:rPr>
              <a:t>The Access Group is one of the largest</a:t>
            </a:r>
            <a:br>
              <a:rPr lang="en-GB">
                <a:effectLst/>
              </a:rPr>
            </a:br>
            <a:r>
              <a:rPr lang="en-GB">
                <a:effectLst/>
              </a:rPr>
              <a:t>UK-headquartered providers of business </a:t>
            </a:r>
            <a:br>
              <a:rPr lang="en-GB">
                <a:effectLst/>
              </a:rPr>
            </a:br>
            <a:r>
              <a:rPr lang="en-GB">
                <a:effectLst/>
              </a:rPr>
              <a:t>management software to organisations</a:t>
            </a:r>
            <a:br>
              <a:rPr lang="en-GB">
                <a:effectLst/>
              </a:rPr>
            </a:br>
            <a:r>
              <a:rPr lang="en-GB">
                <a:effectLst/>
              </a:rPr>
              <a:t>across the globe</a:t>
            </a:r>
            <a:endParaRPr lang="en-US"/>
          </a:p>
        </p:txBody>
      </p:sp>
      <p:sp>
        <p:nvSpPr>
          <p:cNvPr id="2" name="Title 1">
            <a:extLst>
              <a:ext uri="{FF2B5EF4-FFF2-40B4-BE49-F238E27FC236}">
                <a16:creationId xmlns:a16="http://schemas.microsoft.com/office/drawing/2014/main" id="{3A682431-3D69-D860-946B-5D6E01530DA4}"/>
              </a:ext>
            </a:extLst>
          </p:cNvPr>
          <p:cNvSpPr>
            <a:spLocks noGrp="1"/>
          </p:cNvSpPr>
          <p:nvPr>
            <p:ph type="ctrTitle" hasCustomPrompt="1"/>
          </p:nvPr>
        </p:nvSpPr>
        <p:spPr>
          <a:xfrm>
            <a:off x="838200" y="1799172"/>
            <a:ext cx="5647944" cy="1929758"/>
          </a:xfrm>
          <a:prstGeom prst="roundRect">
            <a:avLst>
              <a:gd name="adj" fmla="val 11442"/>
            </a:avLst>
          </a:prstGeom>
          <a:solidFill>
            <a:schemeClr val="accent1"/>
          </a:solidFill>
          <a:ln>
            <a:noFill/>
          </a:ln>
        </p:spPr>
        <p:txBody>
          <a:bodyPr wrap="square" lIns="144000" tIns="144000" rIns="144000" bIns="0" anchor="ctr">
            <a:spAutoFit/>
          </a:bodyPr>
          <a:lstStyle>
            <a:lvl1pPr algn="l">
              <a:defRPr sz="6000">
                <a:solidFill>
                  <a:schemeClr val="bg1"/>
                </a:solidFill>
              </a:defRPr>
            </a:lvl1pPr>
          </a:lstStyle>
          <a:p>
            <a:r>
              <a:rPr lang="en-US"/>
              <a:t>Grow your career with us</a:t>
            </a:r>
          </a:p>
        </p:txBody>
      </p:sp>
      <p:pic>
        <p:nvPicPr>
          <p:cNvPr id="12" name="Picture 11" descr="A black background with purple text&#10;&#10;Description automatically generated">
            <a:extLst>
              <a:ext uri="{FF2B5EF4-FFF2-40B4-BE49-F238E27FC236}">
                <a16:creationId xmlns:a16="http://schemas.microsoft.com/office/drawing/2014/main" id="{ED03AE81-C6A7-D043-B0E4-EF5F17BEFF9F}"/>
              </a:ext>
            </a:extLst>
          </p:cNvPr>
          <p:cNvPicPr>
            <a:picLocks noChangeAspect="1"/>
          </p:cNvPicPr>
          <p:nvPr userDrawn="1"/>
        </p:nvPicPr>
        <p:blipFill>
          <a:blip r:embed="rId3"/>
          <a:stretch>
            <a:fillRect/>
          </a:stretch>
        </p:blipFill>
        <p:spPr>
          <a:xfrm>
            <a:off x="376428" y="338877"/>
            <a:ext cx="3573780" cy="679861"/>
          </a:xfrm>
          <a:prstGeom prst="rect">
            <a:avLst/>
          </a:prstGeom>
        </p:spPr>
      </p:pic>
    </p:spTree>
    <p:extLst>
      <p:ext uri="{BB962C8B-B14F-4D97-AF65-F5344CB8AC3E}">
        <p14:creationId xmlns:p14="http://schemas.microsoft.com/office/powerpoint/2010/main" val="1025400782"/>
      </p:ext>
    </p:extLst>
  </p:cSld>
  <p:clrMapOvr>
    <a:overrideClrMapping bg1="lt1" tx1="dk1" bg2="lt2" tx2="dk2" accent1="accent1" accent2="accent2" accent3="accent3" accent4="accent4" accent5="accent5" accent6="accent6" hlink="hlink" folHlink="folHlink"/>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showMasterSp="0" preserve="1" userDrawn="1">
  <p:cSld name="7_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1151C398-3900-E439-1814-C7D18712CC5C}"/>
              </a:ext>
            </a:extLst>
          </p:cNvPr>
          <p:cNvSpPr>
            <a:spLocks noGrp="1"/>
          </p:cNvSpPr>
          <p:nvPr>
            <p:ph type="dt" sz="half" idx="10"/>
          </p:nvPr>
        </p:nvSpPr>
        <p:spPr/>
        <p:txBody>
          <a:bodyPr/>
          <a:lstStyle/>
          <a:p>
            <a:fld id="{D38656C5-2DDE-454B-A78F-D9D73785D935}" type="datetimeFigureOut">
              <a:rPr lang="en-US" smtClean="0"/>
              <a:t>10/23/24</a:t>
            </a:fld>
            <a:endParaRPr lang="en-US"/>
          </a:p>
        </p:txBody>
      </p:sp>
      <p:sp>
        <p:nvSpPr>
          <p:cNvPr id="5" name="Footer Placeholder 4">
            <a:extLst>
              <a:ext uri="{FF2B5EF4-FFF2-40B4-BE49-F238E27FC236}">
                <a16:creationId xmlns:a16="http://schemas.microsoft.com/office/drawing/2014/main" id="{DB817F23-C11A-7D83-1CC5-E2F14D7F526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AF8351B-7EE0-1B3C-597F-FBFCCFFA44DD}"/>
              </a:ext>
            </a:extLst>
          </p:cNvPr>
          <p:cNvSpPr>
            <a:spLocks noGrp="1"/>
          </p:cNvSpPr>
          <p:nvPr>
            <p:ph type="sldNum" sz="quarter" idx="12"/>
          </p:nvPr>
        </p:nvSpPr>
        <p:spPr/>
        <p:txBody>
          <a:bodyPr/>
          <a:lstStyle/>
          <a:p>
            <a:fld id="{2BDFC5E2-9F0C-D24D-80A4-CB3D6FA65022}" type="slidenum">
              <a:rPr lang="en-US" smtClean="0"/>
              <a:t>‹#›</a:t>
            </a:fld>
            <a:endParaRPr lang="en-US"/>
          </a:p>
        </p:txBody>
      </p:sp>
      <p:pic>
        <p:nvPicPr>
          <p:cNvPr id="12" name="Picture 11" descr="A black background with purple text&#10;&#10;Description automatically generated">
            <a:extLst>
              <a:ext uri="{FF2B5EF4-FFF2-40B4-BE49-F238E27FC236}">
                <a16:creationId xmlns:a16="http://schemas.microsoft.com/office/drawing/2014/main" id="{ED03AE81-C6A7-D043-B0E4-EF5F17BEFF9F}"/>
              </a:ext>
            </a:extLst>
          </p:cNvPr>
          <p:cNvPicPr>
            <a:picLocks noChangeAspect="1"/>
          </p:cNvPicPr>
          <p:nvPr userDrawn="1"/>
        </p:nvPicPr>
        <p:blipFill>
          <a:blip r:embed="rId3"/>
          <a:stretch>
            <a:fillRect/>
          </a:stretch>
        </p:blipFill>
        <p:spPr>
          <a:xfrm>
            <a:off x="376428" y="338877"/>
            <a:ext cx="3573780" cy="679861"/>
          </a:xfrm>
          <a:prstGeom prst="rect">
            <a:avLst/>
          </a:prstGeom>
        </p:spPr>
      </p:pic>
    </p:spTree>
    <p:extLst>
      <p:ext uri="{BB962C8B-B14F-4D97-AF65-F5344CB8AC3E}">
        <p14:creationId xmlns:p14="http://schemas.microsoft.com/office/powerpoint/2010/main" val="1843247182"/>
      </p:ext>
    </p:extLst>
  </p:cSld>
  <p:clrMapOvr>
    <a:overrideClrMapping bg1="lt1" tx1="dk1" bg2="lt2" tx2="dk2" accent1="accent1" accent2="accent2" accent3="accent3" accent4="accent4" accent5="accent5" accent6="accent6" hlink="hlink" folHlink="folHlink"/>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type="obj" preserve="1">
  <p:cSld name="2_Title and Content">
    <p:spTree>
      <p:nvGrpSpPr>
        <p:cNvPr id="1" name=""/>
        <p:cNvGrpSpPr/>
        <p:nvPr/>
      </p:nvGrpSpPr>
      <p:grpSpPr>
        <a:xfrm>
          <a:off x="0" y="0"/>
          <a:ext cx="0" cy="0"/>
          <a:chOff x="0" y="0"/>
          <a:chExt cx="0" cy="0"/>
        </a:xfrm>
      </p:grpSpPr>
      <p:pic>
        <p:nvPicPr>
          <p:cNvPr id="15" name="Picture 14" descr="A group of people climbing a mountain&#10;&#10;Description automatically generated">
            <a:extLst>
              <a:ext uri="{FF2B5EF4-FFF2-40B4-BE49-F238E27FC236}">
                <a16:creationId xmlns:a16="http://schemas.microsoft.com/office/drawing/2014/main" id="{E8356A52-AAEC-56D6-114F-DB7AE4621639}"/>
              </a:ext>
            </a:extLst>
          </p:cNvPr>
          <p:cNvPicPr>
            <a:picLocks noChangeAspect="1"/>
          </p:cNvPicPr>
          <p:nvPr userDrawn="1"/>
        </p:nvPicPr>
        <p:blipFill>
          <a:blip r:embed="rId2"/>
          <a:stretch>
            <a:fillRect/>
          </a:stretch>
        </p:blipFill>
        <p:spPr>
          <a:xfrm>
            <a:off x="9448800" y="0"/>
            <a:ext cx="2743200" cy="6858000"/>
          </a:xfrm>
          <a:prstGeom prst="rect">
            <a:avLst/>
          </a:prstGeom>
        </p:spPr>
      </p:pic>
      <p:sp>
        <p:nvSpPr>
          <p:cNvPr id="2" name="Title 1">
            <a:extLst>
              <a:ext uri="{FF2B5EF4-FFF2-40B4-BE49-F238E27FC236}">
                <a16:creationId xmlns:a16="http://schemas.microsoft.com/office/drawing/2014/main" id="{B0A517B2-4D53-3330-EE2A-BA097A4126B4}"/>
              </a:ext>
            </a:extLst>
          </p:cNvPr>
          <p:cNvSpPr>
            <a:spLocks noGrp="1"/>
          </p:cNvSpPr>
          <p:nvPr>
            <p:ph type="title"/>
          </p:nvPr>
        </p:nvSpPr>
        <p:spPr>
          <a:xfrm>
            <a:off x="738810" y="876064"/>
            <a:ext cx="7871790" cy="729396"/>
          </a:xfrm>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32F63EFC-E986-E3EA-30B9-A51DDD190EE1}"/>
              </a:ext>
            </a:extLst>
          </p:cNvPr>
          <p:cNvSpPr>
            <a:spLocks noGrp="1"/>
          </p:cNvSpPr>
          <p:nvPr>
            <p:ph idx="1"/>
          </p:nvPr>
        </p:nvSpPr>
        <p:spPr>
          <a:xfrm>
            <a:off x="838200" y="2023119"/>
            <a:ext cx="7772400" cy="4153844"/>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FF293FCC-9EDB-83EB-8E4C-BF00A81FE4B2}"/>
              </a:ext>
            </a:extLst>
          </p:cNvPr>
          <p:cNvSpPr>
            <a:spLocks noGrp="1"/>
          </p:cNvSpPr>
          <p:nvPr>
            <p:ph type="dt" sz="half" idx="10"/>
          </p:nvPr>
        </p:nvSpPr>
        <p:spPr/>
        <p:txBody>
          <a:bodyPr/>
          <a:lstStyle/>
          <a:p>
            <a:fld id="{D38656C5-2DDE-454B-A78F-D9D73785D935}" type="datetimeFigureOut">
              <a:rPr lang="en-US" smtClean="0"/>
              <a:t>10/23/24</a:t>
            </a:fld>
            <a:endParaRPr lang="en-US"/>
          </a:p>
        </p:txBody>
      </p:sp>
      <p:sp>
        <p:nvSpPr>
          <p:cNvPr id="5" name="Footer Placeholder 4">
            <a:extLst>
              <a:ext uri="{FF2B5EF4-FFF2-40B4-BE49-F238E27FC236}">
                <a16:creationId xmlns:a16="http://schemas.microsoft.com/office/drawing/2014/main" id="{9CC4E1BC-7AD6-2FFB-0630-5EC8F08FF36D}"/>
              </a:ext>
            </a:extLst>
          </p:cNvPr>
          <p:cNvSpPr>
            <a:spLocks noGrp="1"/>
          </p:cNvSpPr>
          <p:nvPr>
            <p:ph type="ftr" sz="quarter" idx="11"/>
          </p:nvPr>
        </p:nvSpPr>
        <p:spPr>
          <a:xfrm>
            <a:off x="4038600" y="6356350"/>
            <a:ext cx="2382078" cy="365125"/>
          </a:xfrm>
        </p:spPr>
        <p:txBody>
          <a:bodyPr/>
          <a:lstStyle/>
          <a:p>
            <a:endParaRPr lang="en-US"/>
          </a:p>
        </p:txBody>
      </p:sp>
      <p:sp>
        <p:nvSpPr>
          <p:cNvPr id="6" name="Slide Number Placeholder 5">
            <a:extLst>
              <a:ext uri="{FF2B5EF4-FFF2-40B4-BE49-F238E27FC236}">
                <a16:creationId xmlns:a16="http://schemas.microsoft.com/office/drawing/2014/main" id="{036EDF49-6B03-2C64-8BFD-8A3F8256FA4D}"/>
              </a:ext>
            </a:extLst>
          </p:cNvPr>
          <p:cNvSpPr>
            <a:spLocks noGrp="1"/>
          </p:cNvSpPr>
          <p:nvPr>
            <p:ph type="sldNum" sz="quarter" idx="12"/>
          </p:nvPr>
        </p:nvSpPr>
        <p:spPr>
          <a:xfrm>
            <a:off x="6781800" y="6356350"/>
            <a:ext cx="1828800" cy="365125"/>
          </a:xfrm>
        </p:spPr>
        <p:txBody>
          <a:bodyPr/>
          <a:lstStyle/>
          <a:p>
            <a:fld id="{2BDFC5E2-9F0C-D24D-80A4-CB3D6FA65022}" type="slidenum">
              <a:rPr lang="en-US" smtClean="0"/>
              <a:t>‹#›</a:t>
            </a:fld>
            <a:endParaRPr lang="en-US"/>
          </a:p>
        </p:txBody>
      </p:sp>
      <p:grpSp>
        <p:nvGrpSpPr>
          <p:cNvPr id="7" name="Group 6">
            <a:extLst>
              <a:ext uri="{FF2B5EF4-FFF2-40B4-BE49-F238E27FC236}">
                <a16:creationId xmlns:a16="http://schemas.microsoft.com/office/drawing/2014/main" id="{54E18A6A-B452-CCA5-9A06-511517069912}"/>
              </a:ext>
            </a:extLst>
          </p:cNvPr>
          <p:cNvGrpSpPr/>
          <p:nvPr userDrawn="1"/>
        </p:nvGrpSpPr>
        <p:grpSpPr>
          <a:xfrm>
            <a:off x="838200" y="1685852"/>
            <a:ext cx="1264756" cy="50079"/>
            <a:chOff x="654424" y="1831094"/>
            <a:chExt cx="2112845" cy="95765"/>
          </a:xfrm>
        </p:grpSpPr>
        <p:sp>
          <p:nvSpPr>
            <p:cNvPr id="8" name="Rectangle 7">
              <a:extLst>
                <a:ext uri="{FF2B5EF4-FFF2-40B4-BE49-F238E27FC236}">
                  <a16:creationId xmlns:a16="http://schemas.microsoft.com/office/drawing/2014/main" id="{8C78F8DC-3376-8FD5-20A0-5BA483331EB6}"/>
                </a:ext>
              </a:extLst>
            </p:cNvPr>
            <p:cNvSpPr/>
            <p:nvPr/>
          </p:nvSpPr>
          <p:spPr>
            <a:xfrm>
              <a:off x="654424" y="1831096"/>
              <a:ext cx="708211" cy="9576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41D50561-0C3C-9854-013D-A95CD9683E7B}"/>
                </a:ext>
              </a:extLst>
            </p:cNvPr>
            <p:cNvSpPr/>
            <p:nvPr/>
          </p:nvSpPr>
          <p:spPr>
            <a:xfrm>
              <a:off x="1362635" y="1831095"/>
              <a:ext cx="708211" cy="95763"/>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2BCD24C9-CFB2-CE55-6019-C002D91E4BFD}"/>
                </a:ext>
              </a:extLst>
            </p:cNvPr>
            <p:cNvSpPr/>
            <p:nvPr/>
          </p:nvSpPr>
          <p:spPr>
            <a:xfrm>
              <a:off x="2059059" y="1831094"/>
              <a:ext cx="708210" cy="9576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1" name="Triangle 10">
            <a:extLst>
              <a:ext uri="{FF2B5EF4-FFF2-40B4-BE49-F238E27FC236}">
                <a16:creationId xmlns:a16="http://schemas.microsoft.com/office/drawing/2014/main" id="{8164A206-91C6-EAF8-2CC4-24FF18E0548B}"/>
              </a:ext>
            </a:extLst>
          </p:cNvPr>
          <p:cNvSpPr/>
          <p:nvPr userDrawn="1"/>
        </p:nvSpPr>
        <p:spPr>
          <a:xfrm rot="14198311">
            <a:off x="7786445" y="-241562"/>
            <a:ext cx="431988" cy="649190"/>
          </a:xfrm>
          <a:prstGeom prst="triangle">
            <a:avLst>
              <a:gd name="adj" fmla="val 24397"/>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riangle 11">
            <a:extLst>
              <a:ext uri="{FF2B5EF4-FFF2-40B4-BE49-F238E27FC236}">
                <a16:creationId xmlns:a16="http://schemas.microsoft.com/office/drawing/2014/main" id="{3FBF3C96-E725-E6D9-83C6-39FC65D6EEA3}"/>
              </a:ext>
            </a:extLst>
          </p:cNvPr>
          <p:cNvSpPr/>
          <p:nvPr userDrawn="1"/>
        </p:nvSpPr>
        <p:spPr>
          <a:xfrm rot="17685219">
            <a:off x="8661162" y="432035"/>
            <a:ext cx="370137" cy="517923"/>
          </a:xfrm>
          <a:prstGeom prst="triangle">
            <a:avLst>
              <a:gd name="adj" fmla="val 24397"/>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riangle 12">
            <a:extLst>
              <a:ext uri="{FF2B5EF4-FFF2-40B4-BE49-F238E27FC236}">
                <a16:creationId xmlns:a16="http://schemas.microsoft.com/office/drawing/2014/main" id="{E4AD0CFB-4558-CB52-F7F5-6C082E4AC896}"/>
              </a:ext>
            </a:extLst>
          </p:cNvPr>
          <p:cNvSpPr/>
          <p:nvPr userDrawn="1"/>
        </p:nvSpPr>
        <p:spPr>
          <a:xfrm rot="9175927">
            <a:off x="6172365" y="315834"/>
            <a:ext cx="357293" cy="421637"/>
          </a:xfrm>
          <a:prstGeom prst="triangle">
            <a:avLst>
              <a:gd name="adj" fmla="val 10958"/>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16" descr="A black background with purple text&#10;&#10;Description automatically generated">
            <a:extLst>
              <a:ext uri="{FF2B5EF4-FFF2-40B4-BE49-F238E27FC236}">
                <a16:creationId xmlns:a16="http://schemas.microsoft.com/office/drawing/2014/main" id="{7A39FEE5-E9E8-E365-35CC-C674B5F31C45}"/>
              </a:ext>
            </a:extLst>
          </p:cNvPr>
          <p:cNvPicPr>
            <a:picLocks noChangeAspect="1"/>
          </p:cNvPicPr>
          <p:nvPr userDrawn="1"/>
        </p:nvPicPr>
        <p:blipFill>
          <a:blip r:embed="rId3"/>
          <a:stretch>
            <a:fillRect/>
          </a:stretch>
        </p:blipFill>
        <p:spPr>
          <a:xfrm>
            <a:off x="9752772" y="238836"/>
            <a:ext cx="2135256" cy="406202"/>
          </a:xfrm>
          <a:prstGeom prst="rect">
            <a:avLst/>
          </a:prstGeom>
        </p:spPr>
      </p:pic>
    </p:spTree>
    <p:extLst>
      <p:ext uri="{BB962C8B-B14F-4D97-AF65-F5344CB8AC3E}">
        <p14:creationId xmlns:p14="http://schemas.microsoft.com/office/powerpoint/2010/main" val="1664281606"/>
      </p:ext>
    </p:extLst>
  </p:cSld>
  <p:clrMapOvr>
    <a:masterClrMapping/>
  </p:clrMapOvr>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63" Type="http://schemas.openxmlformats.org/officeDocument/2006/relationships/slideLayout" Target="../slideLayouts/slideLayout63.xml"/><Relationship Id="rId68" Type="http://schemas.openxmlformats.org/officeDocument/2006/relationships/image" Target="../media/image1.png"/><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66" Type="http://schemas.openxmlformats.org/officeDocument/2006/relationships/slideLayout" Target="../slideLayouts/slideLayout66.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theme" Target="../theme/theme1.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74.xml"/><Relationship Id="rId13" Type="http://schemas.openxmlformats.org/officeDocument/2006/relationships/slideLayout" Target="../slideLayouts/slideLayout79.xml"/><Relationship Id="rId18" Type="http://schemas.openxmlformats.org/officeDocument/2006/relationships/slideLayout" Target="../slideLayouts/slideLayout84.xml"/><Relationship Id="rId26" Type="http://schemas.openxmlformats.org/officeDocument/2006/relationships/image" Target="../media/image1.png"/><Relationship Id="rId3" Type="http://schemas.openxmlformats.org/officeDocument/2006/relationships/slideLayout" Target="../slideLayouts/slideLayout69.xml"/><Relationship Id="rId21" Type="http://schemas.openxmlformats.org/officeDocument/2006/relationships/slideLayout" Target="../slideLayouts/slideLayout87.xml"/><Relationship Id="rId7" Type="http://schemas.openxmlformats.org/officeDocument/2006/relationships/slideLayout" Target="../slideLayouts/slideLayout73.xml"/><Relationship Id="rId12" Type="http://schemas.openxmlformats.org/officeDocument/2006/relationships/slideLayout" Target="../slideLayouts/slideLayout78.xml"/><Relationship Id="rId17" Type="http://schemas.openxmlformats.org/officeDocument/2006/relationships/slideLayout" Target="../slideLayouts/slideLayout83.xml"/><Relationship Id="rId25" Type="http://schemas.openxmlformats.org/officeDocument/2006/relationships/theme" Target="../theme/theme2.xml"/><Relationship Id="rId2" Type="http://schemas.openxmlformats.org/officeDocument/2006/relationships/slideLayout" Target="../slideLayouts/slideLayout68.xml"/><Relationship Id="rId16" Type="http://schemas.openxmlformats.org/officeDocument/2006/relationships/slideLayout" Target="../slideLayouts/slideLayout82.xml"/><Relationship Id="rId20" Type="http://schemas.openxmlformats.org/officeDocument/2006/relationships/slideLayout" Target="../slideLayouts/slideLayout86.xml"/><Relationship Id="rId1" Type="http://schemas.openxmlformats.org/officeDocument/2006/relationships/slideLayout" Target="../slideLayouts/slideLayout67.xml"/><Relationship Id="rId6" Type="http://schemas.openxmlformats.org/officeDocument/2006/relationships/slideLayout" Target="../slideLayouts/slideLayout72.xml"/><Relationship Id="rId11" Type="http://schemas.openxmlformats.org/officeDocument/2006/relationships/slideLayout" Target="../slideLayouts/slideLayout77.xml"/><Relationship Id="rId24" Type="http://schemas.openxmlformats.org/officeDocument/2006/relationships/slideLayout" Target="../slideLayouts/slideLayout90.xml"/><Relationship Id="rId5" Type="http://schemas.openxmlformats.org/officeDocument/2006/relationships/slideLayout" Target="../slideLayouts/slideLayout71.xml"/><Relationship Id="rId15" Type="http://schemas.openxmlformats.org/officeDocument/2006/relationships/slideLayout" Target="../slideLayouts/slideLayout81.xml"/><Relationship Id="rId23" Type="http://schemas.openxmlformats.org/officeDocument/2006/relationships/slideLayout" Target="../slideLayouts/slideLayout89.xml"/><Relationship Id="rId10" Type="http://schemas.openxmlformats.org/officeDocument/2006/relationships/slideLayout" Target="../slideLayouts/slideLayout76.xml"/><Relationship Id="rId19" Type="http://schemas.openxmlformats.org/officeDocument/2006/relationships/slideLayout" Target="../slideLayouts/slideLayout85.xml"/><Relationship Id="rId4" Type="http://schemas.openxmlformats.org/officeDocument/2006/relationships/slideLayout" Target="../slideLayouts/slideLayout70.xml"/><Relationship Id="rId9" Type="http://schemas.openxmlformats.org/officeDocument/2006/relationships/slideLayout" Target="../slideLayouts/slideLayout75.xml"/><Relationship Id="rId14" Type="http://schemas.openxmlformats.org/officeDocument/2006/relationships/slideLayout" Target="../slideLayouts/slideLayout80.xml"/><Relationship Id="rId22" Type="http://schemas.openxmlformats.org/officeDocument/2006/relationships/slideLayout" Target="../slideLayouts/slideLayout88.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92.xml"/><Relationship Id="rId1" Type="http://schemas.openxmlformats.org/officeDocument/2006/relationships/slideLayout" Target="../slideLayouts/slideLayout91.xml"/><Relationship Id="rId4" Type="http://schemas.openxmlformats.org/officeDocument/2006/relationships/image" Target="../media/image1.png"/></Relationships>
</file>

<file path=ppt/slideMasters/_rels/slideMaster4.xml.rels><?xml version="1.0" encoding="UTF-8" standalone="yes"?>
<Relationships xmlns="http://schemas.openxmlformats.org/package/2006/relationships"><Relationship Id="rId3" Type="http://schemas.openxmlformats.org/officeDocument/2006/relationships/slideLayout" Target="../slideLayouts/slideLayout95.xml"/><Relationship Id="rId2" Type="http://schemas.openxmlformats.org/officeDocument/2006/relationships/slideLayout" Target="../slideLayouts/slideLayout94.xml"/><Relationship Id="rId1" Type="http://schemas.openxmlformats.org/officeDocument/2006/relationships/slideLayout" Target="../slideLayouts/slideLayout93.xml"/><Relationship Id="rId5" Type="http://schemas.openxmlformats.org/officeDocument/2006/relationships/image" Target="../media/image1.png"/><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1D4806F-C6D5-AB04-B157-4A3380D80B6B}"/>
              </a:ext>
            </a:extLst>
          </p:cNvPr>
          <p:cNvSpPr>
            <a:spLocks noGrp="1"/>
          </p:cNvSpPr>
          <p:nvPr>
            <p:ph type="title"/>
          </p:nvPr>
        </p:nvSpPr>
        <p:spPr>
          <a:xfrm>
            <a:off x="838200" y="876064"/>
            <a:ext cx="10515600" cy="729396"/>
          </a:xfrm>
          <a:prstGeom prst="rect">
            <a:avLst/>
          </a:prstGeom>
        </p:spPr>
        <p:txBody>
          <a:bodyPr vert="horz" lIns="91440" tIns="45720" rIns="91440" bIns="45720" rtlCol="0" anchor="b">
            <a:noAutofit/>
          </a:bodyPr>
          <a:lstStyle/>
          <a:p>
            <a:r>
              <a:rPr lang="en-US"/>
              <a:t>Click to edit Master title style</a:t>
            </a:r>
          </a:p>
        </p:txBody>
      </p:sp>
      <p:sp>
        <p:nvSpPr>
          <p:cNvPr id="3" name="Text Placeholder 2">
            <a:extLst>
              <a:ext uri="{FF2B5EF4-FFF2-40B4-BE49-F238E27FC236}">
                <a16:creationId xmlns:a16="http://schemas.microsoft.com/office/drawing/2014/main" id="{8D9D8D2B-607E-A9EA-5C9A-F4E34FC7CAF0}"/>
              </a:ext>
            </a:extLst>
          </p:cNvPr>
          <p:cNvSpPr>
            <a:spLocks noGrp="1"/>
          </p:cNvSpPr>
          <p:nvPr>
            <p:ph type="body" idx="1"/>
          </p:nvPr>
        </p:nvSpPr>
        <p:spPr>
          <a:xfrm>
            <a:off x="838200" y="2023119"/>
            <a:ext cx="10515600" cy="4153844"/>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F48CF1A-8D11-939F-86EF-29871152281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Open Sans" panose="020B0606030504020204" pitchFamily="34" charset="0"/>
                <a:ea typeface="Open Sans" panose="020B0606030504020204" pitchFamily="34" charset="0"/>
                <a:cs typeface="Open Sans" panose="020B0606030504020204" pitchFamily="34" charset="0"/>
              </a:defRPr>
            </a:lvl1pPr>
          </a:lstStyle>
          <a:p>
            <a:fld id="{D38656C5-2DDE-454B-A78F-D9D73785D935}" type="datetimeFigureOut">
              <a:rPr lang="en-US" smtClean="0"/>
              <a:pPr/>
              <a:t>10/23/24</a:t>
            </a:fld>
            <a:endParaRPr lang="en-US"/>
          </a:p>
        </p:txBody>
      </p:sp>
      <p:sp>
        <p:nvSpPr>
          <p:cNvPr id="5" name="Footer Placeholder 4">
            <a:extLst>
              <a:ext uri="{FF2B5EF4-FFF2-40B4-BE49-F238E27FC236}">
                <a16:creationId xmlns:a16="http://schemas.microsoft.com/office/drawing/2014/main" id="{7089BF18-E751-73F5-7C20-C7794009DB2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Open Sans" panose="020B0606030504020204" pitchFamily="34" charset="0"/>
                <a:ea typeface="Open Sans" panose="020B0606030504020204" pitchFamily="34" charset="0"/>
                <a:cs typeface="Open Sans" panose="020B0606030504020204" pitchFamily="34" charset="0"/>
              </a:defRPr>
            </a:lvl1pPr>
          </a:lstStyle>
          <a:p>
            <a:endParaRPr lang="en-US"/>
          </a:p>
        </p:txBody>
      </p:sp>
      <p:sp>
        <p:nvSpPr>
          <p:cNvPr id="6" name="Slide Number Placeholder 5">
            <a:extLst>
              <a:ext uri="{FF2B5EF4-FFF2-40B4-BE49-F238E27FC236}">
                <a16:creationId xmlns:a16="http://schemas.microsoft.com/office/drawing/2014/main" id="{FBA44B07-C482-DFBC-67CA-EEAB17B4307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Open Sans" panose="020B0606030504020204" pitchFamily="34" charset="0"/>
                <a:ea typeface="Open Sans" panose="020B0606030504020204" pitchFamily="34" charset="0"/>
                <a:cs typeface="Open Sans" panose="020B0606030504020204" pitchFamily="34" charset="0"/>
              </a:defRPr>
            </a:lvl1pPr>
          </a:lstStyle>
          <a:p>
            <a:fld id="{2BDFC5E2-9F0C-D24D-80A4-CB3D6FA65022}" type="slidenum">
              <a:rPr lang="en-US" smtClean="0"/>
              <a:pPr/>
              <a:t>‹#›</a:t>
            </a:fld>
            <a:endParaRPr lang="en-US"/>
          </a:p>
        </p:txBody>
      </p:sp>
      <p:pic>
        <p:nvPicPr>
          <p:cNvPr id="12" name="Picture 11" descr="Logo, company name&#10;&#10;Description automatically generated">
            <a:extLst>
              <a:ext uri="{FF2B5EF4-FFF2-40B4-BE49-F238E27FC236}">
                <a16:creationId xmlns:a16="http://schemas.microsoft.com/office/drawing/2014/main" id="{642BB6B9-8C32-36B1-D672-E03C29F60EDE}"/>
              </a:ext>
            </a:extLst>
          </p:cNvPr>
          <p:cNvPicPr>
            <a:picLocks noChangeAspect="1"/>
          </p:cNvPicPr>
          <p:nvPr userDrawn="1"/>
        </p:nvPicPr>
        <p:blipFill>
          <a:blip r:embed="rId68" cstate="screen">
            <a:extLst>
              <a:ext uri="{28A0092B-C50C-407E-A947-70E740481C1C}">
                <a14:useLocalDpi xmlns:a14="http://schemas.microsoft.com/office/drawing/2010/main"/>
              </a:ext>
            </a:extLst>
          </a:blip>
          <a:stretch>
            <a:fillRect/>
          </a:stretch>
        </p:blipFill>
        <p:spPr>
          <a:xfrm>
            <a:off x="324052" y="283907"/>
            <a:ext cx="1486870" cy="344954"/>
          </a:xfrm>
          <a:prstGeom prst="rect">
            <a:avLst/>
          </a:prstGeom>
        </p:spPr>
      </p:pic>
    </p:spTree>
    <p:extLst>
      <p:ext uri="{BB962C8B-B14F-4D97-AF65-F5344CB8AC3E}">
        <p14:creationId xmlns:p14="http://schemas.microsoft.com/office/powerpoint/2010/main" val="2928008492"/>
      </p:ext>
    </p:extLst>
  </p:cSld>
  <p:clrMap bg1="lt1" tx1="dk1" bg2="lt2" tx2="dk2" accent1="accent1" accent2="accent2" accent3="accent3" accent4="accent4" accent5="accent5" accent6="accent6" hlink="hlink" folHlink="folHlink"/>
  <p:sldLayoutIdLst>
    <p:sldLayoutId id="2147483649" r:id="rId1"/>
    <p:sldLayoutId id="2147483686" r:id="rId2"/>
    <p:sldLayoutId id="2147483684" r:id="rId3"/>
    <p:sldLayoutId id="2147483685" r:id="rId4"/>
    <p:sldLayoutId id="2147483714" r:id="rId5"/>
    <p:sldLayoutId id="2147483658" r:id="rId6"/>
    <p:sldLayoutId id="2147483650" r:id="rId7"/>
    <p:sldLayoutId id="2147483651" r:id="rId8"/>
    <p:sldLayoutId id="2147483652" r:id="rId9"/>
    <p:sldLayoutId id="2147483654" r:id="rId10"/>
    <p:sldLayoutId id="2147483655" r:id="rId11"/>
    <p:sldLayoutId id="2147483656" r:id="rId12"/>
    <p:sldLayoutId id="2147483657" r:id="rId13"/>
    <p:sldLayoutId id="2147483695" r:id="rId14"/>
    <p:sldLayoutId id="2147483700" r:id="rId15"/>
    <p:sldLayoutId id="2147483701" r:id="rId16"/>
    <p:sldLayoutId id="2147483698" r:id="rId17"/>
    <p:sldLayoutId id="2147483699" r:id="rId18"/>
    <p:sldLayoutId id="2147483696" r:id="rId19"/>
    <p:sldLayoutId id="2147483697" r:id="rId20"/>
    <p:sldLayoutId id="2147483669" r:id="rId21"/>
    <p:sldLayoutId id="2147483694" r:id="rId22"/>
    <p:sldLayoutId id="2147483690" r:id="rId23"/>
    <p:sldLayoutId id="2147483691" r:id="rId24"/>
    <p:sldLayoutId id="2147483692" r:id="rId25"/>
    <p:sldLayoutId id="2147483693" r:id="rId26"/>
    <p:sldLayoutId id="2147483673" r:id="rId27"/>
    <p:sldLayoutId id="2147483704" r:id="rId28"/>
    <p:sldLayoutId id="2147483674" r:id="rId29"/>
    <p:sldLayoutId id="2147483675" r:id="rId30"/>
    <p:sldLayoutId id="2147483676" r:id="rId31"/>
    <p:sldLayoutId id="2147483666" r:id="rId32"/>
    <p:sldLayoutId id="2147483671" r:id="rId33"/>
    <p:sldLayoutId id="2147483672" r:id="rId34"/>
    <p:sldLayoutId id="2147483667" r:id="rId35"/>
    <p:sldLayoutId id="2147483706" r:id="rId36"/>
    <p:sldLayoutId id="2147483707" r:id="rId37"/>
    <p:sldLayoutId id="2147483708" r:id="rId38"/>
    <p:sldLayoutId id="2147483709" r:id="rId39"/>
    <p:sldLayoutId id="2147483670" r:id="rId40"/>
    <p:sldLayoutId id="2147483681" r:id="rId41"/>
    <p:sldLayoutId id="2147483710" r:id="rId42"/>
    <p:sldLayoutId id="2147483711" r:id="rId43"/>
    <p:sldLayoutId id="2147483682" r:id="rId44"/>
    <p:sldLayoutId id="2147483683" r:id="rId45"/>
    <p:sldLayoutId id="2147483702" r:id="rId46"/>
    <p:sldLayoutId id="2147483703" r:id="rId47"/>
    <p:sldLayoutId id="2147483668" r:id="rId48"/>
    <p:sldLayoutId id="2147483712" r:id="rId49"/>
    <p:sldLayoutId id="2147483713" r:id="rId50"/>
    <p:sldLayoutId id="2147483677" r:id="rId51"/>
    <p:sldLayoutId id="2147483678" r:id="rId52"/>
    <p:sldLayoutId id="2147483679" r:id="rId53"/>
    <p:sldLayoutId id="2147483680" r:id="rId54"/>
    <p:sldLayoutId id="2147483795" r:id="rId55"/>
    <p:sldLayoutId id="2147483796" r:id="rId56"/>
    <p:sldLayoutId id="2147483797" r:id="rId57"/>
    <p:sldLayoutId id="2147483663" r:id="rId58"/>
    <p:sldLayoutId id="2147483664" r:id="rId59"/>
    <p:sldLayoutId id="2147483665" r:id="rId60"/>
    <p:sldLayoutId id="2147483687" r:id="rId61"/>
    <p:sldLayoutId id="2147483804" r:id="rId62"/>
    <p:sldLayoutId id="2147483803" r:id="rId63"/>
    <p:sldLayoutId id="2147483689" r:id="rId64"/>
    <p:sldLayoutId id="2147483805" r:id="rId65"/>
    <p:sldLayoutId id="2147483802" r:id="rId66"/>
  </p:sldLayoutIdLst>
  <p:txStyles>
    <p:titleStyle>
      <a:lvl1pPr algn="l" defTabSz="914400" rtl="0" eaLnBrk="1" latinLnBrk="0" hangingPunct="1">
        <a:lnSpc>
          <a:spcPct val="90000"/>
        </a:lnSpc>
        <a:spcBef>
          <a:spcPct val="0"/>
        </a:spcBef>
        <a:buNone/>
        <a:defRPr sz="2400" b="1" i="0" kern="1200" spc="-150">
          <a:solidFill>
            <a:schemeClr val="tx1"/>
          </a:solidFill>
          <a:latin typeface="Open Sans" panose="020B0606030504020204" pitchFamily="34" charset="0"/>
          <a:ea typeface="Open Sans" panose="020B0606030504020204" pitchFamily="34" charset="0"/>
          <a:cs typeface="Open Sans" panose="020B0606030504020204" pitchFamily="34" charset="0"/>
        </a:defRPr>
      </a:lvl1pPr>
    </p:titleStyle>
    <p:bodyStyle>
      <a:lvl1pPr marL="228600" indent="-228600" algn="l" defTabSz="914400" rtl="0" eaLnBrk="1" latinLnBrk="0" hangingPunct="1">
        <a:lnSpc>
          <a:spcPct val="100000"/>
        </a:lnSpc>
        <a:spcBef>
          <a:spcPts val="1000"/>
        </a:spcBef>
        <a:buFont typeface="Arial" panose="020B0604020202020204" pitchFamily="34" charset="0"/>
        <a:buChar char="•"/>
        <a:defRPr sz="24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685800" indent="-228600" algn="l" defTabSz="914400" rtl="0" eaLnBrk="1" latinLnBrk="0" hangingPunct="1">
        <a:lnSpc>
          <a:spcPct val="100000"/>
        </a:lnSpc>
        <a:spcBef>
          <a:spcPts val="500"/>
        </a:spcBef>
        <a:buFont typeface="Arial" panose="020B0604020202020204" pitchFamily="34" charset="0"/>
        <a:buChar char="•"/>
        <a:defRPr sz="2000" b="1"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2pPr>
      <a:lvl3pPr marL="1143000" indent="-228600" algn="l" defTabSz="914400" rtl="0" eaLnBrk="1" latinLnBrk="0" hangingPunct="1">
        <a:lnSpc>
          <a:spcPct val="100000"/>
        </a:lnSpc>
        <a:spcBef>
          <a:spcPts val="500"/>
        </a:spcBef>
        <a:buFont typeface="Arial" panose="020B0604020202020204" pitchFamily="34" charset="0"/>
        <a:buChar char="•"/>
        <a:defRPr sz="20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3pPr>
      <a:lvl4pPr marL="16002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4pPr>
      <a:lvl5pPr marL="20574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1D4806F-C6D5-AB04-B157-4A3380D80B6B}"/>
              </a:ext>
            </a:extLst>
          </p:cNvPr>
          <p:cNvSpPr>
            <a:spLocks noGrp="1"/>
          </p:cNvSpPr>
          <p:nvPr>
            <p:ph type="title"/>
          </p:nvPr>
        </p:nvSpPr>
        <p:spPr>
          <a:xfrm>
            <a:off x="838200" y="876064"/>
            <a:ext cx="10515600" cy="729396"/>
          </a:xfrm>
          <a:prstGeom prst="rect">
            <a:avLst/>
          </a:prstGeom>
        </p:spPr>
        <p:txBody>
          <a:bodyPr vert="horz" lIns="91440" tIns="45720" rIns="91440" bIns="45720" rtlCol="0" anchor="b">
            <a:no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8D9D8D2B-607E-A9EA-5C9A-F4E34FC7CAF0}"/>
              </a:ext>
            </a:extLst>
          </p:cNvPr>
          <p:cNvSpPr>
            <a:spLocks noGrp="1"/>
          </p:cNvSpPr>
          <p:nvPr>
            <p:ph type="body" idx="1"/>
          </p:nvPr>
        </p:nvSpPr>
        <p:spPr>
          <a:xfrm>
            <a:off x="838200" y="2023119"/>
            <a:ext cx="10515600" cy="4153844"/>
          </a:xfrm>
          <a:prstGeom prst="rect">
            <a:avLst/>
          </a:prstGeom>
        </p:spPr>
        <p:txBody>
          <a:bodyPr vert="horz" lIns="91440" tIns="45720" rIns="91440" bIns="45720" rtlCol="0">
            <a:no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0F48CF1A-8D11-939F-86EF-29871152281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Open Sans" panose="020B0606030504020204" pitchFamily="34" charset="0"/>
                <a:ea typeface="Open Sans" panose="020B0606030504020204" pitchFamily="34" charset="0"/>
                <a:cs typeface="Open Sans" panose="020B0606030504020204" pitchFamily="34" charset="0"/>
              </a:defRPr>
            </a:lvl1pPr>
          </a:lstStyle>
          <a:p>
            <a:fld id="{D38656C5-2DDE-454B-A78F-D9D73785D935}" type="datetimeFigureOut">
              <a:rPr lang="en-US" smtClean="0"/>
              <a:pPr/>
              <a:t>10/23/24</a:t>
            </a:fld>
            <a:endParaRPr lang="en-US"/>
          </a:p>
        </p:txBody>
      </p:sp>
      <p:sp>
        <p:nvSpPr>
          <p:cNvPr id="5" name="Footer Placeholder 4">
            <a:extLst>
              <a:ext uri="{FF2B5EF4-FFF2-40B4-BE49-F238E27FC236}">
                <a16:creationId xmlns:a16="http://schemas.microsoft.com/office/drawing/2014/main" id="{7089BF18-E751-73F5-7C20-C7794009DB2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Open Sans" panose="020B0606030504020204" pitchFamily="34" charset="0"/>
                <a:ea typeface="Open Sans" panose="020B0606030504020204" pitchFamily="34" charset="0"/>
                <a:cs typeface="Open Sans" panose="020B0606030504020204" pitchFamily="34" charset="0"/>
              </a:defRPr>
            </a:lvl1pPr>
          </a:lstStyle>
          <a:p>
            <a:endParaRPr lang="en-US"/>
          </a:p>
        </p:txBody>
      </p:sp>
      <p:sp>
        <p:nvSpPr>
          <p:cNvPr id="6" name="Slide Number Placeholder 5">
            <a:extLst>
              <a:ext uri="{FF2B5EF4-FFF2-40B4-BE49-F238E27FC236}">
                <a16:creationId xmlns:a16="http://schemas.microsoft.com/office/drawing/2014/main" id="{FBA44B07-C482-DFBC-67CA-EEAB17B4307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Open Sans" panose="020B0606030504020204" pitchFamily="34" charset="0"/>
                <a:ea typeface="Open Sans" panose="020B0606030504020204" pitchFamily="34" charset="0"/>
                <a:cs typeface="Open Sans" panose="020B0606030504020204" pitchFamily="34" charset="0"/>
              </a:defRPr>
            </a:lvl1pPr>
          </a:lstStyle>
          <a:p>
            <a:fld id="{2BDFC5E2-9F0C-D24D-80A4-CB3D6FA65022}" type="slidenum">
              <a:rPr lang="en-US" smtClean="0"/>
              <a:pPr/>
              <a:t>‹#›</a:t>
            </a:fld>
            <a:endParaRPr lang="en-US"/>
          </a:p>
        </p:txBody>
      </p:sp>
      <p:pic>
        <p:nvPicPr>
          <p:cNvPr id="12" name="Picture 11" descr="Logo, company name&#10;&#10;Description automatically generated">
            <a:extLst>
              <a:ext uri="{FF2B5EF4-FFF2-40B4-BE49-F238E27FC236}">
                <a16:creationId xmlns:a16="http://schemas.microsoft.com/office/drawing/2014/main" id="{642BB6B9-8C32-36B1-D672-E03C29F60EDE}"/>
              </a:ext>
            </a:extLst>
          </p:cNvPr>
          <p:cNvPicPr>
            <a:picLocks noChangeAspect="1"/>
          </p:cNvPicPr>
          <p:nvPr userDrawn="1"/>
        </p:nvPicPr>
        <p:blipFill>
          <a:blip r:embed="rId26" cstate="screen">
            <a:extLst>
              <a:ext uri="{28A0092B-C50C-407E-A947-70E740481C1C}">
                <a14:useLocalDpi xmlns:a14="http://schemas.microsoft.com/office/drawing/2010/main"/>
              </a:ext>
            </a:extLst>
          </a:blip>
          <a:stretch>
            <a:fillRect/>
          </a:stretch>
        </p:blipFill>
        <p:spPr>
          <a:xfrm>
            <a:off x="324052" y="283907"/>
            <a:ext cx="1486870" cy="344954"/>
          </a:xfrm>
          <a:prstGeom prst="rect">
            <a:avLst/>
          </a:prstGeom>
        </p:spPr>
      </p:pic>
    </p:spTree>
    <p:extLst>
      <p:ext uri="{BB962C8B-B14F-4D97-AF65-F5344CB8AC3E}">
        <p14:creationId xmlns:p14="http://schemas.microsoft.com/office/powerpoint/2010/main" val="2984697805"/>
      </p:ext>
    </p:extLst>
  </p:cSld>
  <p:clrMap bg1="lt1" tx1="dk1" bg2="lt2" tx2="dk2" accent1="accent1" accent2="accent2" accent3="accent3" accent4="accent4" accent5="accent5" accent6="accent6" hlink="hlink" folHlink="folHlink"/>
  <p:sldLayoutIdLst>
    <p:sldLayoutId id="2147483716" r:id="rId1"/>
    <p:sldLayoutId id="2147483775" r:id="rId2"/>
    <p:sldLayoutId id="2147483780" r:id="rId3"/>
    <p:sldLayoutId id="2147483781" r:id="rId4"/>
    <p:sldLayoutId id="2147483782" r:id="rId5"/>
    <p:sldLayoutId id="2147483783" r:id="rId6"/>
    <p:sldLayoutId id="2147483778" r:id="rId7"/>
    <p:sldLayoutId id="2147483779" r:id="rId8"/>
    <p:sldLayoutId id="2147483807" r:id="rId9"/>
    <p:sldLayoutId id="2147483808" r:id="rId10"/>
    <p:sldLayoutId id="2147483776" r:id="rId11"/>
    <p:sldLayoutId id="2147483777" r:id="rId12"/>
    <p:sldLayoutId id="2147483784" r:id="rId13"/>
    <p:sldLayoutId id="2147483785" r:id="rId14"/>
    <p:sldLayoutId id="2147483786" r:id="rId15"/>
    <p:sldLayoutId id="2147483787" r:id="rId16"/>
    <p:sldLayoutId id="2147483806" r:id="rId17"/>
    <p:sldLayoutId id="2147483790" r:id="rId18"/>
    <p:sldLayoutId id="2147483791" r:id="rId19"/>
    <p:sldLayoutId id="2147483792" r:id="rId20"/>
    <p:sldLayoutId id="2147483793" r:id="rId21"/>
    <p:sldLayoutId id="2147483794" r:id="rId22"/>
    <p:sldLayoutId id="2147483809" r:id="rId23"/>
    <p:sldLayoutId id="2147483788" r:id="rId24"/>
  </p:sldLayoutIdLst>
  <p:txStyles>
    <p:titleStyle>
      <a:lvl1pPr algn="l" defTabSz="914400" rtl="0" eaLnBrk="1" latinLnBrk="0" hangingPunct="1">
        <a:lnSpc>
          <a:spcPct val="90000"/>
        </a:lnSpc>
        <a:spcBef>
          <a:spcPct val="0"/>
        </a:spcBef>
        <a:buNone/>
        <a:defRPr sz="2400" b="1" i="0" kern="1200" spc="-150">
          <a:solidFill>
            <a:schemeClr val="tx1"/>
          </a:solidFill>
          <a:latin typeface="Open Sans" panose="020B0606030504020204" pitchFamily="34" charset="0"/>
          <a:ea typeface="Open Sans" panose="020B0606030504020204" pitchFamily="34" charset="0"/>
          <a:cs typeface="Open Sans" panose="020B0606030504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000" b="1"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1D4806F-C6D5-AB04-B157-4A3380D80B6B}"/>
              </a:ext>
            </a:extLst>
          </p:cNvPr>
          <p:cNvSpPr>
            <a:spLocks noGrp="1"/>
          </p:cNvSpPr>
          <p:nvPr>
            <p:ph type="title"/>
          </p:nvPr>
        </p:nvSpPr>
        <p:spPr>
          <a:xfrm>
            <a:off x="838200" y="876064"/>
            <a:ext cx="10515600" cy="729396"/>
          </a:xfrm>
          <a:prstGeom prst="rect">
            <a:avLst/>
          </a:prstGeom>
        </p:spPr>
        <p:txBody>
          <a:bodyPr vert="horz" lIns="91440" tIns="45720" rIns="91440" bIns="45720" rtlCol="0" anchor="b">
            <a:no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8D9D8D2B-607E-A9EA-5C9A-F4E34FC7CAF0}"/>
              </a:ext>
            </a:extLst>
          </p:cNvPr>
          <p:cNvSpPr>
            <a:spLocks noGrp="1"/>
          </p:cNvSpPr>
          <p:nvPr>
            <p:ph type="body" idx="1"/>
          </p:nvPr>
        </p:nvSpPr>
        <p:spPr>
          <a:xfrm>
            <a:off x="838200" y="2023119"/>
            <a:ext cx="10515600" cy="4153844"/>
          </a:xfrm>
          <a:prstGeom prst="rect">
            <a:avLst/>
          </a:prstGeom>
        </p:spPr>
        <p:txBody>
          <a:bodyPr vert="horz" lIns="91440" tIns="45720" rIns="91440" bIns="45720" rtlCol="0">
            <a:no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0F48CF1A-8D11-939F-86EF-29871152281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Open Sans" panose="020B0606030504020204" pitchFamily="34" charset="0"/>
                <a:ea typeface="Open Sans" panose="020B0606030504020204" pitchFamily="34" charset="0"/>
                <a:cs typeface="Open Sans" panose="020B0606030504020204" pitchFamily="34" charset="0"/>
              </a:defRPr>
            </a:lvl1pPr>
          </a:lstStyle>
          <a:p>
            <a:fld id="{D38656C5-2DDE-454B-A78F-D9D73785D935}" type="datetimeFigureOut">
              <a:rPr lang="en-US" smtClean="0"/>
              <a:pPr/>
              <a:t>10/23/24</a:t>
            </a:fld>
            <a:endParaRPr lang="en-US"/>
          </a:p>
        </p:txBody>
      </p:sp>
      <p:sp>
        <p:nvSpPr>
          <p:cNvPr id="5" name="Footer Placeholder 4">
            <a:extLst>
              <a:ext uri="{FF2B5EF4-FFF2-40B4-BE49-F238E27FC236}">
                <a16:creationId xmlns:a16="http://schemas.microsoft.com/office/drawing/2014/main" id="{7089BF18-E751-73F5-7C20-C7794009DB2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Open Sans" panose="020B0606030504020204" pitchFamily="34" charset="0"/>
                <a:ea typeface="Open Sans" panose="020B0606030504020204" pitchFamily="34" charset="0"/>
                <a:cs typeface="Open Sans" panose="020B0606030504020204" pitchFamily="34" charset="0"/>
              </a:defRPr>
            </a:lvl1pPr>
          </a:lstStyle>
          <a:p>
            <a:endParaRPr lang="en-US"/>
          </a:p>
        </p:txBody>
      </p:sp>
      <p:sp>
        <p:nvSpPr>
          <p:cNvPr id="6" name="Slide Number Placeholder 5">
            <a:extLst>
              <a:ext uri="{FF2B5EF4-FFF2-40B4-BE49-F238E27FC236}">
                <a16:creationId xmlns:a16="http://schemas.microsoft.com/office/drawing/2014/main" id="{FBA44B07-C482-DFBC-67CA-EEAB17B4307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Open Sans" panose="020B0606030504020204" pitchFamily="34" charset="0"/>
                <a:ea typeface="Open Sans" panose="020B0606030504020204" pitchFamily="34" charset="0"/>
                <a:cs typeface="Open Sans" panose="020B0606030504020204" pitchFamily="34" charset="0"/>
              </a:defRPr>
            </a:lvl1pPr>
          </a:lstStyle>
          <a:p>
            <a:fld id="{2BDFC5E2-9F0C-D24D-80A4-CB3D6FA65022}" type="slidenum">
              <a:rPr lang="en-US" smtClean="0"/>
              <a:pPr/>
              <a:t>‹#›</a:t>
            </a:fld>
            <a:endParaRPr lang="en-US"/>
          </a:p>
        </p:txBody>
      </p:sp>
      <p:pic>
        <p:nvPicPr>
          <p:cNvPr id="12" name="Picture 11" descr="Logo, company name&#10;&#10;Description automatically generated">
            <a:extLst>
              <a:ext uri="{FF2B5EF4-FFF2-40B4-BE49-F238E27FC236}">
                <a16:creationId xmlns:a16="http://schemas.microsoft.com/office/drawing/2014/main" id="{642BB6B9-8C32-36B1-D672-E03C29F60EDE}"/>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324052" y="283907"/>
            <a:ext cx="1486870" cy="344954"/>
          </a:xfrm>
          <a:prstGeom prst="rect">
            <a:avLst/>
          </a:prstGeom>
        </p:spPr>
      </p:pic>
    </p:spTree>
    <p:extLst>
      <p:ext uri="{BB962C8B-B14F-4D97-AF65-F5344CB8AC3E}">
        <p14:creationId xmlns:p14="http://schemas.microsoft.com/office/powerpoint/2010/main" val="2895395695"/>
      </p:ext>
    </p:extLst>
  </p:cSld>
  <p:clrMap bg1="lt1" tx1="dk1" bg2="lt2" tx2="dk2" accent1="accent1" accent2="accent2" accent3="accent3" accent4="accent4" accent5="accent5" accent6="accent6" hlink="hlink" folHlink="folHlink"/>
  <p:sldLayoutIdLst>
    <p:sldLayoutId id="2147483800" r:id="rId1"/>
    <p:sldLayoutId id="2147483801" r:id="rId2"/>
  </p:sldLayoutIdLst>
  <p:txStyles>
    <p:titleStyle>
      <a:lvl1pPr algn="l" defTabSz="914400" rtl="0" eaLnBrk="1" latinLnBrk="0" hangingPunct="1">
        <a:lnSpc>
          <a:spcPct val="90000"/>
        </a:lnSpc>
        <a:spcBef>
          <a:spcPct val="0"/>
        </a:spcBef>
        <a:buNone/>
        <a:defRPr sz="2400" b="1" i="0" kern="1200" spc="-150">
          <a:solidFill>
            <a:schemeClr val="tx1"/>
          </a:solidFill>
          <a:latin typeface="Open Sans" panose="020B0606030504020204" pitchFamily="34" charset="0"/>
          <a:ea typeface="Open Sans" panose="020B0606030504020204" pitchFamily="34" charset="0"/>
          <a:cs typeface="Open Sans" panose="020B0606030504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000" b="1"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1D4806F-C6D5-AB04-B157-4A3380D80B6B}"/>
              </a:ext>
            </a:extLst>
          </p:cNvPr>
          <p:cNvSpPr>
            <a:spLocks noGrp="1"/>
          </p:cNvSpPr>
          <p:nvPr>
            <p:ph type="title"/>
          </p:nvPr>
        </p:nvSpPr>
        <p:spPr>
          <a:xfrm>
            <a:off x="838200" y="876064"/>
            <a:ext cx="10515600" cy="729396"/>
          </a:xfrm>
          <a:prstGeom prst="rect">
            <a:avLst/>
          </a:prstGeom>
        </p:spPr>
        <p:txBody>
          <a:bodyPr vert="horz" lIns="91440" tIns="45720" rIns="91440" bIns="45720" rtlCol="0" anchor="b">
            <a:no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8D9D8D2B-607E-A9EA-5C9A-F4E34FC7CAF0}"/>
              </a:ext>
            </a:extLst>
          </p:cNvPr>
          <p:cNvSpPr>
            <a:spLocks noGrp="1"/>
          </p:cNvSpPr>
          <p:nvPr>
            <p:ph type="body" idx="1"/>
          </p:nvPr>
        </p:nvSpPr>
        <p:spPr>
          <a:xfrm>
            <a:off x="838200" y="2023119"/>
            <a:ext cx="10515600" cy="4153844"/>
          </a:xfrm>
          <a:prstGeom prst="rect">
            <a:avLst/>
          </a:prstGeom>
        </p:spPr>
        <p:txBody>
          <a:bodyPr vert="horz" lIns="91440" tIns="45720" rIns="91440" bIns="45720" rtlCol="0">
            <a:no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0F48CF1A-8D11-939F-86EF-29871152281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Open Sans" panose="020B0606030504020204" pitchFamily="34" charset="0"/>
                <a:ea typeface="Open Sans" panose="020B0606030504020204" pitchFamily="34" charset="0"/>
                <a:cs typeface="Open Sans" panose="020B0606030504020204" pitchFamily="34" charset="0"/>
              </a:defRPr>
            </a:lvl1pPr>
          </a:lstStyle>
          <a:p>
            <a:fld id="{D38656C5-2DDE-454B-A78F-D9D73785D935}" type="datetimeFigureOut">
              <a:rPr lang="en-US" smtClean="0"/>
              <a:pPr/>
              <a:t>10/23/24</a:t>
            </a:fld>
            <a:endParaRPr lang="en-US"/>
          </a:p>
        </p:txBody>
      </p:sp>
      <p:sp>
        <p:nvSpPr>
          <p:cNvPr id="5" name="Footer Placeholder 4">
            <a:extLst>
              <a:ext uri="{FF2B5EF4-FFF2-40B4-BE49-F238E27FC236}">
                <a16:creationId xmlns:a16="http://schemas.microsoft.com/office/drawing/2014/main" id="{7089BF18-E751-73F5-7C20-C7794009DB2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Open Sans" panose="020B0606030504020204" pitchFamily="34" charset="0"/>
                <a:ea typeface="Open Sans" panose="020B0606030504020204" pitchFamily="34" charset="0"/>
                <a:cs typeface="Open Sans" panose="020B0606030504020204" pitchFamily="34" charset="0"/>
              </a:defRPr>
            </a:lvl1pPr>
          </a:lstStyle>
          <a:p>
            <a:endParaRPr lang="en-US"/>
          </a:p>
        </p:txBody>
      </p:sp>
      <p:sp>
        <p:nvSpPr>
          <p:cNvPr id="6" name="Slide Number Placeholder 5">
            <a:extLst>
              <a:ext uri="{FF2B5EF4-FFF2-40B4-BE49-F238E27FC236}">
                <a16:creationId xmlns:a16="http://schemas.microsoft.com/office/drawing/2014/main" id="{FBA44B07-C482-DFBC-67CA-EEAB17B4307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Open Sans" panose="020B0606030504020204" pitchFamily="34" charset="0"/>
                <a:ea typeface="Open Sans" panose="020B0606030504020204" pitchFamily="34" charset="0"/>
                <a:cs typeface="Open Sans" panose="020B0606030504020204" pitchFamily="34" charset="0"/>
              </a:defRPr>
            </a:lvl1pPr>
          </a:lstStyle>
          <a:p>
            <a:fld id="{2BDFC5E2-9F0C-D24D-80A4-CB3D6FA65022}" type="slidenum">
              <a:rPr lang="en-US" smtClean="0"/>
              <a:pPr/>
              <a:t>‹#›</a:t>
            </a:fld>
            <a:endParaRPr lang="en-US"/>
          </a:p>
        </p:txBody>
      </p:sp>
      <p:pic>
        <p:nvPicPr>
          <p:cNvPr id="12" name="Picture 11" descr="Logo, company name&#10;&#10;Description automatically generated">
            <a:extLst>
              <a:ext uri="{FF2B5EF4-FFF2-40B4-BE49-F238E27FC236}">
                <a16:creationId xmlns:a16="http://schemas.microsoft.com/office/drawing/2014/main" id="{642BB6B9-8C32-36B1-D672-E03C29F60EDE}"/>
              </a:ext>
            </a:extLst>
          </p:cNvPr>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a:off x="324052" y="283907"/>
            <a:ext cx="1486870" cy="344954"/>
          </a:xfrm>
          <a:prstGeom prst="rect">
            <a:avLst/>
          </a:prstGeom>
        </p:spPr>
      </p:pic>
    </p:spTree>
    <p:extLst>
      <p:ext uri="{BB962C8B-B14F-4D97-AF65-F5344CB8AC3E}">
        <p14:creationId xmlns:p14="http://schemas.microsoft.com/office/powerpoint/2010/main" val="565309134"/>
      </p:ext>
    </p:extLst>
  </p:cSld>
  <p:clrMap bg1="lt1" tx1="dk1" bg2="lt2" tx2="dk2" accent1="accent1" accent2="accent2" accent3="accent3" accent4="accent4" accent5="accent5" accent6="accent6" hlink="hlink" folHlink="folHlink"/>
  <p:sldLayoutIdLst>
    <p:sldLayoutId id="2147483814" r:id="rId1"/>
    <p:sldLayoutId id="2147483815" r:id="rId2"/>
    <p:sldLayoutId id="2147483816" r:id="rId3"/>
  </p:sldLayoutIdLst>
  <p:txStyles>
    <p:titleStyle>
      <a:lvl1pPr algn="l" defTabSz="914400" rtl="0" eaLnBrk="1" latinLnBrk="0" hangingPunct="1">
        <a:lnSpc>
          <a:spcPct val="90000"/>
        </a:lnSpc>
        <a:spcBef>
          <a:spcPct val="0"/>
        </a:spcBef>
        <a:buNone/>
        <a:defRPr sz="2400" b="1" i="0" kern="1200" spc="-150">
          <a:solidFill>
            <a:schemeClr val="tx1"/>
          </a:solidFill>
          <a:latin typeface="Open Sans" panose="020B0606030504020204" pitchFamily="34" charset="0"/>
          <a:ea typeface="Open Sans" panose="020B0606030504020204" pitchFamily="34" charset="0"/>
          <a:cs typeface="Open Sans" panose="020B0606030504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000" b="1"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3.xml.rels><?xml version="1.0" encoding="UTF-8" standalone="yes"?>
<Relationships xmlns="http://schemas.openxmlformats.org/package/2006/relationships"><Relationship Id="rId8" Type="http://schemas.openxmlformats.org/officeDocument/2006/relationships/customXml" Target="../ink/ink3.xml"/><Relationship Id="rId3" Type="http://schemas.openxmlformats.org/officeDocument/2006/relationships/image" Target="../media/image46.png"/><Relationship Id="rId7" Type="http://schemas.openxmlformats.org/officeDocument/2006/relationships/image" Target="../media/image48.png"/><Relationship Id="rId2" Type="http://schemas.openxmlformats.org/officeDocument/2006/relationships/image" Target="../media/image45.png"/><Relationship Id="rId1" Type="http://schemas.openxmlformats.org/officeDocument/2006/relationships/slideLayout" Target="../slideLayouts/slideLayout7.xml"/><Relationship Id="rId6" Type="http://schemas.openxmlformats.org/officeDocument/2006/relationships/customXml" Target="../ink/ink2.xml"/><Relationship Id="rId11" Type="http://schemas.openxmlformats.org/officeDocument/2006/relationships/image" Target="../media/image50.png"/><Relationship Id="rId5" Type="http://schemas.openxmlformats.org/officeDocument/2006/relationships/image" Target="../media/image47.png"/><Relationship Id="rId10" Type="http://schemas.openxmlformats.org/officeDocument/2006/relationships/customXml" Target="../ink/ink4.xml"/><Relationship Id="rId4" Type="http://schemas.openxmlformats.org/officeDocument/2006/relationships/customXml" Target="../ink/ink1.xml"/><Relationship Id="rId9" Type="http://schemas.openxmlformats.org/officeDocument/2006/relationships/image" Target="../media/image49.png"/></Relationships>
</file>

<file path=ppt/slides/_rels/slide4.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9.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2.xml"/><Relationship Id="rId1" Type="http://schemas.openxmlformats.org/officeDocument/2006/relationships/slideLayout" Target="../slideLayouts/slideLayout7.xml"/><Relationship Id="rId5" Type="http://schemas.openxmlformats.org/officeDocument/2006/relationships/image" Target="../media/image61.png"/><Relationship Id="rId4" Type="http://schemas.openxmlformats.org/officeDocument/2006/relationships/customXml" Target="../ink/ink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E0E63C6E-A2D2-6A21-F084-B248ADFC5D03}"/>
              </a:ext>
            </a:extLst>
          </p:cNvPr>
          <p:cNvSpPr>
            <a:spLocks noGrp="1"/>
          </p:cNvSpPr>
          <p:nvPr>
            <p:ph type="subTitle" idx="1"/>
          </p:nvPr>
        </p:nvSpPr>
        <p:spPr/>
        <p:txBody>
          <a:bodyPr vert="horz" lIns="91440" tIns="45720" rIns="91440" bIns="45720" rtlCol="0" anchor="t">
            <a:normAutofit/>
          </a:bodyPr>
          <a:lstStyle/>
          <a:p>
            <a:r>
              <a:rPr lang="en-US" dirty="0">
                <a:latin typeface="Open Sans"/>
                <a:ea typeface="Open Sans"/>
                <a:cs typeface="Open Sans"/>
              </a:rPr>
              <a:t>From : May</a:t>
            </a:r>
          </a:p>
        </p:txBody>
      </p:sp>
      <p:sp>
        <p:nvSpPr>
          <p:cNvPr id="3" name="Title 2">
            <a:extLst>
              <a:ext uri="{FF2B5EF4-FFF2-40B4-BE49-F238E27FC236}">
                <a16:creationId xmlns:a16="http://schemas.microsoft.com/office/drawing/2014/main" id="{ECC0726E-2866-EAD4-35DD-0B6DCB5BFF26}"/>
              </a:ext>
            </a:extLst>
          </p:cNvPr>
          <p:cNvSpPr>
            <a:spLocks noGrp="1"/>
          </p:cNvSpPr>
          <p:nvPr>
            <p:ph type="ctrTitle"/>
          </p:nvPr>
        </p:nvSpPr>
        <p:spPr/>
        <p:txBody>
          <a:bodyPr wrap="square" anchor="ctr">
            <a:noAutofit/>
          </a:bodyPr>
          <a:lstStyle/>
          <a:p>
            <a:r>
              <a:rPr lang="en-US" sz="4000" dirty="0"/>
              <a:t>Access Group - Individual exercise</a:t>
            </a:r>
          </a:p>
        </p:txBody>
      </p:sp>
      <p:sp>
        <p:nvSpPr>
          <p:cNvPr id="5" name="CatalogueTnC">
            <a:extLst>
              <a:ext uri="{FF2B5EF4-FFF2-40B4-BE49-F238E27FC236}">
                <a16:creationId xmlns:a16="http://schemas.microsoft.com/office/drawing/2014/main" id="{6BBE3D32-337C-3F94-2852-AA12E24DA582}"/>
              </a:ext>
            </a:extLst>
          </p:cNvPr>
          <p:cNvSpPr txBox="1">
            <a:spLocks/>
          </p:cNvSpPr>
          <p:nvPr/>
        </p:nvSpPr>
        <p:spPr>
          <a:xfrm>
            <a:off x="625901" y="6230626"/>
            <a:ext cx="3516331" cy="410441"/>
          </a:xfrm>
          <a:prstGeom prst="rect">
            <a:avLst/>
          </a:prstGeom>
          <a:noFill/>
        </p:spPr>
        <p:txBody>
          <a:bodyPr vert="horz" lIns="0" tIns="45720" rIns="91440" bIns="45720" rtlCol="0" anchor="b">
            <a:normAutofit/>
          </a:bodyPr>
          <a:lstStyle>
            <a:lvl1pPr marL="12700" indent="0" algn="l" defTabSz="914400" rtl="0" eaLnBrk="1" latinLnBrk="0" hangingPunct="1">
              <a:lnSpc>
                <a:spcPct val="90000"/>
              </a:lnSpc>
              <a:spcBef>
                <a:spcPct val="0"/>
              </a:spcBef>
              <a:buNone/>
              <a:tabLst/>
              <a:defRPr sz="3600" b="1" kern="1200">
                <a:solidFill>
                  <a:schemeClr val="bg1"/>
                </a:solidFill>
                <a:latin typeface="Open Sans" panose="020B0606030504020204" pitchFamily="34" charset="0"/>
                <a:ea typeface="Open Sans" panose="020B0606030504020204" pitchFamily="34" charset="0"/>
                <a:cs typeface="Open Sans" panose="020B0606030504020204" pitchFamily="34" charset="0"/>
              </a:defRPr>
            </a:lvl1pPr>
          </a:lstStyle>
          <a:p>
            <a:pPr marL="12700" marR="0" lvl="0" indent="0" defTabSz="914400" rtl="0" eaLnBrk="1" fontAlgn="auto" latinLnBrk="0" hangingPunct="1">
              <a:lnSpc>
                <a:spcPct val="90000"/>
              </a:lnSpc>
              <a:spcBef>
                <a:spcPct val="0"/>
              </a:spcBef>
              <a:spcAft>
                <a:spcPts val="0"/>
              </a:spcAft>
              <a:buClrTx/>
              <a:buSzTx/>
              <a:buFontTx/>
              <a:buNone/>
              <a:tabLst/>
              <a:defRPr/>
            </a:pPr>
            <a:r>
              <a:rPr kumimoji="0" lang="en-US" sz="800" b="0" i="0" u="none" strike="noStrike" kern="1200" cap="none" spc="0" normalizeH="0" baseline="0" noProof="0">
                <a:ln>
                  <a:noFill/>
                </a:ln>
                <a:effectLst/>
                <a:uLnTx/>
                <a:uFillTx/>
                <a:latin typeface="Open Sans" panose="020B0606030504020204" pitchFamily="34" charset="0"/>
                <a:ea typeface="Open Sans" panose="020B0606030504020204" pitchFamily="34" charset="0"/>
                <a:cs typeface="Open Sans" panose="020B0606030504020204" pitchFamily="34" charset="0"/>
              </a:rPr>
              <a:t>Classification: Public</a:t>
            </a:r>
          </a:p>
        </p:txBody>
      </p:sp>
      <p:sp>
        <p:nvSpPr>
          <p:cNvPr id="7" name="Text Placeholder 6">
            <a:extLst>
              <a:ext uri="{FF2B5EF4-FFF2-40B4-BE49-F238E27FC236}">
                <a16:creationId xmlns:a16="http://schemas.microsoft.com/office/drawing/2014/main" id="{996894B4-73A9-4C5A-3820-0D8D1823B343}"/>
              </a:ext>
            </a:extLst>
          </p:cNvPr>
          <p:cNvSpPr>
            <a:spLocks noGrp="1"/>
          </p:cNvSpPr>
          <p:nvPr>
            <p:ph type="body" sz="quarter" idx="13"/>
          </p:nvPr>
        </p:nvSpPr>
        <p:spPr>
          <a:xfrm>
            <a:off x="1523999" y="1695335"/>
            <a:ext cx="2300515" cy="412189"/>
          </a:xfrm>
        </p:spPr>
        <p:txBody>
          <a:bodyPr/>
          <a:lstStyle/>
          <a:p>
            <a:r>
              <a:rPr lang="en-US" dirty="0"/>
              <a:t>Access GTDS</a:t>
            </a:r>
          </a:p>
        </p:txBody>
      </p:sp>
    </p:spTree>
    <p:extLst>
      <p:ext uri="{BB962C8B-B14F-4D97-AF65-F5344CB8AC3E}">
        <p14:creationId xmlns:p14="http://schemas.microsoft.com/office/powerpoint/2010/main" val="1166043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D7B1FDC-8398-08BD-023C-35E0BF876859}"/>
              </a:ext>
            </a:extLst>
          </p:cNvPr>
          <p:cNvSpPr>
            <a:spLocks noGrp="1"/>
          </p:cNvSpPr>
          <p:nvPr>
            <p:ph type="body" sz="quarter" idx="10"/>
          </p:nvPr>
        </p:nvSpPr>
        <p:spPr/>
        <p:txBody>
          <a:bodyPr/>
          <a:lstStyle/>
          <a:p>
            <a:r>
              <a:rPr lang="en-US" dirty="0"/>
              <a:t>Approach 1: </a:t>
            </a:r>
          </a:p>
          <a:p>
            <a:r>
              <a:rPr lang="en-US" dirty="0"/>
              <a:t>Manual Data Entry</a:t>
            </a:r>
          </a:p>
        </p:txBody>
      </p:sp>
    </p:spTree>
    <p:extLst>
      <p:ext uri="{BB962C8B-B14F-4D97-AF65-F5344CB8AC3E}">
        <p14:creationId xmlns:p14="http://schemas.microsoft.com/office/powerpoint/2010/main" val="8712233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168630-8D50-EE35-9DCC-721607D8EA83}"/>
              </a:ext>
            </a:extLst>
          </p:cNvPr>
          <p:cNvSpPr>
            <a:spLocks noGrp="1"/>
          </p:cNvSpPr>
          <p:nvPr>
            <p:ph type="title"/>
          </p:nvPr>
        </p:nvSpPr>
        <p:spPr/>
        <p:txBody>
          <a:bodyPr/>
          <a:lstStyle/>
          <a:p>
            <a:r>
              <a:rPr lang="en-US" dirty="0"/>
              <a:t>Step 1: Company Look Up </a:t>
            </a:r>
          </a:p>
        </p:txBody>
      </p:sp>
      <p:pic>
        <p:nvPicPr>
          <p:cNvPr id="5" name="Content Placeholder 4">
            <a:extLst>
              <a:ext uri="{FF2B5EF4-FFF2-40B4-BE49-F238E27FC236}">
                <a16:creationId xmlns:a16="http://schemas.microsoft.com/office/drawing/2014/main" id="{C9AD858E-0EC9-2BE4-7F7F-3CF0633E0224}"/>
              </a:ext>
            </a:extLst>
          </p:cNvPr>
          <p:cNvPicPr>
            <a:picLocks noGrp="1" noChangeAspect="1"/>
          </p:cNvPicPr>
          <p:nvPr>
            <p:ph idx="1"/>
          </p:nvPr>
        </p:nvPicPr>
        <p:blipFill>
          <a:blip r:embed="rId2"/>
          <a:stretch>
            <a:fillRect/>
          </a:stretch>
        </p:blipFill>
        <p:spPr>
          <a:xfrm>
            <a:off x="5457657" y="1918253"/>
            <a:ext cx="5623017" cy="3363341"/>
          </a:xfrm>
        </p:spPr>
      </p:pic>
      <p:sp>
        <p:nvSpPr>
          <p:cNvPr id="6" name="TextBox 5">
            <a:extLst>
              <a:ext uri="{FF2B5EF4-FFF2-40B4-BE49-F238E27FC236}">
                <a16:creationId xmlns:a16="http://schemas.microsoft.com/office/drawing/2014/main" id="{00DB3613-3D98-2DE0-902F-1BA5E585FBE5}"/>
              </a:ext>
            </a:extLst>
          </p:cNvPr>
          <p:cNvSpPr txBox="1"/>
          <p:nvPr/>
        </p:nvSpPr>
        <p:spPr>
          <a:xfrm>
            <a:off x="948561" y="2667216"/>
            <a:ext cx="2563715" cy="1477328"/>
          </a:xfrm>
          <a:prstGeom prst="rect">
            <a:avLst/>
          </a:prstGeom>
          <a:noFill/>
        </p:spPr>
        <p:txBody>
          <a:bodyPr wrap="none" rtlCol="0">
            <a:spAutoFit/>
          </a:bodyPr>
          <a:lstStyle/>
          <a:p>
            <a:pPr marL="342900" indent="-342900">
              <a:buAutoNum type="arabicPeriod"/>
            </a:pPr>
            <a:r>
              <a:rPr lang="en-US" dirty="0"/>
              <a:t>Company Number</a:t>
            </a:r>
          </a:p>
          <a:p>
            <a:pPr marL="342900" indent="-342900">
              <a:buAutoNum type="arabicPeriod"/>
            </a:pPr>
            <a:r>
              <a:rPr lang="en-US" dirty="0"/>
              <a:t>Company Address</a:t>
            </a:r>
          </a:p>
          <a:p>
            <a:pPr marL="342900" indent="-342900">
              <a:buAutoNum type="arabicPeriod"/>
            </a:pPr>
            <a:r>
              <a:rPr lang="en-US" dirty="0"/>
              <a:t>Company Status</a:t>
            </a:r>
          </a:p>
          <a:p>
            <a:pPr marL="342900" indent="-342900">
              <a:buAutoNum type="arabicPeriod"/>
            </a:pPr>
            <a:r>
              <a:rPr lang="en-US" dirty="0"/>
              <a:t>Nature of Business</a:t>
            </a:r>
          </a:p>
          <a:p>
            <a:endParaRPr lang="en-US" dirty="0"/>
          </a:p>
        </p:txBody>
      </p:sp>
      <p:pic>
        <p:nvPicPr>
          <p:cNvPr id="11" name="Picture 10">
            <a:extLst>
              <a:ext uri="{FF2B5EF4-FFF2-40B4-BE49-F238E27FC236}">
                <a16:creationId xmlns:a16="http://schemas.microsoft.com/office/drawing/2014/main" id="{698481D7-A5A7-28B8-41EA-139EA29EB11B}"/>
              </a:ext>
            </a:extLst>
          </p:cNvPr>
          <p:cNvPicPr>
            <a:picLocks noChangeAspect="1"/>
          </p:cNvPicPr>
          <p:nvPr/>
        </p:nvPicPr>
        <p:blipFill>
          <a:blip r:embed="rId3"/>
          <a:stretch>
            <a:fillRect/>
          </a:stretch>
        </p:blipFill>
        <p:spPr>
          <a:xfrm>
            <a:off x="6096000" y="5281594"/>
            <a:ext cx="4211086" cy="1400683"/>
          </a:xfrm>
          <a:prstGeom prst="rect">
            <a:avLst/>
          </a:prstGeom>
        </p:spPr>
      </p:pic>
      <mc:AlternateContent xmlns:mc="http://schemas.openxmlformats.org/markup-compatibility/2006">
        <mc:Choice xmlns:p14="http://schemas.microsoft.com/office/powerpoint/2010/main" Requires="p14">
          <p:contentPart p14:bwMode="auto" r:id="rId4">
            <p14:nvContentPartPr>
              <p14:cNvPr id="12" name="Ink 11">
                <a:extLst>
                  <a:ext uri="{FF2B5EF4-FFF2-40B4-BE49-F238E27FC236}">
                    <a16:creationId xmlns:a16="http://schemas.microsoft.com/office/drawing/2014/main" id="{888A6900-2F09-C203-4521-F116261988F8}"/>
                  </a:ext>
                </a:extLst>
              </p14:cNvPr>
              <p14:cNvContentPartPr/>
              <p14:nvPr/>
            </p14:nvContentPartPr>
            <p14:xfrm>
              <a:off x="6071544" y="2999304"/>
              <a:ext cx="1023480" cy="19080"/>
            </p14:xfrm>
          </p:contentPart>
        </mc:Choice>
        <mc:Fallback>
          <p:pic>
            <p:nvPicPr>
              <p:cNvPr id="12" name="Ink 11">
                <a:extLst>
                  <a:ext uri="{FF2B5EF4-FFF2-40B4-BE49-F238E27FC236}">
                    <a16:creationId xmlns:a16="http://schemas.microsoft.com/office/drawing/2014/main" id="{888A6900-2F09-C203-4521-F116261988F8}"/>
                  </a:ext>
                </a:extLst>
              </p:cNvPr>
              <p:cNvPicPr/>
              <p:nvPr/>
            </p:nvPicPr>
            <p:blipFill>
              <a:blip r:embed="rId5"/>
              <a:stretch>
                <a:fillRect/>
              </a:stretch>
            </p:blipFill>
            <p:spPr>
              <a:xfrm>
                <a:off x="6053904" y="2963304"/>
                <a:ext cx="1059120" cy="9072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14" name="Ink 13">
                <a:extLst>
                  <a:ext uri="{FF2B5EF4-FFF2-40B4-BE49-F238E27FC236}">
                    <a16:creationId xmlns:a16="http://schemas.microsoft.com/office/drawing/2014/main" id="{2A9045FD-A223-E3AE-2E00-80470822C9A8}"/>
                  </a:ext>
                </a:extLst>
              </p14:cNvPr>
              <p14:cNvContentPartPr/>
              <p14:nvPr/>
            </p14:nvContentPartPr>
            <p14:xfrm>
              <a:off x="6784704" y="4095864"/>
              <a:ext cx="374040" cy="10440"/>
            </p14:xfrm>
          </p:contentPart>
        </mc:Choice>
        <mc:Fallback>
          <p:pic>
            <p:nvPicPr>
              <p:cNvPr id="14" name="Ink 13">
                <a:extLst>
                  <a:ext uri="{FF2B5EF4-FFF2-40B4-BE49-F238E27FC236}">
                    <a16:creationId xmlns:a16="http://schemas.microsoft.com/office/drawing/2014/main" id="{2A9045FD-A223-E3AE-2E00-80470822C9A8}"/>
                  </a:ext>
                </a:extLst>
              </p:cNvPr>
              <p:cNvPicPr/>
              <p:nvPr/>
            </p:nvPicPr>
            <p:blipFill>
              <a:blip r:embed="rId7"/>
              <a:stretch>
                <a:fillRect/>
              </a:stretch>
            </p:blipFill>
            <p:spPr>
              <a:xfrm>
                <a:off x="6767064" y="4060224"/>
                <a:ext cx="409680" cy="8208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15" name="Ink 14">
                <a:extLst>
                  <a:ext uri="{FF2B5EF4-FFF2-40B4-BE49-F238E27FC236}">
                    <a16:creationId xmlns:a16="http://schemas.microsoft.com/office/drawing/2014/main" id="{7F9AFF62-1A36-3FD6-4AC6-676FB95AAE80}"/>
                  </a:ext>
                </a:extLst>
              </p14:cNvPr>
              <p14:cNvContentPartPr/>
              <p14:nvPr/>
            </p14:nvContentPartPr>
            <p14:xfrm>
              <a:off x="6227064" y="4553784"/>
              <a:ext cx="492840" cy="10080"/>
            </p14:xfrm>
          </p:contentPart>
        </mc:Choice>
        <mc:Fallback>
          <p:pic>
            <p:nvPicPr>
              <p:cNvPr id="15" name="Ink 14">
                <a:extLst>
                  <a:ext uri="{FF2B5EF4-FFF2-40B4-BE49-F238E27FC236}">
                    <a16:creationId xmlns:a16="http://schemas.microsoft.com/office/drawing/2014/main" id="{7F9AFF62-1A36-3FD6-4AC6-676FB95AAE80}"/>
                  </a:ext>
                </a:extLst>
              </p:cNvPr>
              <p:cNvPicPr/>
              <p:nvPr/>
            </p:nvPicPr>
            <p:blipFill>
              <a:blip r:embed="rId9"/>
              <a:stretch>
                <a:fillRect/>
              </a:stretch>
            </p:blipFill>
            <p:spPr>
              <a:xfrm>
                <a:off x="6209424" y="4517784"/>
                <a:ext cx="528480" cy="8172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16" name="Ink 15">
                <a:extLst>
                  <a:ext uri="{FF2B5EF4-FFF2-40B4-BE49-F238E27FC236}">
                    <a16:creationId xmlns:a16="http://schemas.microsoft.com/office/drawing/2014/main" id="{DB5087BE-5661-C7A2-EC0B-1EDD3A80F273}"/>
                  </a:ext>
                </a:extLst>
              </p14:cNvPr>
              <p14:cNvContentPartPr/>
              <p14:nvPr/>
            </p14:nvContentPartPr>
            <p14:xfrm>
              <a:off x="6162624" y="5476824"/>
              <a:ext cx="950400" cy="18720"/>
            </p14:xfrm>
          </p:contentPart>
        </mc:Choice>
        <mc:Fallback>
          <p:pic>
            <p:nvPicPr>
              <p:cNvPr id="16" name="Ink 15">
                <a:extLst>
                  <a:ext uri="{FF2B5EF4-FFF2-40B4-BE49-F238E27FC236}">
                    <a16:creationId xmlns:a16="http://schemas.microsoft.com/office/drawing/2014/main" id="{DB5087BE-5661-C7A2-EC0B-1EDD3A80F273}"/>
                  </a:ext>
                </a:extLst>
              </p:cNvPr>
              <p:cNvPicPr/>
              <p:nvPr/>
            </p:nvPicPr>
            <p:blipFill>
              <a:blip r:embed="rId11"/>
              <a:stretch>
                <a:fillRect/>
              </a:stretch>
            </p:blipFill>
            <p:spPr>
              <a:xfrm>
                <a:off x="6144984" y="5441184"/>
                <a:ext cx="986040" cy="90360"/>
              </a:xfrm>
              <a:prstGeom prst="rect">
                <a:avLst/>
              </a:prstGeom>
            </p:spPr>
          </p:pic>
        </mc:Fallback>
      </mc:AlternateContent>
      <p:sp>
        <p:nvSpPr>
          <p:cNvPr id="17" name="TextBox 16">
            <a:extLst>
              <a:ext uri="{FF2B5EF4-FFF2-40B4-BE49-F238E27FC236}">
                <a16:creationId xmlns:a16="http://schemas.microsoft.com/office/drawing/2014/main" id="{578AE96B-E941-4A8E-5885-80C72B65A7CD}"/>
              </a:ext>
            </a:extLst>
          </p:cNvPr>
          <p:cNvSpPr txBox="1"/>
          <p:nvPr/>
        </p:nvSpPr>
        <p:spPr>
          <a:xfrm>
            <a:off x="706400" y="2321004"/>
            <a:ext cx="3648456" cy="369332"/>
          </a:xfrm>
          <a:prstGeom prst="rect">
            <a:avLst/>
          </a:prstGeom>
          <a:noFill/>
        </p:spPr>
        <p:txBody>
          <a:bodyPr wrap="square" rtlCol="0">
            <a:spAutoFit/>
          </a:bodyPr>
          <a:lstStyle/>
          <a:p>
            <a:r>
              <a:rPr lang="en-US" b="1" dirty="0"/>
              <a:t>Information captured</a:t>
            </a:r>
          </a:p>
        </p:txBody>
      </p:sp>
    </p:spTree>
    <p:extLst>
      <p:ext uri="{BB962C8B-B14F-4D97-AF65-F5344CB8AC3E}">
        <p14:creationId xmlns:p14="http://schemas.microsoft.com/office/powerpoint/2010/main" val="19592340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168630-8D50-EE35-9DCC-721607D8EA83}"/>
              </a:ext>
            </a:extLst>
          </p:cNvPr>
          <p:cNvSpPr>
            <a:spLocks noGrp="1"/>
          </p:cNvSpPr>
          <p:nvPr>
            <p:ph type="title"/>
          </p:nvPr>
        </p:nvSpPr>
        <p:spPr/>
        <p:txBody>
          <a:bodyPr/>
          <a:lstStyle/>
          <a:p>
            <a:r>
              <a:rPr lang="en-US" dirty="0"/>
              <a:t>Step 2: Food Standards Agency</a:t>
            </a:r>
          </a:p>
        </p:txBody>
      </p:sp>
      <p:sp>
        <p:nvSpPr>
          <p:cNvPr id="6" name="TextBox 5">
            <a:extLst>
              <a:ext uri="{FF2B5EF4-FFF2-40B4-BE49-F238E27FC236}">
                <a16:creationId xmlns:a16="http://schemas.microsoft.com/office/drawing/2014/main" id="{00DB3613-3D98-2DE0-902F-1BA5E585FBE5}"/>
              </a:ext>
            </a:extLst>
          </p:cNvPr>
          <p:cNvSpPr txBox="1"/>
          <p:nvPr/>
        </p:nvSpPr>
        <p:spPr>
          <a:xfrm>
            <a:off x="738810" y="1878520"/>
            <a:ext cx="4311180" cy="369332"/>
          </a:xfrm>
          <a:prstGeom prst="rect">
            <a:avLst/>
          </a:prstGeom>
          <a:noFill/>
        </p:spPr>
        <p:txBody>
          <a:bodyPr wrap="none" rtlCol="0">
            <a:spAutoFit/>
          </a:bodyPr>
          <a:lstStyle/>
          <a:p>
            <a:r>
              <a:rPr lang="en-US" u="sng" dirty="0"/>
              <a:t>Download data in XML/JSON from FSA </a:t>
            </a:r>
          </a:p>
        </p:txBody>
      </p:sp>
      <p:sp>
        <p:nvSpPr>
          <p:cNvPr id="17" name="TextBox 16">
            <a:extLst>
              <a:ext uri="{FF2B5EF4-FFF2-40B4-BE49-F238E27FC236}">
                <a16:creationId xmlns:a16="http://schemas.microsoft.com/office/drawing/2014/main" id="{578AE96B-E941-4A8E-5885-80C72B65A7CD}"/>
              </a:ext>
            </a:extLst>
          </p:cNvPr>
          <p:cNvSpPr txBox="1"/>
          <p:nvPr/>
        </p:nvSpPr>
        <p:spPr>
          <a:xfrm>
            <a:off x="738810" y="2247852"/>
            <a:ext cx="3648456" cy="4247317"/>
          </a:xfrm>
          <a:prstGeom prst="rect">
            <a:avLst/>
          </a:prstGeom>
          <a:noFill/>
        </p:spPr>
        <p:txBody>
          <a:bodyPr wrap="square" rtlCol="0">
            <a:spAutoFit/>
          </a:bodyPr>
          <a:lstStyle/>
          <a:p>
            <a:r>
              <a:rPr lang="en-US" b="1" dirty="0"/>
              <a:t>Information captured</a:t>
            </a:r>
          </a:p>
          <a:p>
            <a:pPr marL="800100" lvl="1" indent="-342900">
              <a:buAutoNum type="arabicPeriod"/>
            </a:pPr>
            <a:r>
              <a:rPr lang="en-US" i="0" u="none" strike="noStrike" dirty="0">
                <a:solidFill>
                  <a:srgbClr val="000000"/>
                </a:solidFill>
                <a:effectLst/>
                <a:latin typeface="Calibri" panose="020F0502020204030204" pitchFamily="34" charset="0"/>
              </a:rPr>
              <a:t>Business Name</a:t>
            </a:r>
            <a:r>
              <a:rPr lang="en-US" dirty="0"/>
              <a:t> </a:t>
            </a:r>
          </a:p>
          <a:p>
            <a:pPr marL="800100" lvl="1" indent="-342900">
              <a:buAutoNum type="arabicPeriod"/>
            </a:pPr>
            <a:r>
              <a:rPr lang="en-US" i="0" u="none" strike="noStrike" dirty="0">
                <a:solidFill>
                  <a:srgbClr val="000000"/>
                </a:solidFill>
                <a:effectLst/>
                <a:latin typeface="Calibri" panose="020F0502020204030204" pitchFamily="34" charset="0"/>
              </a:rPr>
              <a:t>Business Type</a:t>
            </a:r>
            <a:r>
              <a:rPr lang="en-US" dirty="0"/>
              <a:t> </a:t>
            </a:r>
          </a:p>
          <a:p>
            <a:pPr marL="800100" lvl="1" indent="-342900">
              <a:buAutoNum type="arabicPeriod"/>
            </a:pPr>
            <a:r>
              <a:rPr lang="en-US" i="0" u="none" strike="noStrike" dirty="0">
                <a:solidFill>
                  <a:srgbClr val="000000"/>
                </a:solidFill>
                <a:effectLst/>
                <a:latin typeface="Calibri" panose="020F0502020204030204" pitchFamily="34" charset="0"/>
              </a:rPr>
              <a:t>Address Line 1</a:t>
            </a:r>
            <a:r>
              <a:rPr lang="en-US" dirty="0"/>
              <a:t> </a:t>
            </a:r>
          </a:p>
          <a:p>
            <a:pPr marL="800100" lvl="1" indent="-342900">
              <a:buAutoNum type="arabicPeriod"/>
            </a:pPr>
            <a:r>
              <a:rPr lang="en-US" i="0" u="none" strike="noStrike" dirty="0">
                <a:solidFill>
                  <a:srgbClr val="000000"/>
                </a:solidFill>
                <a:effectLst/>
                <a:latin typeface="Calibri" panose="020F0502020204030204" pitchFamily="34" charset="0"/>
              </a:rPr>
              <a:t>Address Line 2</a:t>
            </a:r>
            <a:r>
              <a:rPr lang="en-US" dirty="0"/>
              <a:t> </a:t>
            </a:r>
          </a:p>
          <a:p>
            <a:pPr marL="800100" lvl="1" indent="-342900">
              <a:buAutoNum type="arabicPeriod"/>
            </a:pPr>
            <a:r>
              <a:rPr lang="en-US" i="0" u="none" strike="noStrike" dirty="0">
                <a:solidFill>
                  <a:srgbClr val="000000"/>
                </a:solidFill>
                <a:effectLst/>
                <a:latin typeface="Calibri" panose="020F0502020204030204" pitchFamily="34" charset="0"/>
              </a:rPr>
              <a:t>Address Line 3</a:t>
            </a:r>
            <a:r>
              <a:rPr lang="en-US" dirty="0"/>
              <a:t> </a:t>
            </a:r>
          </a:p>
          <a:p>
            <a:pPr marL="800100" lvl="1" indent="-342900">
              <a:buAutoNum type="arabicPeriod"/>
            </a:pPr>
            <a:r>
              <a:rPr lang="en-US" i="0" u="none" strike="noStrike" dirty="0">
                <a:solidFill>
                  <a:srgbClr val="000000"/>
                </a:solidFill>
                <a:effectLst/>
                <a:latin typeface="Calibri" panose="020F0502020204030204" pitchFamily="34" charset="0"/>
              </a:rPr>
              <a:t>Address Line 4</a:t>
            </a:r>
            <a:r>
              <a:rPr lang="en-US" dirty="0"/>
              <a:t> </a:t>
            </a:r>
          </a:p>
          <a:p>
            <a:pPr marL="800100" lvl="1" indent="-342900">
              <a:buAutoNum type="arabicPeriod"/>
            </a:pPr>
            <a:r>
              <a:rPr lang="en-US" i="0" u="none" strike="noStrike" dirty="0">
                <a:solidFill>
                  <a:srgbClr val="000000"/>
                </a:solidFill>
                <a:effectLst/>
                <a:latin typeface="Calibri" panose="020F0502020204030204" pitchFamily="34" charset="0"/>
              </a:rPr>
              <a:t>Post Code</a:t>
            </a:r>
            <a:r>
              <a:rPr lang="en-US" dirty="0"/>
              <a:t> </a:t>
            </a:r>
          </a:p>
          <a:p>
            <a:pPr marL="800100" lvl="1" indent="-342900">
              <a:buAutoNum type="arabicPeriod"/>
            </a:pPr>
            <a:r>
              <a:rPr lang="en-US" i="0" u="none" strike="noStrike" dirty="0">
                <a:solidFill>
                  <a:srgbClr val="000000"/>
                </a:solidFill>
                <a:effectLst/>
                <a:latin typeface="Calibri" panose="020F0502020204030204" pitchFamily="34" charset="0"/>
              </a:rPr>
              <a:t>Rating Value</a:t>
            </a:r>
            <a:r>
              <a:rPr lang="en-US" dirty="0"/>
              <a:t> </a:t>
            </a:r>
          </a:p>
          <a:p>
            <a:pPr marL="800100" lvl="1" indent="-342900">
              <a:buAutoNum type="arabicPeriod"/>
            </a:pPr>
            <a:r>
              <a:rPr lang="en-US" i="0" u="none" strike="noStrike" dirty="0">
                <a:solidFill>
                  <a:srgbClr val="000000"/>
                </a:solidFill>
                <a:effectLst/>
                <a:latin typeface="Calibri" panose="020F0502020204030204" pitchFamily="34" charset="0"/>
              </a:rPr>
              <a:t>Rating Date</a:t>
            </a:r>
            <a:r>
              <a:rPr lang="en-US" dirty="0"/>
              <a:t> </a:t>
            </a:r>
          </a:p>
          <a:p>
            <a:pPr marL="800100" lvl="1" indent="-342900">
              <a:buAutoNum type="arabicPeriod"/>
            </a:pPr>
            <a:r>
              <a:rPr lang="en-US" i="0" u="none" strike="noStrike" dirty="0">
                <a:solidFill>
                  <a:srgbClr val="000000"/>
                </a:solidFill>
                <a:effectLst/>
                <a:latin typeface="Calibri" panose="020F0502020204030204" pitchFamily="34" charset="0"/>
              </a:rPr>
              <a:t>FHRS ID</a:t>
            </a:r>
            <a:r>
              <a:rPr lang="en-US" dirty="0"/>
              <a:t> </a:t>
            </a:r>
          </a:p>
          <a:p>
            <a:pPr marL="800100" lvl="1" indent="-342900">
              <a:buAutoNum type="arabicPeriod"/>
            </a:pPr>
            <a:r>
              <a:rPr lang="en-US" i="0" u="none" strike="noStrike" dirty="0">
                <a:solidFill>
                  <a:srgbClr val="000000"/>
                </a:solidFill>
                <a:effectLst/>
                <a:latin typeface="Calibri" panose="020F0502020204030204" pitchFamily="34" charset="0"/>
              </a:rPr>
              <a:t>Local Authority Name</a:t>
            </a:r>
            <a:r>
              <a:rPr lang="en-US" dirty="0"/>
              <a:t> </a:t>
            </a:r>
          </a:p>
          <a:p>
            <a:pPr marL="800100" lvl="1" indent="-342900">
              <a:buAutoNum type="arabicPeriod"/>
            </a:pPr>
            <a:r>
              <a:rPr lang="en-US" i="0" u="none" strike="noStrike" dirty="0">
                <a:solidFill>
                  <a:srgbClr val="000000"/>
                </a:solidFill>
                <a:effectLst/>
                <a:latin typeface="Calibri" panose="020F0502020204030204" pitchFamily="34" charset="0"/>
              </a:rPr>
              <a:t>Local Authority Email</a:t>
            </a:r>
            <a:r>
              <a:rPr lang="en-US" dirty="0"/>
              <a:t> </a:t>
            </a:r>
          </a:p>
          <a:p>
            <a:pPr marL="800100" lvl="1" indent="-342900">
              <a:buAutoNum type="arabicPeriod"/>
            </a:pPr>
            <a:r>
              <a:rPr lang="en-US" i="0" u="none" strike="noStrike" dirty="0">
                <a:solidFill>
                  <a:srgbClr val="000000"/>
                </a:solidFill>
                <a:effectLst/>
                <a:latin typeface="Calibri" panose="020F0502020204030204" pitchFamily="34" charset="0"/>
              </a:rPr>
              <a:t>Local Authority Website</a:t>
            </a:r>
          </a:p>
          <a:p>
            <a:pPr marL="800100" lvl="1" indent="-342900">
              <a:buAutoNum type="arabicPeriod"/>
            </a:pPr>
            <a:r>
              <a:rPr lang="en-US" dirty="0">
                <a:solidFill>
                  <a:srgbClr val="000000"/>
                </a:solidFill>
                <a:latin typeface="Calibri" panose="020F0502020204030204" pitchFamily="34" charset="0"/>
              </a:rPr>
              <a:t>Phone</a:t>
            </a:r>
            <a:r>
              <a:rPr lang="en-US" dirty="0"/>
              <a:t> </a:t>
            </a:r>
          </a:p>
        </p:txBody>
      </p:sp>
      <p:pic>
        <p:nvPicPr>
          <p:cNvPr id="10" name="Picture 9">
            <a:extLst>
              <a:ext uri="{FF2B5EF4-FFF2-40B4-BE49-F238E27FC236}">
                <a16:creationId xmlns:a16="http://schemas.microsoft.com/office/drawing/2014/main" id="{55A2D054-5A5D-AB9E-D892-6D3F6A03AF03}"/>
              </a:ext>
            </a:extLst>
          </p:cNvPr>
          <p:cNvPicPr>
            <a:picLocks noChangeAspect="1"/>
          </p:cNvPicPr>
          <p:nvPr/>
        </p:nvPicPr>
        <p:blipFill>
          <a:blip r:embed="rId2"/>
          <a:stretch>
            <a:fillRect/>
          </a:stretch>
        </p:blipFill>
        <p:spPr>
          <a:xfrm>
            <a:off x="6380912" y="1295626"/>
            <a:ext cx="5155186" cy="2477836"/>
          </a:xfrm>
          <a:prstGeom prst="rect">
            <a:avLst/>
          </a:prstGeom>
        </p:spPr>
      </p:pic>
      <p:pic>
        <p:nvPicPr>
          <p:cNvPr id="18" name="Picture 17">
            <a:extLst>
              <a:ext uri="{FF2B5EF4-FFF2-40B4-BE49-F238E27FC236}">
                <a16:creationId xmlns:a16="http://schemas.microsoft.com/office/drawing/2014/main" id="{B04346E0-5997-C8BE-04FA-998F0448B866}"/>
              </a:ext>
            </a:extLst>
          </p:cNvPr>
          <p:cNvPicPr>
            <a:picLocks noChangeAspect="1"/>
          </p:cNvPicPr>
          <p:nvPr/>
        </p:nvPicPr>
        <p:blipFill>
          <a:blip r:embed="rId3"/>
          <a:stretch>
            <a:fillRect/>
          </a:stretch>
        </p:blipFill>
        <p:spPr>
          <a:xfrm>
            <a:off x="6380912" y="3905553"/>
            <a:ext cx="5155186" cy="2546159"/>
          </a:xfrm>
          <a:prstGeom prst="rect">
            <a:avLst/>
          </a:prstGeom>
        </p:spPr>
      </p:pic>
    </p:spTree>
    <p:extLst>
      <p:ext uri="{BB962C8B-B14F-4D97-AF65-F5344CB8AC3E}">
        <p14:creationId xmlns:p14="http://schemas.microsoft.com/office/powerpoint/2010/main" val="25180900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168630-8D50-EE35-9DCC-721607D8EA83}"/>
              </a:ext>
            </a:extLst>
          </p:cNvPr>
          <p:cNvSpPr>
            <a:spLocks noGrp="1"/>
          </p:cNvSpPr>
          <p:nvPr>
            <p:ph type="title"/>
          </p:nvPr>
        </p:nvSpPr>
        <p:spPr/>
        <p:txBody>
          <a:bodyPr/>
          <a:lstStyle/>
          <a:p>
            <a:r>
              <a:rPr lang="en-US" dirty="0"/>
              <a:t>Step 3: Manual Data Entry</a:t>
            </a:r>
          </a:p>
        </p:txBody>
      </p:sp>
      <p:sp>
        <p:nvSpPr>
          <p:cNvPr id="5" name="TextBox 4">
            <a:extLst>
              <a:ext uri="{FF2B5EF4-FFF2-40B4-BE49-F238E27FC236}">
                <a16:creationId xmlns:a16="http://schemas.microsoft.com/office/drawing/2014/main" id="{699DC329-55AB-7749-0A0B-12BB2858E3AA}"/>
              </a:ext>
            </a:extLst>
          </p:cNvPr>
          <p:cNvSpPr txBox="1"/>
          <p:nvPr/>
        </p:nvSpPr>
        <p:spPr>
          <a:xfrm>
            <a:off x="978408" y="1847088"/>
            <a:ext cx="9208008" cy="369332"/>
          </a:xfrm>
          <a:prstGeom prst="rect">
            <a:avLst/>
          </a:prstGeom>
          <a:noFill/>
        </p:spPr>
        <p:txBody>
          <a:bodyPr wrap="square" rtlCol="0">
            <a:spAutoFit/>
          </a:bodyPr>
          <a:lstStyle/>
          <a:p>
            <a:r>
              <a:rPr lang="en-US" dirty="0"/>
              <a:t>Example of Data Entry of company's information -Business under Wetherspoon </a:t>
            </a:r>
          </a:p>
        </p:txBody>
      </p:sp>
      <p:pic>
        <p:nvPicPr>
          <p:cNvPr id="11" name="Picture 10">
            <a:extLst>
              <a:ext uri="{FF2B5EF4-FFF2-40B4-BE49-F238E27FC236}">
                <a16:creationId xmlns:a16="http://schemas.microsoft.com/office/drawing/2014/main" id="{801846B9-44C4-2CA3-DA6B-458619A66B29}"/>
              </a:ext>
            </a:extLst>
          </p:cNvPr>
          <p:cNvPicPr>
            <a:picLocks noChangeAspect="1"/>
          </p:cNvPicPr>
          <p:nvPr/>
        </p:nvPicPr>
        <p:blipFill>
          <a:blip r:embed="rId2"/>
          <a:stretch>
            <a:fillRect/>
          </a:stretch>
        </p:blipFill>
        <p:spPr>
          <a:xfrm>
            <a:off x="371856" y="2745185"/>
            <a:ext cx="11448288" cy="922172"/>
          </a:xfrm>
          <a:prstGeom prst="rect">
            <a:avLst/>
          </a:prstGeom>
        </p:spPr>
      </p:pic>
    </p:spTree>
    <p:extLst>
      <p:ext uri="{BB962C8B-B14F-4D97-AF65-F5344CB8AC3E}">
        <p14:creationId xmlns:p14="http://schemas.microsoft.com/office/powerpoint/2010/main" val="27011173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168630-8D50-EE35-9DCC-721607D8EA83}"/>
              </a:ext>
            </a:extLst>
          </p:cNvPr>
          <p:cNvSpPr>
            <a:spLocks noGrp="1"/>
          </p:cNvSpPr>
          <p:nvPr>
            <p:ph type="title"/>
          </p:nvPr>
        </p:nvSpPr>
        <p:spPr/>
        <p:txBody>
          <a:bodyPr/>
          <a:lstStyle/>
          <a:p>
            <a:r>
              <a:rPr lang="en-US" dirty="0"/>
              <a:t>Thought Process of  This Approach</a:t>
            </a:r>
          </a:p>
        </p:txBody>
      </p:sp>
      <p:sp>
        <p:nvSpPr>
          <p:cNvPr id="3" name="TextBox 2">
            <a:extLst>
              <a:ext uri="{FF2B5EF4-FFF2-40B4-BE49-F238E27FC236}">
                <a16:creationId xmlns:a16="http://schemas.microsoft.com/office/drawing/2014/main" id="{79D3039C-33C5-C130-139E-4C15F4C42012}"/>
              </a:ext>
            </a:extLst>
          </p:cNvPr>
          <p:cNvSpPr txBox="1"/>
          <p:nvPr/>
        </p:nvSpPr>
        <p:spPr>
          <a:xfrm>
            <a:off x="877824" y="2048256"/>
            <a:ext cx="9848088" cy="4247317"/>
          </a:xfrm>
          <a:prstGeom prst="rect">
            <a:avLst/>
          </a:prstGeom>
          <a:noFill/>
        </p:spPr>
        <p:txBody>
          <a:bodyPr wrap="square" rtlCol="0">
            <a:spAutoFit/>
          </a:bodyPr>
          <a:lstStyle/>
          <a:p>
            <a:pPr marL="342900" indent="-342900">
              <a:buAutoNum type="arabicPeriod"/>
            </a:pPr>
            <a:r>
              <a:rPr lang="en-US" dirty="0"/>
              <a:t>Takes some time to populate the data entry to excel within the time frame given</a:t>
            </a:r>
          </a:p>
          <a:p>
            <a:pPr marL="342900" indent="-342900">
              <a:buAutoNum type="arabicPeriod"/>
            </a:pPr>
            <a:r>
              <a:rPr lang="en-US" dirty="0"/>
              <a:t>Then I found the xml file on the Food Standard Agency that I could download that might be able to use scripts and automate it.</a:t>
            </a:r>
          </a:p>
          <a:p>
            <a:pPr marL="342900" indent="-342900">
              <a:buAutoNum type="arabicPeriod"/>
            </a:pPr>
            <a:endParaRPr lang="en-US" dirty="0"/>
          </a:p>
          <a:p>
            <a:pPr marL="342900" indent="-342900">
              <a:buAutoNum type="arabicPeriod"/>
            </a:pPr>
            <a:endParaRPr lang="en-US" dirty="0"/>
          </a:p>
          <a:p>
            <a:pPr marL="342900" indent="-342900">
              <a:buAutoNum type="arabicPeriod"/>
            </a:pPr>
            <a:endParaRPr lang="en-US" dirty="0"/>
          </a:p>
          <a:p>
            <a:pPr marL="342900" indent="-342900">
              <a:buAutoNum type="arabicPeriod"/>
            </a:pPr>
            <a:endParaRPr lang="en-US" dirty="0"/>
          </a:p>
          <a:p>
            <a:pPr marL="342900" indent="-342900">
              <a:buAutoNum type="arabicPeriod"/>
            </a:pPr>
            <a:endParaRPr lang="en-US" dirty="0"/>
          </a:p>
          <a:p>
            <a:pPr marL="342900" indent="-342900">
              <a:buAutoNum type="arabicPeriod"/>
            </a:pPr>
            <a:endParaRPr lang="en-US" dirty="0"/>
          </a:p>
          <a:p>
            <a:pPr marL="342900" indent="-342900">
              <a:buAutoNum type="arabicPeriod"/>
            </a:pPr>
            <a:endParaRPr lang="en-US" dirty="0"/>
          </a:p>
          <a:p>
            <a:pPr marL="342900" indent="-342900">
              <a:buAutoNum type="arabicPeriod"/>
            </a:pPr>
            <a:endParaRPr lang="en-US" dirty="0"/>
          </a:p>
          <a:p>
            <a:pPr marL="342900" indent="-342900">
              <a:buAutoNum type="arabicPeriod"/>
            </a:pPr>
            <a:endParaRPr lang="en-US" dirty="0"/>
          </a:p>
          <a:p>
            <a:pPr marL="342900" indent="-342900">
              <a:buAutoNum type="arabicPeriod"/>
            </a:pPr>
            <a:endParaRPr lang="en-US" dirty="0"/>
          </a:p>
          <a:p>
            <a:pPr marL="342900" indent="-342900">
              <a:buAutoNum type="arabicPeriod"/>
            </a:pPr>
            <a:endParaRPr lang="en-US" dirty="0"/>
          </a:p>
          <a:p>
            <a:pPr marL="342900" indent="-342900">
              <a:buAutoNum type="arabicPeriod"/>
            </a:pPr>
            <a:r>
              <a:rPr lang="en-US" dirty="0"/>
              <a:t>Hence, I have also tried out the second method </a:t>
            </a:r>
          </a:p>
        </p:txBody>
      </p:sp>
      <p:pic>
        <p:nvPicPr>
          <p:cNvPr id="7" name="Picture 6">
            <a:extLst>
              <a:ext uri="{FF2B5EF4-FFF2-40B4-BE49-F238E27FC236}">
                <a16:creationId xmlns:a16="http://schemas.microsoft.com/office/drawing/2014/main" id="{873318AE-5801-B5D0-2116-3E25DBCC9D81}"/>
              </a:ext>
            </a:extLst>
          </p:cNvPr>
          <p:cNvPicPr>
            <a:picLocks noChangeAspect="1"/>
          </p:cNvPicPr>
          <p:nvPr/>
        </p:nvPicPr>
        <p:blipFill>
          <a:blip r:embed="rId2"/>
          <a:stretch>
            <a:fillRect/>
          </a:stretch>
        </p:blipFill>
        <p:spPr>
          <a:xfrm>
            <a:off x="1237429" y="2971586"/>
            <a:ext cx="5163372" cy="2829245"/>
          </a:xfrm>
          <a:prstGeom prst="rect">
            <a:avLst/>
          </a:prstGeom>
        </p:spPr>
      </p:pic>
    </p:spTree>
    <p:extLst>
      <p:ext uri="{BB962C8B-B14F-4D97-AF65-F5344CB8AC3E}">
        <p14:creationId xmlns:p14="http://schemas.microsoft.com/office/powerpoint/2010/main" val="7477565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168630-8D50-EE35-9DCC-721607D8EA83}"/>
              </a:ext>
            </a:extLst>
          </p:cNvPr>
          <p:cNvSpPr>
            <a:spLocks noGrp="1"/>
          </p:cNvSpPr>
          <p:nvPr>
            <p:ph type="title"/>
          </p:nvPr>
        </p:nvSpPr>
        <p:spPr/>
        <p:txBody>
          <a:bodyPr/>
          <a:lstStyle/>
          <a:p>
            <a:r>
              <a:rPr lang="en-US" dirty="0"/>
              <a:t>Flowchart</a:t>
            </a:r>
          </a:p>
        </p:txBody>
      </p:sp>
      <p:pic>
        <p:nvPicPr>
          <p:cNvPr id="10" name="Picture 9">
            <a:extLst>
              <a:ext uri="{FF2B5EF4-FFF2-40B4-BE49-F238E27FC236}">
                <a16:creationId xmlns:a16="http://schemas.microsoft.com/office/drawing/2014/main" id="{7E73C246-5C53-1AE7-BE87-82FD3CDC554D}"/>
              </a:ext>
            </a:extLst>
          </p:cNvPr>
          <p:cNvPicPr>
            <a:picLocks noChangeAspect="1"/>
          </p:cNvPicPr>
          <p:nvPr/>
        </p:nvPicPr>
        <p:blipFill>
          <a:blip r:embed="rId2"/>
          <a:stretch>
            <a:fillRect/>
          </a:stretch>
        </p:blipFill>
        <p:spPr>
          <a:xfrm>
            <a:off x="2748131" y="2052972"/>
            <a:ext cx="6496957" cy="4010585"/>
          </a:xfrm>
          <a:prstGeom prst="rect">
            <a:avLst/>
          </a:prstGeom>
        </p:spPr>
      </p:pic>
    </p:spTree>
    <p:extLst>
      <p:ext uri="{BB962C8B-B14F-4D97-AF65-F5344CB8AC3E}">
        <p14:creationId xmlns:p14="http://schemas.microsoft.com/office/powerpoint/2010/main" val="3056151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D7B1FDC-8398-08BD-023C-35E0BF876859}"/>
              </a:ext>
            </a:extLst>
          </p:cNvPr>
          <p:cNvSpPr>
            <a:spLocks noGrp="1"/>
          </p:cNvSpPr>
          <p:nvPr>
            <p:ph type="body" sz="quarter" idx="10"/>
          </p:nvPr>
        </p:nvSpPr>
        <p:spPr/>
        <p:txBody>
          <a:bodyPr/>
          <a:lstStyle/>
          <a:p>
            <a:r>
              <a:rPr lang="en-US" dirty="0"/>
              <a:t>Approach : </a:t>
            </a:r>
          </a:p>
          <a:p>
            <a:r>
              <a:rPr lang="en-US" dirty="0"/>
              <a:t>Data Entry With Scripts</a:t>
            </a:r>
          </a:p>
        </p:txBody>
      </p:sp>
    </p:spTree>
    <p:extLst>
      <p:ext uri="{BB962C8B-B14F-4D97-AF65-F5344CB8AC3E}">
        <p14:creationId xmlns:p14="http://schemas.microsoft.com/office/powerpoint/2010/main" val="8765011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168630-8D50-EE35-9DCC-721607D8EA83}"/>
              </a:ext>
            </a:extLst>
          </p:cNvPr>
          <p:cNvSpPr>
            <a:spLocks noGrp="1"/>
          </p:cNvSpPr>
          <p:nvPr>
            <p:ph type="title"/>
          </p:nvPr>
        </p:nvSpPr>
        <p:spPr/>
        <p:txBody>
          <a:bodyPr/>
          <a:lstStyle/>
          <a:p>
            <a:r>
              <a:rPr lang="en-US" dirty="0"/>
              <a:t>Step 1: Food Standard Agency</a:t>
            </a:r>
          </a:p>
        </p:txBody>
      </p:sp>
      <p:pic>
        <p:nvPicPr>
          <p:cNvPr id="4" name="Picture 3">
            <a:extLst>
              <a:ext uri="{FF2B5EF4-FFF2-40B4-BE49-F238E27FC236}">
                <a16:creationId xmlns:a16="http://schemas.microsoft.com/office/drawing/2014/main" id="{23F69C6C-53F8-39E2-76B2-F88D9EB1CEA3}"/>
              </a:ext>
            </a:extLst>
          </p:cNvPr>
          <p:cNvPicPr>
            <a:picLocks noChangeAspect="1"/>
          </p:cNvPicPr>
          <p:nvPr/>
        </p:nvPicPr>
        <p:blipFill>
          <a:blip r:embed="rId2"/>
          <a:stretch>
            <a:fillRect/>
          </a:stretch>
        </p:blipFill>
        <p:spPr>
          <a:xfrm>
            <a:off x="972296" y="2002809"/>
            <a:ext cx="3550542" cy="2852381"/>
          </a:xfrm>
          <a:prstGeom prst="rect">
            <a:avLst/>
          </a:prstGeom>
        </p:spPr>
      </p:pic>
      <p:pic>
        <p:nvPicPr>
          <p:cNvPr id="7" name="Picture 6">
            <a:extLst>
              <a:ext uri="{FF2B5EF4-FFF2-40B4-BE49-F238E27FC236}">
                <a16:creationId xmlns:a16="http://schemas.microsoft.com/office/drawing/2014/main" id="{866769FA-199E-C405-9A18-40553270BB47}"/>
              </a:ext>
            </a:extLst>
          </p:cNvPr>
          <p:cNvPicPr>
            <a:picLocks noChangeAspect="1"/>
          </p:cNvPicPr>
          <p:nvPr/>
        </p:nvPicPr>
        <p:blipFill>
          <a:blip r:embed="rId3"/>
          <a:stretch>
            <a:fillRect/>
          </a:stretch>
        </p:blipFill>
        <p:spPr>
          <a:xfrm>
            <a:off x="5254246" y="2002809"/>
            <a:ext cx="6253368" cy="3273707"/>
          </a:xfrm>
          <a:prstGeom prst="rect">
            <a:avLst/>
          </a:prstGeom>
        </p:spPr>
      </p:pic>
    </p:spTree>
    <p:extLst>
      <p:ext uri="{BB962C8B-B14F-4D97-AF65-F5344CB8AC3E}">
        <p14:creationId xmlns:p14="http://schemas.microsoft.com/office/powerpoint/2010/main" val="37870563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168630-8D50-EE35-9DCC-721607D8EA83}"/>
              </a:ext>
            </a:extLst>
          </p:cNvPr>
          <p:cNvSpPr>
            <a:spLocks noGrp="1"/>
          </p:cNvSpPr>
          <p:nvPr>
            <p:ph type="title"/>
          </p:nvPr>
        </p:nvSpPr>
        <p:spPr/>
        <p:txBody>
          <a:bodyPr/>
          <a:lstStyle/>
          <a:p>
            <a:r>
              <a:rPr lang="en-US" dirty="0"/>
              <a:t>Step 2: The </a:t>
            </a:r>
            <a:r>
              <a:rPr lang="en-US" dirty="0" err="1"/>
              <a:t>ElementTree</a:t>
            </a:r>
            <a:r>
              <a:rPr lang="en-US" dirty="0"/>
              <a:t> XML API</a:t>
            </a:r>
          </a:p>
        </p:txBody>
      </p:sp>
      <p:pic>
        <p:nvPicPr>
          <p:cNvPr id="12" name="Picture 11">
            <a:extLst>
              <a:ext uri="{FF2B5EF4-FFF2-40B4-BE49-F238E27FC236}">
                <a16:creationId xmlns:a16="http://schemas.microsoft.com/office/drawing/2014/main" id="{C0C08DDD-21A4-FFD1-10D4-DC1ADA70F3EA}"/>
              </a:ext>
            </a:extLst>
          </p:cNvPr>
          <p:cNvPicPr>
            <a:picLocks noChangeAspect="1"/>
          </p:cNvPicPr>
          <p:nvPr/>
        </p:nvPicPr>
        <p:blipFill>
          <a:blip r:embed="rId2"/>
          <a:stretch>
            <a:fillRect/>
          </a:stretch>
        </p:blipFill>
        <p:spPr>
          <a:xfrm>
            <a:off x="738810" y="2723178"/>
            <a:ext cx="6312943" cy="3490810"/>
          </a:xfrm>
          <a:prstGeom prst="rect">
            <a:avLst/>
          </a:prstGeom>
        </p:spPr>
      </p:pic>
      <p:sp>
        <p:nvSpPr>
          <p:cNvPr id="13" name="TextBox 12">
            <a:extLst>
              <a:ext uri="{FF2B5EF4-FFF2-40B4-BE49-F238E27FC236}">
                <a16:creationId xmlns:a16="http://schemas.microsoft.com/office/drawing/2014/main" id="{4C182AED-AB57-B895-B067-B07C40C82D51}"/>
              </a:ext>
            </a:extLst>
          </p:cNvPr>
          <p:cNvSpPr txBox="1"/>
          <p:nvPr/>
        </p:nvSpPr>
        <p:spPr>
          <a:xfrm>
            <a:off x="814687" y="1979653"/>
            <a:ext cx="5565058" cy="369332"/>
          </a:xfrm>
          <a:prstGeom prst="rect">
            <a:avLst/>
          </a:prstGeom>
          <a:noFill/>
        </p:spPr>
        <p:txBody>
          <a:bodyPr wrap="square" rtlCol="0">
            <a:spAutoFit/>
          </a:bodyPr>
          <a:lstStyle/>
          <a:p>
            <a:r>
              <a:rPr lang="en-US" dirty="0"/>
              <a:t>Extract the data from the xml file using </a:t>
            </a:r>
          </a:p>
        </p:txBody>
      </p:sp>
    </p:spTree>
    <p:extLst>
      <p:ext uri="{BB962C8B-B14F-4D97-AF65-F5344CB8AC3E}">
        <p14:creationId xmlns:p14="http://schemas.microsoft.com/office/powerpoint/2010/main" val="34008679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168630-8D50-EE35-9DCC-721607D8EA83}"/>
              </a:ext>
            </a:extLst>
          </p:cNvPr>
          <p:cNvSpPr>
            <a:spLocks noGrp="1"/>
          </p:cNvSpPr>
          <p:nvPr>
            <p:ph type="title"/>
          </p:nvPr>
        </p:nvSpPr>
        <p:spPr/>
        <p:txBody>
          <a:bodyPr/>
          <a:lstStyle/>
          <a:p>
            <a:r>
              <a:rPr lang="en-US" dirty="0"/>
              <a:t>Step 3: Get the results in Excel</a:t>
            </a:r>
          </a:p>
        </p:txBody>
      </p:sp>
      <p:pic>
        <p:nvPicPr>
          <p:cNvPr id="6" name="Picture 5">
            <a:extLst>
              <a:ext uri="{FF2B5EF4-FFF2-40B4-BE49-F238E27FC236}">
                <a16:creationId xmlns:a16="http://schemas.microsoft.com/office/drawing/2014/main" id="{A1449A2B-D6E8-F09A-9231-35C9E48B4335}"/>
              </a:ext>
            </a:extLst>
          </p:cNvPr>
          <p:cNvPicPr>
            <a:picLocks noChangeAspect="1"/>
          </p:cNvPicPr>
          <p:nvPr/>
        </p:nvPicPr>
        <p:blipFill>
          <a:blip r:embed="rId3"/>
          <a:stretch>
            <a:fillRect/>
          </a:stretch>
        </p:blipFill>
        <p:spPr>
          <a:xfrm>
            <a:off x="738810" y="2449227"/>
            <a:ext cx="11039935" cy="1959545"/>
          </a:xfrm>
          <a:prstGeom prst="rect">
            <a:avLst/>
          </a:prstGeom>
        </p:spPr>
      </p:pic>
      <p:sp>
        <p:nvSpPr>
          <p:cNvPr id="7" name="TextBox 6">
            <a:extLst>
              <a:ext uri="{FF2B5EF4-FFF2-40B4-BE49-F238E27FC236}">
                <a16:creationId xmlns:a16="http://schemas.microsoft.com/office/drawing/2014/main" id="{453D30BC-02C9-2775-8C6A-729880696EC5}"/>
              </a:ext>
            </a:extLst>
          </p:cNvPr>
          <p:cNvSpPr txBox="1"/>
          <p:nvPr/>
        </p:nvSpPr>
        <p:spPr>
          <a:xfrm>
            <a:off x="738810" y="1988201"/>
            <a:ext cx="6115665" cy="369332"/>
          </a:xfrm>
          <a:prstGeom prst="rect">
            <a:avLst/>
          </a:prstGeom>
          <a:noFill/>
        </p:spPr>
        <p:txBody>
          <a:bodyPr wrap="square" rtlCol="0">
            <a:spAutoFit/>
          </a:bodyPr>
          <a:lstStyle/>
          <a:p>
            <a:r>
              <a:rPr lang="en-US" dirty="0"/>
              <a:t>Snippet of the data parsed and saved into excel </a:t>
            </a:r>
          </a:p>
        </p:txBody>
      </p:sp>
    </p:spTree>
    <p:extLst>
      <p:ext uri="{BB962C8B-B14F-4D97-AF65-F5344CB8AC3E}">
        <p14:creationId xmlns:p14="http://schemas.microsoft.com/office/powerpoint/2010/main" val="36257813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168630-8D50-EE35-9DCC-721607D8EA83}"/>
              </a:ext>
            </a:extLst>
          </p:cNvPr>
          <p:cNvSpPr>
            <a:spLocks noGrp="1"/>
          </p:cNvSpPr>
          <p:nvPr>
            <p:ph type="title"/>
          </p:nvPr>
        </p:nvSpPr>
        <p:spPr/>
        <p:txBody>
          <a:bodyPr/>
          <a:lstStyle/>
          <a:p>
            <a:r>
              <a:rPr lang="en-US" dirty="0"/>
              <a:t>Step 4: Adding company house number </a:t>
            </a:r>
          </a:p>
        </p:txBody>
      </p:sp>
      <p:sp>
        <p:nvSpPr>
          <p:cNvPr id="7" name="TextBox 6">
            <a:extLst>
              <a:ext uri="{FF2B5EF4-FFF2-40B4-BE49-F238E27FC236}">
                <a16:creationId xmlns:a16="http://schemas.microsoft.com/office/drawing/2014/main" id="{453D30BC-02C9-2775-8C6A-729880696EC5}"/>
              </a:ext>
            </a:extLst>
          </p:cNvPr>
          <p:cNvSpPr txBox="1"/>
          <p:nvPr/>
        </p:nvSpPr>
        <p:spPr>
          <a:xfrm>
            <a:off x="738810" y="1988201"/>
            <a:ext cx="6115665" cy="369332"/>
          </a:xfrm>
          <a:prstGeom prst="rect">
            <a:avLst/>
          </a:prstGeom>
          <a:noFill/>
        </p:spPr>
        <p:txBody>
          <a:bodyPr wrap="square" rtlCol="0">
            <a:spAutoFit/>
          </a:bodyPr>
          <a:lstStyle/>
          <a:p>
            <a:r>
              <a:rPr lang="en-US" dirty="0"/>
              <a:t>Added a column for Company House Number:</a:t>
            </a:r>
          </a:p>
        </p:txBody>
      </p:sp>
      <p:pic>
        <p:nvPicPr>
          <p:cNvPr id="4" name="Picture 3">
            <a:extLst>
              <a:ext uri="{FF2B5EF4-FFF2-40B4-BE49-F238E27FC236}">
                <a16:creationId xmlns:a16="http://schemas.microsoft.com/office/drawing/2014/main" id="{B57A30CA-2BA7-313E-56E4-A794D10689A7}"/>
              </a:ext>
            </a:extLst>
          </p:cNvPr>
          <p:cNvPicPr>
            <a:picLocks noChangeAspect="1"/>
          </p:cNvPicPr>
          <p:nvPr/>
        </p:nvPicPr>
        <p:blipFill>
          <a:blip r:embed="rId3"/>
          <a:stretch>
            <a:fillRect/>
          </a:stretch>
        </p:blipFill>
        <p:spPr>
          <a:xfrm>
            <a:off x="781664" y="2586352"/>
            <a:ext cx="10628671" cy="1550253"/>
          </a:xfrm>
          <a:prstGeom prst="rect">
            <a:avLst/>
          </a:prstGeom>
        </p:spPr>
      </p:pic>
      <mc:AlternateContent xmlns:mc="http://schemas.openxmlformats.org/markup-compatibility/2006">
        <mc:Choice xmlns:p14="http://schemas.microsoft.com/office/powerpoint/2010/main" Requires="p14">
          <p:contentPart p14:bwMode="auto" r:id="rId4">
            <p14:nvContentPartPr>
              <p14:cNvPr id="8" name="Ink 7">
                <a:extLst>
                  <a:ext uri="{FF2B5EF4-FFF2-40B4-BE49-F238E27FC236}">
                    <a16:creationId xmlns:a16="http://schemas.microsoft.com/office/drawing/2014/main" id="{0AF4C7DF-D285-D22D-44A8-5141B36AA3DA}"/>
                  </a:ext>
                </a:extLst>
              </p14:cNvPr>
              <p14:cNvContentPartPr/>
              <p14:nvPr/>
            </p14:nvContentPartPr>
            <p14:xfrm>
              <a:off x="776497" y="2624814"/>
              <a:ext cx="746280" cy="41400"/>
            </p14:xfrm>
          </p:contentPart>
        </mc:Choice>
        <mc:Fallback>
          <p:pic>
            <p:nvPicPr>
              <p:cNvPr id="8" name="Ink 7">
                <a:extLst>
                  <a:ext uri="{FF2B5EF4-FFF2-40B4-BE49-F238E27FC236}">
                    <a16:creationId xmlns:a16="http://schemas.microsoft.com/office/drawing/2014/main" id="{0AF4C7DF-D285-D22D-44A8-5141B36AA3DA}"/>
                  </a:ext>
                </a:extLst>
              </p:cNvPr>
              <p:cNvPicPr/>
              <p:nvPr/>
            </p:nvPicPr>
            <p:blipFill>
              <a:blip r:embed="rId5"/>
              <a:stretch>
                <a:fillRect/>
              </a:stretch>
            </p:blipFill>
            <p:spPr>
              <a:xfrm>
                <a:off x="758857" y="2589174"/>
                <a:ext cx="781920" cy="113040"/>
              </a:xfrm>
              <a:prstGeom prst="rect">
                <a:avLst/>
              </a:prstGeom>
            </p:spPr>
          </p:pic>
        </mc:Fallback>
      </mc:AlternateContent>
    </p:spTree>
    <p:extLst>
      <p:ext uri="{BB962C8B-B14F-4D97-AF65-F5344CB8AC3E}">
        <p14:creationId xmlns:p14="http://schemas.microsoft.com/office/powerpoint/2010/main" val="21919701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168630-8D50-EE35-9DCC-721607D8EA83}"/>
              </a:ext>
            </a:extLst>
          </p:cNvPr>
          <p:cNvSpPr>
            <a:spLocks noGrp="1"/>
          </p:cNvSpPr>
          <p:nvPr>
            <p:ph type="title"/>
          </p:nvPr>
        </p:nvSpPr>
        <p:spPr/>
        <p:txBody>
          <a:bodyPr/>
          <a:lstStyle/>
          <a:p>
            <a:r>
              <a:rPr lang="en-US" dirty="0"/>
              <a:t>Thought Process of  This Approach</a:t>
            </a:r>
          </a:p>
        </p:txBody>
      </p:sp>
      <p:sp>
        <p:nvSpPr>
          <p:cNvPr id="3" name="TextBox 2">
            <a:extLst>
              <a:ext uri="{FF2B5EF4-FFF2-40B4-BE49-F238E27FC236}">
                <a16:creationId xmlns:a16="http://schemas.microsoft.com/office/drawing/2014/main" id="{79D3039C-33C5-C130-139E-4C15F4C42012}"/>
              </a:ext>
            </a:extLst>
          </p:cNvPr>
          <p:cNvSpPr txBox="1"/>
          <p:nvPr/>
        </p:nvSpPr>
        <p:spPr>
          <a:xfrm>
            <a:off x="877824" y="2048256"/>
            <a:ext cx="9848088" cy="2031325"/>
          </a:xfrm>
          <a:prstGeom prst="rect">
            <a:avLst/>
          </a:prstGeom>
          <a:noFill/>
        </p:spPr>
        <p:txBody>
          <a:bodyPr wrap="square" rtlCol="0">
            <a:spAutoFit/>
          </a:bodyPr>
          <a:lstStyle/>
          <a:p>
            <a:pPr marL="342900" indent="-342900">
              <a:buAutoNum type="arabicPeriod"/>
            </a:pPr>
            <a:r>
              <a:rPr lang="en-US" dirty="0"/>
              <a:t>This method will get more entries of data from each hospitality company but might miss out on some details </a:t>
            </a:r>
          </a:p>
          <a:p>
            <a:pPr marL="800100" lvl="1" indent="-342900">
              <a:buFont typeface="+mj-lt"/>
              <a:buAutoNum type="alphaLcParenR"/>
            </a:pPr>
            <a:r>
              <a:rPr lang="en-US" dirty="0"/>
              <a:t>Company House number </a:t>
            </a:r>
          </a:p>
          <a:p>
            <a:pPr marL="800100" lvl="1" indent="-342900">
              <a:buFont typeface="+mj-lt"/>
              <a:buAutoNum type="alphaLcParenR"/>
            </a:pPr>
            <a:r>
              <a:rPr lang="en-US" dirty="0"/>
              <a:t>Company status</a:t>
            </a:r>
          </a:p>
          <a:p>
            <a:pPr marL="800100" lvl="1" indent="-342900">
              <a:buFont typeface="+mj-lt"/>
              <a:buAutoNum type="alphaLcParenR"/>
            </a:pPr>
            <a:endParaRPr lang="en-US" dirty="0"/>
          </a:p>
          <a:p>
            <a:pPr marL="342900" indent="-342900">
              <a:buFont typeface="+mj-lt"/>
              <a:buAutoNum type="arabicPeriod"/>
            </a:pPr>
            <a:r>
              <a:rPr lang="en-US" dirty="0"/>
              <a:t>Some details will need to be entered manually. There might be a better way to do it, but given the time frame, this is the best I can come up with.</a:t>
            </a:r>
          </a:p>
        </p:txBody>
      </p:sp>
    </p:spTree>
    <p:extLst>
      <p:ext uri="{BB962C8B-B14F-4D97-AF65-F5344CB8AC3E}">
        <p14:creationId xmlns:p14="http://schemas.microsoft.com/office/powerpoint/2010/main" val="705311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168630-8D50-EE35-9DCC-721607D8EA83}"/>
              </a:ext>
            </a:extLst>
          </p:cNvPr>
          <p:cNvSpPr>
            <a:spLocks noGrp="1"/>
          </p:cNvSpPr>
          <p:nvPr>
            <p:ph type="title"/>
          </p:nvPr>
        </p:nvSpPr>
        <p:spPr/>
        <p:txBody>
          <a:bodyPr/>
          <a:lstStyle/>
          <a:p>
            <a:r>
              <a:rPr lang="en-US" dirty="0"/>
              <a:t>Flowchart</a:t>
            </a:r>
          </a:p>
        </p:txBody>
      </p:sp>
      <p:pic>
        <p:nvPicPr>
          <p:cNvPr id="4" name="Picture 3">
            <a:extLst>
              <a:ext uri="{FF2B5EF4-FFF2-40B4-BE49-F238E27FC236}">
                <a16:creationId xmlns:a16="http://schemas.microsoft.com/office/drawing/2014/main" id="{7996B5DF-2409-AE82-6AA7-6D75071AC548}"/>
              </a:ext>
            </a:extLst>
          </p:cNvPr>
          <p:cNvPicPr>
            <a:picLocks noChangeAspect="1"/>
          </p:cNvPicPr>
          <p:nvPr/>
        </p:nvPicPr>
        <p:blipFill>
          <a:blip r:embed="rId2"/>
          <a:stretch>
            <a:fillRect/>
          </a:stretch>
        </p:blipFill>
        <p:spPr>
          <a:xfrm>
            <a:off x="2279217" y="2007002"/>
            <a:ext cx="6925642" cy="4515480"/>
          </a:xfrm>
          <a:prstGeom prst="rect">
            <a:avLst/>
          </a:prstGeom>
        </p:spPr>
      </p:pic>
    </p:spTree>
    <p:extLst>
      <p:ext uri="{BB962C8B-B14F-4D97-AF65-F5344CB8AC3E}">
        <p14:creationId xmlns:p14="http://schemas.microsoft.com/office/powerpoint/2010/main" val="1916976198"/>
      </p:ext>
    </p:extLst>
  </p:cSld>
  <p:clrMapOvr>
    <a:masterClrMapping/>
  </p:clrMapOvr>
</p:sld>
</file>

<file path=ppt/theme/theme1.xml><?xml version="1.0" encoding="utf-8"?>
<a:theme xmlns:a="http://schemas.openxmlformats.org/drawingml/2006/main" name="TheAccessGroup">
  <a:themeElements>
    <a:clrScheme name="The Access Group">
      <a:dk1>
        <a:srgbClr val="2F2D2D"/>
      </a:dk1>
      <a:lt1>
        <a:srgbClr val="FFFFFF"/>
      </a:lt1>
      <a:dk2>
        <a:srgbClr val="710C1F"/>
      </a:dk2>
      <a:lt2>
        <a:srgbClr val="EAEAEA"/>
      </a:lt2>
      <a:accent1>
        <a:srgbClr val="F0183F"/>
      </a:accent1>
      <a:accent2>
        <a:srgbClr val="52B9B2"/>
      </a:accent2>
      <a:accent3>
        <a:srgbClr val="4B0F2B"/>
      </a:accent3>
      <a:accent4>
        <a:srgbClr val="EB4C78"/>
      </a:accent4>
      <a:accent5>
        <a:srgbClr val="97D3D0"/>
      </a:accent5>
      <a:accent6>
        <a:srgbClr val="805769"/>
      </a:accent6>
      <a:hlink>
        <a:srgbClr val="326F6C"/>
      </a:hlink>
      <a:folHlink>
        <a:srgbClr val="EB4C78"/>
      </a:folHlink>
    </a:clrScheme>
    <a:fontScheme name="The Access Group">
      <a:majorFont>
        <a:latin typeface="Open Sans"/>
        <a:ea typeface=""/>
        <a:cs typeface=""/>
      </a:majorFont>
      <a:minorFont>
        <a:latin typeface="Open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2" id="{E9C38A06-FC28-7C45-A868-5FC7BDC7162B}" vid="{3CB01ED6-90A1-0649-AC77-478FABE34A60}"/>
    </a:ext>
  </a:extLst>
</a:theme>
</file>

<file path=ppt/theme/theme2.xml><?xml version="1.0" encoding="utf-8"?>
<a:theme xmlns:a="http://schemas.openxmlformats.org/drawingml/2006/main" name="HSC-ONLY">
  <a:themeElements>
    <a:clrScheme name="The Access Group">
      <a:dk1>
        <a:srgbClr val="2F2D2D"/>
      </a:dk1>
      <a:lt1>
        <a:srgbClr val="FFFFFF"/>
      </a:lt1>
      <a:dk2>
        <a:srgbClr val="710C1F"/>
      </a:dk2>
      <a:lt2>
        <a:srgbClr val="EAEAEA"/>
      </a:lt2>
      <a:accent1>
        <a:srgbClr val="F0183F"/>
      </a:accent1>
      <a:accent2>
        <a:srgbClr val="52B9B2"/>
      </a:accent2>
      <a:accent3>
        <a:srgbClr val="4B0F2B"/>
      </a:accent3>
      <a:accent4>
        <a:srgbClr val="EB4C78"/>
      </a:accent4>
      <a:accent5>
        <a:srgbClr val="97D3D0"/>
      </a:accent5>
      <a:accent6>
        <a:srgbClr val="805769"/>
      </a:accent6>
      <a:hlink>
        <a:srgbClr val="326F6C"/>
      </a:hlink>
      <a:folHlink>
        <a:srgbClr val="EB4C78"/>
      </a:folHlink>
    </a:clrScheme>
    <a:fontScheme name="The Access Group">
      <a:majorFont>
        <a:latin typeface="Open Sans"/>
        <a:ea typeface=""/>
        <a:cs typeface=""/>
      </a:majorFont>
      <a:minorFont>
        <a:latin typeface="Open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2" id="{E9C38A06-FC28-7C45-A868-5FC7BDC7162B}" vid="{A91CEDDF-7C98-0743-87DB-37C26D54A7F3}"/>
    </a:ext>
  </a:extLst>
</a:theme>
</file>

<file path=ppt/theme/theme3.xml><?xml version="1.0" encoding="utf-8"?>
<a:theme xmlns:a="http://schemas.openxmlformats.org/drawingml/2006/main" name="InternalEvents">
  <a:themeElements>
    <a:clrScheme name="The Access Group">
      <a:dk1>
        <a:srgbClr val="2F2D2D"/>
      </a:dk1>
      <a:lt1>
        <a:srgbClr val="FFFFFF"/>
      </a:lt1>
      <a:dk2>
        <a:srgbClr val="710C1F"/>
      </a:dk2>
      <a:lt2>
        <a:srgbClr val="EAEAEA"/>
      </a:lt2>
      <a:accent1>
        <a:srgbClr val="F0183F"/>
      </a:accent1>
      <a:accent2>
        <a:srgbClr val="52B9B2"/>
      </a:accent2>
      <a:accent3>
        <a:srgbClr val="4B0F2B"/>
      </a:accent3>
      <a:accent4>
        <a:srgbClr val="EB4C78"/>
      </a:accent4>
      <a:accent5>
        <a:srgbClr val="97D3D0"/>
      </a:accent5>
      <a:accent6>
        <a:srgbClr val="805769"/>
      </a:accent6>
      <a:hlink>
        <a:srgbClr val="326F6C"/>
      </a:hlink>
      <a:folHlink>
        <a:srgbClr val="EB4C78"/>
      </a:folHlink>
    </a:clrScheme>
    <a:fontScheme name="The Access Group">
      <a:majorFont>
        <a:latin typeface="Open Sans"/>
        <a:ea typeface=""/>
        <a:cs typeface=""/>
      </a:majorFont>
      <a:minorFont>
        <a:latin typeface="Open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2" id="{E9C38A06-FC28-7C45-A868-5FC7BDC7162B}" vid="{18D2D0EC-CB86-1445-A9C2-CFDA48DB7B0F}"/>
    </a:ext>
  </a:extLst>
</a:theme>
</file>

<file path=ppt/theme/theme4.xml><?xml version="1.0" encoding="utf-8"?>
<a:theme xmlns:a="http://schemas.openxmlformats.org/drawingml/2006/main" name="1_Campus-To_Career">
  <a:themeElements>
    <a:clrScheme name="The Access Group">
      <a:dk1>
        <a:srgbClr val="2F2D2D"/>
      </a:dk1>
      <a:lt1>
        <a:srgbClr val="FFFFFF"/>
      </a:lt1>
      <a:dk2>
        <a:srgbClr val="710C1F"/>
      </a:dk2>
      <a:lt2>
        <a:srgbClr val="EAEAEA"/>
      </a:lt2>
      <a:accent1>
        <a:srgbClr val="F0183F"/>
      </a:accent1>
      <a:accent2>
        <a:srgbClr val="52B9B2"/>
      </a:accent2>
      <a:accent3>
        <a:srgbClr val="4B0F2B"/>
      </a:accent3>
      <a:accent4>
        <a:srgbClr val="EB4C78"/>
      </a:accent4>
      <a:accent5>
        <a:srgbClr val="97D3D0"/>
      </a:accent5>
      <a:accent6>
        <a:srgbClr val="805769"/>
      </a:accent6>
      <a:hlink>
        <a:srgbClr val="326F6C"/>
      </a:hlink>
      <a:folHlink>
        <a:srgbClr val="EB4C78"/>
      </a:folHlink>
    </a:clrScheme>
    <a:fontScheme name="The Access Group">
      <a:majorFont>
        <a:latin typeface="Open Sans"/>
        <a:ea typeface=""/>
        <a:cs typeface=""/>
      </a:majorFont>
      <a:minorFont>
        <a:latin typeface="Open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2" id="{E9C38A06-FC28-7C45-A868-5FC7BDC7162B}" vid="{24E65AFF-76A7-154C-866F-0CD1A7B10D5B}"/>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6a6b7b1c-d358-41fc-9be4-22ff49f05726">
      <Terms xmlns="http://schemas.microsoft.com/office/infopath/2007/PartnerControls"/>
    </lcf76f155ced4ddcb4097134ff3c332f>
    <TaxCatchAll xmlns="519cd5a3-cdfb-4ebd-a0de-9e3d28e13daa" xsi:nil="true"/>
    <SharedWithUsers xmlns="519cd5a3-cdfb-4ebd-a0de-9e3d28e13daa">
      <UserInfo>
        <DisplayName>Jo Howard</DisplayName>
        <AccountId>148</AccountId>
        <AccountType/>
      </UserInfo>
    </SharedWithUsers>
    <Dashboard_x002f_ReportLink xmlns="6a6b7b1c-d358-41fc-9be4-22ff49f05726">
      <Url xsi:nil="true"/>
      <Description xsi:nil="true"/>
    </Dashboard_x002f_ReportLink>
    <Dev_x002f_Prod xmlns="6a6b7b1c-d358-41fc-9be4-22ff49f05726">Dev</Dev_x002f_Prod>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4369FE19649DB544BF1A1BD9A2972771" ma:contentTypeVersion="19" ma:contentTypeDescription="Create a new document." ma:contentTypeScope="" ma:versionID="415357229ece9fd132d14d15736075ec">
  <xsd:schema xmlns:xsd="http://www.w3.org/2001/XMLSchema" xmlns:xs="http://www.w3.org/2001/XMLSchema" xmlns:p="http://schemas.microsoft.com/office/2006/metadata/properties" xmlns:ns2="6a6b7b1c-d358-41fc-9be4-22ff49f05726" xmlns:ns3="519cd5a3-cdfb-4ebd-a0de-9e3d28e13daa" targetNamespace="http://schemas.microsoft.com/office/2006/metadata/properties" ma:root="true" ma:fieldsID="e61265b7e013388dc20706830eb5af77" ns2:_="" ns3:_="">
    <xsd:import namespace="6a6b7b1c-d358-41fc-9be4-22ff49f05726"/>
    <xsd:import namespace="519cd5a3-cdfb-4ebd-a0de-9e3d28e13daa"/>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DateTaken" minOccurs="0"/>
                <xsd:element ref="ns2:MediaLengthInSeconds" minOccurs="0"/>
                <xsd:element ref="ns2:lcf76f155ced4ddcb4097134ff3c332f" minOccurs="0"/>
                <xsd:element ref="ns3:TaxCatchAll" minOccurs="0"/>
                <xsd:element ref="ns2:MediaServiceGenerationTime" minOccurs="0"/>
                <xsd:element ref="ns2:MediaServiceEventHashCode" minOccurs="0"/>
                <xsd:element ref="ns2:MediaServiceOCR" minOccurs="0"/>
                <xsd:element ref="ns2:MediaServiceObjectDetectorVersions" minOccurs="0"/>
                <xsd:element ref="ns2:MediaServiceSearchProperties" minOccurs="0"/>
                <xsd:element ref="ns2:Dashboard_x002f_ReportLink" minOccurs="0"/>
                <xsd:element ref="ns2:Dev_x002f_Pro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a6b7b1c-d358-41fc-9be4-22ff49f0572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LengthInSeconds" ma:index="13" nillable="true" ma:displayName="MediaLengthInSeconds" ma:hidden="true" ma:internalName="MediaLengthInSeconds" ma:readOnly="true">
      <xsd:simpleType>
        <xsd:restriction base="dms:Unknown"/>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f2477613-7fc0-409e-9ee1-263a05e8da16" ma:termSetId="09814cd3-568e-fe90-9814-8d621ff8fb84" ma:anchorId="fba54fb3-c3e1-fe81-a776-ca4b69148c4d" ma:open="true" ma:isKeyword="false">
      <xsd:complexType>
        <xsd:sequence>
          <xsd:element ref="pc:Terms" minOccurs="0" maxOccurs="1"/>
        </xsd:sequence>
      </xsd:complex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OCR" ma:index="19" nillable="true" ma:displayName="Extracted Text" ma:internalName="MediaServiceOCR" ma:readOnly="true">
      <xsd:simpleType>
        <xsd:restriction base="dms:Note">
          <xsd:maxLength value="255"/>
        </xsd:restriction>
      </xsd:simpleType>
    </xsd:element>
    <xsd:element name="MediaServiceObjectDetectorVersions" ma:index="20" nillable="true" ma:displayName="MediaServiceObjectDetectorVersions" ma:hidden="true" ma:indexed="true" ma:internalName="MediaServiceObjectDetectorVersions" ma:readOnly="true">
      <xsd:simpleType>
        <xsd:restriction base="dms:Text"/>
      </xsd:simpleType>
    </xsd:element>
    <xsd:element name="MediaServiceSearchProperties" ma:index="21" nillable="true" ma:displayName="MediaServiceSearchProperties" ma:hidden="true" ma:internalName="MediaServiceSearchProperties" ma:readOnly="true">
      <xsd:simpleType>
        <xsd:restriction base="dms:Note"/>
      </xsd:simpleType>
    </xsd:element>
    <xsd:element name="Dashboard_x002f_ReportLink" ma:index="22" nillable="true" ma:displayName="Dashboard/Report Link" ma:format="Hyperlink" ma:internalName="Dashboard_x002f_ReportLink">
      <xsd:complexType>
        <xsd:complexContent>
          <xsd:extension base="dms:URL">
            <xsd:sequence>
              <xsd:element name="Url" type="dms:ValidUrl" minOccurs="0" nillable="true"/>
              <xsd:element name="Description" type="xsd:string" nillable="true"/>
            </xsd:sequence>
          </xsd:extension>
        </xsd:complexContent>
      </xsd:complexType>
    </xsd:element>
    <xsd:element name="Dev_x002f_Prod" ma:index="23" nillable="true" ma:displayName="Dev/Prod" ma:default="Dev" ma:format="Dropdown" ma:internalName="Dev_x002f_Prod">
      <xsd:simpleType>
        <xsd:restriction base="dms:Choice">
          <xsd:enumeration value="Dev"/>
          <xsd:enumeration value="Prod"/>
        </xsd:restriction>
      </xsd:simpleType>
    </xsd:element>
  </xsd:schema>
  <xsd:schema xmlns:xsd="http://www.w3.org/2001/XMLSchema" xmlns:xs="http://www.w3.org/2001/XMLSchema" xmlns:dms="http://schemas.microsoft.com/office/2006/documentManagement/types" xmlns:pc="http://schemas.microsoft.com/office/infopath/2007/PartnerControls" targetNamespace="519cd5a3-cdfb-4ebd-a0de-9e3d28e13daa"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16" nillable="true" ma:displayName="Taxonomy Catch All Column" ma:hidden="true" ma:list="{8906f474-7401-40ed-a25d-47710b4a58e4}" ma:internalName="TaxCatchAll" ma:showField="CatchAllData" ma:web="519cd5a3-cdfb-4ebd-a0de-9e3d28e13daa">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4249EB6-CD9A-45D6-A130-A3199A53A629}">
  <ds:schemaRefs>
    <ds:schemaRef ds:uri="3ff40de7-05e3-4c5a-8298-d35ee3d1c909"/>
    <ds:schemaRef ds:uri="519cd5a3-cdfb-4ebd-a0de-9e3d28e13daa"/>
    <ds:schemaRef ds:uri="6a6b7b1c-d358-41fc-9be4-22ff49f05726"/>
    <ds:schemaRef ds:uri="74492d73-3c22-427e-8a8f-ec128cc81480"/>
    <ds:schemaRef ds:uri="b491f7b5-c8ca-485c-961a-d6d5b1a54b18"/>
    <ds:schemaRef ds:uri="f1715660-6221-4a99-b6ec-a7ba378af4c7"/>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78E922DA-69B4-4AF8-91C1-0A8DA722D0A3}">
  <ds:schemaRefs>
    <ds:schemaRef ds:uri="http://schemas.microsoft.com/sharepoint/v3/contenttype/forms"/>
  </ds:schemaRefs>
</ds:datastoreItem>
</file>

<file path=customXml/itemProps3.xml><?xml version="1.0" encoding="utf-8"?>
<ds:datastoreItem xmlns:ds="http://schemas.openxmlformats.org/officeDocument/2006/customXml" ds:itemID="{8D5F0AF1-35E3-420D-A9AD-6B6EA52DD8F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a6b7b1c-d358-41fc-9be4-22ff49f05726"/>
    <ds:schemaRef ds:uri="519cd5a3-cdfb-4ebd-a0de-9e3d28e13da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Data Quality Scorecards - Lead to Cash Spec</Template>
  <TotalTime>0</TotalTime>
  <Words>286</Words>
  <Application>Microsoft Office PowerPoint</Application>
  <PresentationFormat>Widescreen</PresentationFormat>
  <Paragraphs>65</Paragraphs>
  <Slides>14</Slides>
  <Notes>2</Notes>
  <HiddenSlides>0</HiddenSlides>
  <MMClips>0</MMClips>
  <ScaleCrop>false</ScaleCrop>
  <HeadingPairs>
    <vt:vector size="6" baseType="variant">
      <vt:variant>
        <vt:lpstr>Fonts Used</vt:lpstr>
      </vt:variant>
      <vt:variant>
        <vt:i4>3</vt:i4>
      </vt:variant>
      <vt:variant>
        <vt:lpstr>Theme</vt:lpstr>
      </vt:variant>
      <vt:variant>
        <vt:i4>4</vt:i4>
      </vt:variant>
      <vt:variant>
        <vt:lpstr>Slide Titles</vt:lpstr>
      </vt:variant>
      <vt:variant>
        <vt:i4>14</vt:i4>
      </vt:variant>
    </vt:vector>
  </HeadingPairs>
  <TitlesOfParts>
    <vt:vector size="21" baseType="lpstr">
      <vt:lpstr>Arial</vt:lpstr>
      <vt:lpstr>Calibri</vt:lpstr>
      <vt:lpstr>Open Sans</vt:lpstr>
      <vt:lpstr>TheAccessGroup</vt:lpstr>
      <vt:lpstr>HSC-ONLY</vt:lpstr>
      <vt:lpstr>InternalEvents</vt:lpstr>
      <vt:lpstr>1_Campus-To_Career</vt:lpstr>
      <vt:lpstr>Access Group - Individual exercise</vt:lpstr>
      <vt:lpstr>PowerPoint Presentation</vt:lpstr>
      <vt:lpstr>Step 1: Company Look Up </vt:lpstr>
      <vt:lpstr>Step 2: Food Standards Agency</vt:lpstr>
      <vt:lpstr>Step 3: Manual Data Entry</vt:lpstr>
      <vt:lpstr>Thought Process of  This Approach</vt:lpstr>
      <vt:lpstr>Flowchart</vt:lpstr>
      <vt:lpstr>PowerPoint Presentation</vt:lpstr>
      <vt:lpstr>Step 1: Food Standard Agency</vt:lpstr>
      <vt:lpstr>Step 2: The ElementTree XML API</vt:lpstr>
      <vt:lpstr>Step 3: Get the results in Excel</vt:lpstr>
      <vt:lpstr>Step 4: Adding company house number </vt:lpstr>
      <vt:lpstr>Thought Process of  This Approach</vt:lpstr>
      <vt:lpstr>Flowchart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ZhengMay Chia</dc:creator>
  <cp:lastModifiedBy>ZhengMay Chia</cp:lastModifiedBy>
  <cp:revision>1</cp:revision>
  <dcterms:created xsi:type="dcterms:W3CDTF">2024-10-23T02:35:38Z</dcterms:created>
  <dcterms:modified xsi:type="dcterms:W3CDTF">2024-10-24T03:46:46Z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0x0101004369FE19649DB544BF1A1BD9A2972771</vt:lpwstr>
  </property>
</Properties>
</file>